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792000" y="154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1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2" name="Isaac Sim / PhysX vy native data chart"/>
          <ns0:cNvGraphicFramePr/>
          <ns0:nvPr/>
        </ns0:nvGraphicFramePr>
        <ns0:xfrm>
          <ns0:off xmlns:ns0="http://schemas.openxmlformats.org/drawingml/2006/main" x="2628000" y="154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23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4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5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26" name="Isaac Sim / PhysX wz native data chart"/>
          <ns0:cNvGraphicFramePr/>
          <ns0:nvPr/>
        </ns0:nvGraphicFramePr>
        <ns0:xfrm>
          <ns0:off xmlns:ns0="http://schemas.openxmlformats.org/drawingml/2006/main" x="4464000" y="154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27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9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0" name="MuJoCo vx native data chart"/>
          <ns0:cNvGraphicFramePr/>
          <ns0:nvPr/>
        </ns0:nvGraphicFramePr>
        <ns0:xfrm>
          <ns0:off xmlns:ns0="http://schemas.openxmlformats.org/drawingml/2006/main" x="792000" y="298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1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3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4" name="MuJoCo vy native data chart"/>
          <ns0:cNvGraphicFramePr/>
          <ns0:nvPr/>
        </ns0:nvGraphicFramePr>
        <ns0:xfrm>
          <ns0:off xmlns:ns0="http://schemas.openxmlformats.org/drawingml/2006/main" x="2628000" y="298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35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7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8" name="MuJoCo wz native data chart"/>
          <ns0:cNvGraphicFramePr/>
          <ns0:nvPr/>
        </ns0:nvGraphicFramePr>
        <ns0:xfrm>
          <ns0:off xmlns:ns0="http://schemas.openxmlformats.org/drawingml/2006/main" x="4464000" y="2988000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