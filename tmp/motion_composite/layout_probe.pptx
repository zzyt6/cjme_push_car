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>
  <ns0:sldMasterIdLst>
    <ns0:sldMasterId xmlns:ns1="http://schemas.openxmlformats.org/officeDocument/2006/relationships" id="2147483648" ns1:id="rId1"/>
  </ns0:sldMasterIdLst>
  <ns0:sldIdLst>
    <ns0:sldId xmlns:ns2="http://schemas.openxmlformats.org/officeDocument/2006/relationships" id="256" ns2:id="rId2"/>
  </ns0:sldIdLst>
  <ns0:sldSz cx="6480000" cy="4680000" type="custom"/>
  <ns0:notesSz cx="6858000" cy="9144000"/>
</ns0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6.xlsx"/></Relationships>
</file>

<file path=ppt/charts/chart1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4"/>
          <ns0:y val="0.1"/>
          <ns0:w val="0.5"/>
          <ns0:h val="0.5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Data!$D$2:$D$1203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0.092185243964195251</ns0:v>
                </ns0:pt>
                <ns0:pt idx="3">
                  <ns0:v>0.089846715331077576</ns0:v>
                </ns0:pt>
                <ns0:pt idx="4">
                  <ns0:v>0.089730128645896912</ns0:v>
                </ns0:pt>
                <ns0:pt idx="5">
                  <ns0:v>0.090623557567596436</ns0:v>
                </ns0:pt>
                <ns0:pt idx="6">
                  <ns0:v>0.093667753040790558</ns0:v>
                </ns0:pt>
                <ns0:pt idx="7">
                  <ns0:v>0.09751351922750473</ns0:v>
                </ns0:pt>
                <ns0:pt idx="8">
                  <ns0:v>0.10165558010339737</ns0:v>
                </ns0:pt>
                <ns0:pt idx="9">
                  <ns0:v>0.10569687932729721</ns0:v>
                </ns0:pt>
                <ns0:pt idx="10">
                  <ns0:v>0.10981791466474533</ns0:v>
                </ns0:pt>
                <ns0:pt idx="11">
                  <ns0:v>0.11299803107976913</ns0:v>
                </ns0:pt>
                <ns0:pt idx="12">
                  <ns0:v>0.11566390097141266</ns0:v>
                </ns0:pt>
                <ns0:pt idx="13">
                  <ns0:v>0.11899906396865845</ns0:v>
                </ns0:pt>
                <ns0:pt idx="14">
                  <ns0:v>0.12301179766654968</ns0:v>
                </ns0:pt>
                <ns0:pt idx="15">
                  <ns0:v>0.13087053596973419</ns0:v>
                </ns0:pt>
                <ns0:pt idx="16">
                  <ns0:v>0.13607315719127655</ns0:v>
                </ns0:pt>
                <ns0:pt idx="17">
                  <ns0:v>0.13939505815505981</ns0:v>
                </ns0:pt>
                <ns0:pt idx="18">
                  <ns0:v>0.14154404401779175</ns0:v>
                </ns0:pt>
                <ns0:pt idx="19">
                  <ns0:v>0.14586222171783447</ns0:v>
                </ns0:pt>
                <ns0:pt idx="20">
                  <ns0:v>0.15151350200176239</ns0:v>
                </ns0:pt>
                <ns0:pt idx="21">
                  <ns0:v>0.15868896245956421</ns0:v>
                </ns0:pt>
                <ns0:pt idx="22">
                  <ns0:v>0.16581073403358459</ns0:v>
                </ns0:pt>
                <ns0:pt idx="23">
                  <ns0:v>0.17447027564048767</ns0:v>
                </ns0:pt>
                <ns0:pt idx="24">
                  <ns0:v>0.18510299921035767</ns0:v>
                </ns0:pt>
                <ns0:pt idx="25">
                  <ns0:v>0.19700896739959717</ns0:v>
                </ns0:pt>
                <ns0:pt idx="26">
                  <ns0:v>0.20933125913143158</ns0:v>
                </ns0:pt>
                <ns0:pt idx="27">
                  <ns0:v>0.22074663639068604</ns0:v>
                </ns0:pt>
                <ns0:pt idx="28">
                  <ns0:v>0.23119577765464783</ns0:v>
                </ns0:pt>
                <ns0:pt idx="29">
                  <ns0:v>0.2406754344701767</ns0:v>
                </ns0:pt>
                <ns0:pt idx="30">
                  <ns0:v>0.24934902787208557</ns0:v>
                </ns0:pt>
                <ns0:pt idx="31">
                  <ns0:v>0.25644418597221375</ns0:v>
                </ns0:pt>
                <ns0:pt idx="32">
                  <ns0:v>0.26265940070152283</ns0:v>
                </ns0:pt>
                <ns0:pt idx="33">
                  <ns0:v>0.2680717408657074</ns0:v>
                </ns0:pt>
                <ns0:pt idx="34">
                  <ns0:v>0.27345004677772522</ns0:v>
                </ns0:pt>
                <ns0:pt idx="35">
                  <ns0:v>0.27889516949653625</ns0:v>
                </ns0:pt>
                <ns0:pt idx="36">
                  <ns0:v>0.28387564420700073</ns0:v>
                </ns0:pt>
                <ns0:pt idx="37">
                  <ns0:v>0.28882533311843872</ns0:v>
                </ns0:pt>
                <ns0:pt idx="38">
                  <ns0:v>0.29095908999443054</ns0:v>
                </ns0:pt>
                <ns0:pt idx="39">
                  <ns0:v>0.29121410846710205</ns0:v>
                </ns0:pt>
                <ns0:pt idx="40">
                  <ns0:v>0.29078629612922668</ns0:v>
                </ns0:pt>
                <ns0:pt idx="41">
                  <ns0:v>0.28995704650878906</ns0:v>
                </ns0:pt>
                <ns0:pt idx="42">
                  <ns0:v>0.28968170285224915</ns0:v>
                </ns0:pt>
                <ns0:pt idx="43">
                  <ns0:v>0.28998139500617981</ns0:v>
                </ns0:pt>
                <ns0:pt idx="44">
                  <ns0:v>0.28835588693618774</ns0:v>
                </ns0:pt>
                <ns0:pt idx="45">
                  <ns0:v>0.28521287441253662</ns0:v>
                </ns0:pt>
                <ns0:pt idx="46">
                  <ns0:v>0.28144872188568115</ns0:v>
                </ns0:pt>
                <ns0:pt idx="47">
                  <ns0:v>0.27914035320281982</ns0:v>
                </ns0:pt>
                <ns0:pt idx="48">
                  <ns0:v>0.27663895487785339</ns0:v>
                </ns0:pt>
                <ns0:pt idx="49">
                  <ns0:v>0.27525037527084351</ns0:v>
                </ns0:pt>
                <ns0:pt idx="50">
                  <ns0:v>0.27384474873542786</ns0:v>
                </ns0:pt>
                <ns0:pt idx="51">
                  <ns0:v>0.272350013256073</ns0:v>
                </ns0:pt>
                <ns0:pt idx="52">
                  <ns0:v>0.27068459987640381</ns0:v>
                </ns0:pt>
                <ns0:pt idx="53">
                  <ns0:v>0.26849964261054993</ns0:v>
                </ns0:pt>
                <ns0:pt idx="54">
                  <ns0:v>0.2666720449924469</ns0:v>
                </ns0:pt>
                <ns0:pt idx="55">
                  <ns0:v>0.26494437456130981</ns0:v>
                </ns0:pt>
                <ns0:pt idx="56">
                  <ns0:v>0.26270830631256104</ns0:v>
                </ns0:pt>
                <ns0:pt idx="57">
                  <ns0:v>0.26014167070388794</ns0:v>
                </ns0:pt>
                <ns0:pt idx="58">
                  <ns0:v>0.25742670893669128</ns0:v>
                </ns0:pt>
                <ns0:pt idx="59">
                  <ns0:v>0.25515791773796082</ns0:v>
                </ns0:pt>
                <ns0:pt idx="60">
                  <ns0:v>0.25284042954444885</ns0:v>
                </ns0:pt>
                <ns0:pt idx="61">
                  <ns0:v>0.25171244144439697</ns0:v>
                </ns0:pt>
                <ns0:pt idx="62">
                  <ns0:v>0.25146326422691345</ns0:v>
                </ns0:pt>
                <ns0:pt idx="63">
                  <ns0:v>0.25331541895866394</ns0:v>
                </ns0:pt>
                <ns0:pt idx="64">
                  <ns0:v>0.25561952590942383</ns0:v>
                </ns0:pt>
                <ns0:pt idx="65">
                  <ns0:v>0.25806614756584167</ns0:v>
                </ns0:pt>
                <ns0:pt idx="66">
                  <ns0:v>0.26024442911148071</ns0:v>
                </ns0:pt>
                <ns0:pt idx="67">
                  <ns0:v>0.2624896764755249</ns0:v>
                </ns0:pt>
                <ns0:pt idx="68">
                  <ns0:v>0.26395618915557861</ns0:v>
                </ns0:pt>
                <ns0:pt idx="69">
                  <ns0:v>0.26485586166381836</ns0:v>
                </ns0:pt>
                <ns0:pt idx="70">
                  <ns0:v>0.26651084423065186</ns0:v>
                </ns0:pt>
                <ns0:pt idx="71">
                  <ns0:v>0.2690715491771698</ns0:v>
                </ns0:pt>
                <ns0:pt idx="72">
                  <ns0:v>0.27186250686645508</ns0:v>
                </ns0:pt>
                <ns0:pt idx="73">
                  <ns0:v>0.27519935369491577</ns0:v>
                </ns0:pt>
                <ns0:pt idx="74">
                  <ns0:v>0.27718326449394226</ns0:v>
                </ns0:pt>
                <ns0:pt idx="75">
                  <ns0:v>0.278521329164505</ns0:v>
                </ns0:pt>
                <ns0:pt idx="76">
                  <ns0:v>0.27852430939674377</ns0:v>
                </ns0:pt>
                <ns0:pt idx="77">
                  <ns0:v>0.27836060523986816</ns0:v>
                </ns0:pt>
                <ns0:pt idx="78">
                  <ns0:v>0.27791476249694824</ns0:v>
                </ns0:pt>
                <ns0:pt idx="79">
                  <ns0:v>0.27685415744781494</ns0:v>
                </ns0:pt>
                <ns0:pt idx="80">
                  <ns0:v>0.27681809663772583</ns0:v>
                </ns0:pt>
                <ns0:pt idx="81">
                  <ns0:v>0.27810201048851013</ns0:v>
                </ns0:pt>
                <ns0:pt idx="82">
                  <ns0:v>0.28079718351364136</ns0:v>
                </ns0:pt>
                <ns0:pt idx="83">
                  <ns0:v>0.28406363725662231</ns0:v>
                </ns0:pt>
                <ns0:pt idx="84">
                  <ns0:v>0.28638848662376404</ns0:v>
                </ns0:pt>
                <ns0:pt idx="85">
                  <ns0:v>0.2880401611328125</ns0:v>
                </ns0:pt>
                <ns0:pt idx="86">
                  <ns0:v>0.28939196467399597</ns0:v>
                </ns0:pt>
                <ns0:pt idx="87">
                  <ns0:v>0.29013004899024963</ns0:v>
                </ns0:pt>
                <ns0:pt idx="88">
                  <ns0:v>0.29058116674423218</ns0:v>
                </ns0:pt>
                <ns0:pt idx="89">
                  <ns0:v>0.29097756743431091</ns0:v>
                </ns0:pt>
                <ns0:pt idx="90">
                  <ns0:v>0.29146087169647217</ns0:v>
                </ns0:pt>
                <ns0:pt idx="91">
                  <ns0:v>0.29214465618133545</ns0:v>
                </ns0:pt>
                <ns0:pt idx="92">
                  <ns0:v>0.29278194904327393</ns0:v>
                </ns0:pt>
                <ns0:pt idx="93">
                  <ns0:v>0.29401680827140808</ns0:v>
                </ns0:pt>
                <ns0:pt idx="94">
                  <ns0:v>0.2952483594417572</ns0:v>
                </ns0:pt>
                <ns0:pt idx="95">
                  <ns0:v>0.29571032524108887</ns0:v>
                </ns0:pt>
                <ns0:pt idx="96">
                  <ns0:v>0.29556933045387268</ns0:v>
                </ns0:pt>
                <ns0:pt idx="97">
                  <ns0:v>0.29514390230178833</ns0:v>
                </ns0:pt>
                <ns0:pt idx="98">
                  <ns0:v>0.29510781168937683</ns0:v>
                </ns0:pt>
                <ns0:pt idx="99">
                  <ns0:v>0.29554703831672668</ns0:v>
                </ns0:pt>
                <ns0:pt idx="100">
                  <ns0:v>0.29614818096160889</ns0:v>
                </ns0:pt>
                <ns0:pt idx="101">
                  <ns0:v>0.29802024364471436</ns0:v>
                </ns0:pt>
                <ns0:pt idx="102">
                  <ns0:v>0.29974812269210815</ns0:v>
                </ns0:pt>
                <ns0:pt idx="103">
                  <ns0:v>0.30073836445808411</ns0:v>
                </ns0:pt>
                <ns0:pt idx="104">
                  <ns0:v>0.30180171132087708</ns0:v>
                </ns0:pt>
                <ns0:pt idx="105">
                  <ns0:v>0.30202540755271912</ns0:v>
                </ns0:pt>
                <ns0:pt idx="106">
                  <ns0:v>0.30276480317115784</ns0:v>
                </ns0:pt>
                <ns0:pt idx="107">
                  <ns0:v>0.30321556329727173</ns0:v>
                </ns0:pt>
                <ns0:pt idx="108">
                  <ns0:v>0.30412521958351135</ns0:v>
                </ns0:pt>
                <ns0:pt idx="109">
                  <ns0:v>0.30523848533630371</ns0:v>
                </ns0:pt>
                <ns0:pt idx="110">
                  <ns0:v>0.30607739090919495</ns0:v>
                </ns0:pt>
                <ns0:pt idx="111">
                  <ns0:v>0.30683806538581848</ns0:v>
                </ns0:pt>
                <ns0:pt idx="112">
                  <ns0:v>0.30715447664260864</ns0:v>
                </ns0:pt>
                <ns0:pt idx="113">
                  <ns0:v>0.30749619007110596</ns0:v>
                </ns0:pt>
                <ns0:pt idx="114">
                  <ns0:v>0.30859023332595825</ns0:v>
                </ns0:pt>
                <ns0:pt idx="115">
                  <ns0:v>0.30865228176116943</ns0:v>
                </ns0:pt>
                <ns0:pt idx="116">
                  <ns0:v>0.30830910801887512</ns0:v>
                </ns0:pt>
                <ns0:pt idx="117">
                  <ns0:v>0.30882748961448669</ns0:v>
                </ns0:pt>
                <ns0:pt idx="118">
                  <ns0:v>0.30966290831565857</ns0:v>
                </ns0:pt>
                <ns0:pt idx="119">
                  <ns0:v>0.31083875894546509</ns0:v>
                </ns0:pt>
                <ns0:pt idx="120">
                  <ns0:v>0.31215235590934753</ns0:v>
                </ns0:pt>
                <ns0:pt idx="121">
                  <ns0:v>0.31326094269752502</ns0:v>
                </ns0:pt>
                <ns0:pt idx="122">
                  <ns0:v>0.31517907977104187</ns0:v>
                </ns0:pt>
                <ns0:pt idx="123">
                  <ns0:v>0.31641262769699097</ns0:v>
                </ns0:pt>
                <ns0:pt idx="124">
                  <ns0:v>0.31668955087661743</ns0:v>
                </ns0:pt>
                <ns0:pt idx="125">
                  <ns0:v>0.31703528761863708</ns0:v>
                </ns0:pt>
                <ns0:pt idx="126">
                  <ns0:v>0.31701034307479858</ns0:v>
                </ns0:pt>
                <ns0:pt idx="127">
                  <ns0:v>0.31788626313209534</ns0:v>
                </ns0:pt>
                <ns0:pt idx="128">
                  <ns0:v>0.31991639733314514</ns0:v>
                </ns0:pt>
                <ns0:pt idx="129">
                  <ns0:v>0.32143402099609375</ns0:v>
                </ns0:pt>
                <ns0:pt idx="130">
                  <ns0:v>0.3223034143447876</ns0:v>
                </ns0:pt>
                <ns0:pt idx="131">
                  <ns0:v>0.32189127802848816</ns0:v>
                </ns0:pt>
                <ns0:pt idx="132">
                  <ns0:v>0.32104337215423584</ns0:v>
                </ns0:pt>
                <ns0:pt idx="133">
                  <ns0:v>0.31947511434555054</ns0:v>
                </ns0:pt>
                <ns0:pt idx="134">
                  <ns0:v>0.31730696558952332</ns0:v>
                </ns0:pt>
                <ns0:pt idx="135">
                  <ns0:v>0.31559035181999207</ns0:v>
                </ns0:pt>
                <ns0:pt idx="136">
                  <ns0:v>0.31429013609886169</ns0:v>
                </ns0:pt>
                <ns0:pt idx="137">
                  <ns0:v>0.31289157271385193</ns0:v>
                </ns0:pt>
                <ns0:pt idx="138">
                  <ns0:v>0.31219395995140076</ns0:v>
                </ns0:pt>
                <ns0:pt idx="139">
                  <ns0:v>0.31135982275009155</ns0:v>
                </ns0:pt>
                <ns0:pt idx="140">
                  <ns0:v>0.31175485253334045</ns0:v>
                </ns0:pt>
                <ns0:pt idx="141">
                  <ns0:v>0.31247833371162415</ns0:v>
                </ns0:pt>
                <ns0:pt idx="142">
                  <ns0:v>0.31173267960548401</ns0:v>
                </ns0:pt>
                <ns0:pt idx="143">
                  <ns0:v>0.3100430965423584</ns0:v>
                </ns0:pt>
                <ns0:pt idx="144">
                  <ns0:v>0.30774632096290588</ns0:v>
                </ns0:pt>
                <ns0:pt idx="145">
                  <ns0:v>0.30632650852203369</ns0:v>
                </ns0:pt>
                <ns0:pt idx="146">
                  <ns0:v>0.30580371618270874</ns0:v>
                </ns0:pt>
                <ns0:pt idx="147">
                  <ns0:v>0.30364605784416199</ns0:v>
                </ns0:pt>
                <ns0:pt idx="148">
                  <ns0:v>0.30189871788024902</ns0:v>
                </ns0:pt>
                <ns0:pt idx="149">
                  <ns0:v>0.30085805058479309</ns0:v>
                </ns0:pt>
                <ns0:pt idx="150">
                  <ns0:v>0.3003576397895813</ns0:v>
                </ns0:pt>
                <ns0:pt idx="151">
                  <ns0:v>0.30015268921852112</ns0:v>
                </ns0:pt>
                <ns0:pt idx="152">
                  <ns0:v>0.2994484007358551</ns0:v>
                </ns0:pt>
                <ns0:pt idx="153">
                  <ns0:v>0.29825961589813232</ns0:v>
                </ns0:pt>
                <ns0:pt idx="154">
                  <ns0:v>0.29716300964355469</ns0:v>
                </ns0:pt>
                <ns0:pt idx="155">
                  <ns0:v>0.29659295082092285</ns0:v>
                </ns0:pt>
                <ns0:pt idx="156">
                  <ns0:v>0.29593974351882935</ns0:v>
                </ns0:pt>
                <ns0:pt idx="157">
                  <ns0:v>0.29452219605445862</ns0:v>
                </ns0:pt>
                <ns0:pt idx="158">
                  <ns0:v>0.29404056072235107</ns0:v>
                </ns0:pt>
                <ns0:pt idx="159">
                  <ns0:v>0.294769287109375</ns0:v>
                </ns0:pt>
                <ns0:pt idx="160">
                  <ns0:v>0.29598796367645264</ns0:v>
                </ns0:pt>
                <ns0:pt idx="161">
                  <ns0:v>0.29687154293060303</ns0:v>
                </ns0:pt>
                <ns0:pt idx="162">
                  <ns0:v>0.29898369312286377</ns0:v>
                </ns0:pt>
                <ns0:pt idx="163">
                  <ns0:v>0.30056002736091614</ns0:v>
                </ns0:pt>
                <ns0:pt idx="164">
                  <ns0:v>0.30215361714363098</ns0:v>
                </ns0:pt>
                <ns0:pt idx="165">
                  <ns0:v>0.30287224054336548</ns0:v>
                </ns0:pt>
                <ns0:pt idx="166">
                  <ns0:v>0.30424177646636963</ns0:v>
                </ns0:pt>
                <ns0:pt idx="167">
                  <ns0:v>0.30642107129096985</ns0:v>
                </ns0:pt>
                <ns0:pt idx="168">
                  <ns0:v>0.3094085156917572</ns0:v>
                </ns0:pt>
                <ns0:pt idx="169">
                  <ns0:v>0.31152418255805969</ns0:v>
                </ns0:pt>
                <ns0:pt idx="170">
                  <ns0:v>0.3121735155582428</ns0:v>
                </ns0:pt>
                <ns0:pt idx="171">
                  <ns0:v>0.31187134981155396</ns0:v>
                </ns0:pt>
                <ns0:pt idx="172">
                  <ns0:v>0.31191626191139221</ns0:v>
                </ns0:pt>
                <ns0:pt idx="173">
                  <ns0:v>0.31200507283210754</ns0:v>
                </ns0:pt>
                <ns0:pt idx="174">
                  <ns0:v>0.31158265471458435</ns0:v>
                </ns0:pt>
                <ns0:pt idx="175">
                  <ns0:v>0.30999815464019775</ns0:v>
                </ns0:pt>
                <ns0:pt idx="176">
                  <ns0:v>0.3086203932762146</ns0:v>
                </ns0:pt>
                <ns0:pt idx="177">
                  <ns0:v>0.30750975012779236</ns0:v>
                </ns0:pt>
                <ns0:pt idx="178">
                  <ns0:v>0.30642774701118469</ns0:v>
                </ns0:pt>
                <ns0:pt idx="179">
                  <ns0:v>0.30707716941833496</ns0:v>
                </ns0:pt>
                <ns0:pt idx="180">
                  <ns0:v>0.30810728669166565</ns0:v>
                </ns0:pt>
                <ns0:pt idx="181">
                  <ns0:v>0.30872988700866699</ns0:v>
                </ns0:pt>
                <ns0:pt idx="182">
                  <ns0:v>0.30934944748878479</ns0:v>
                </ns0:pt>
                <ns0:pt idx="183">
                  <ns0:v>0.30922606587409973</ns0:v>
                </ns0:pt>
                <ns0:pt idx="184">
                  <ns0:v>0.30878964066505432</ns0:v>
                </ns0:pt>
                <ns0:pt idx="185">
                  <ns0:v>0.30839240550994873</ns0:v>
                </ns0:pt>
                <ns0:pt idx="186">
                  <ns0:v>0.30829316377639771</ns0:v>
                </ns0:pt>
                <ns0:pt idx="187">
                  <ns0:v>0.30745303630828857</ns0:v>
                </ns0:pt>
                <ns0:pt idx="188">
                  <ns0:v>0.30692607164382935</ns0:v>
                </ns0:pt>
                <ns0:pt idx="189">
                  <ns0:v>0.30620184540748596</ns0:v>
                </ns0:pt>
                <ns0:pt idx="190">
                  <ns0:v>0.30586916208267212</ns0:v>
                </ns0:pt>
                <ns0:pt idx="191">
                  <ns0:v>0.30495047569274902</ns0:v>
                </ns0:pt>
                <ns0:pt idx="192">
                  <ns0:v>0.30461302399635315</ns0:v>
                </ns0:pt>
                <ns0:pt idx="193">
                  <ns0:v>0.30464854836463928</ns0:v>
                </ns0:pt>
                <ns0:pt idx="194">
                  <ns0:v>0.30592727661132812</ns0:v>
                </ns0:pt>
                <ns0:pt idx="195">
                  <ns0:v>0.30757501721382141</ns0:v>
                </ns0:pt>
                <ns0:pt idx="196">
                  <ns0:v>0.31013002991676331</ns0:v>
                </ns0:pt>
                <ns0:pt idx="197">
                  <ns0:v>0.3132515549659729</ns0:v>
                </ns0:pt>
                <ns0:pt idx="198">
                  <ns0:v>0.31577974557876587</ns0:v>
                </ns0:pt>
                <ns0:pt idx="199">
                  <ns0:v>0.31855002045631409</ns0:v>
                </ns0:pt>
                <ns0:pt idx="200">
                  <ns0:v>0.32066479325294495</ns0:v>
                </ns0:pt>
                <ns0:pt idx="201">
                  <ns0:v>0.32209494709968567</ns0:v>
                </ns0:pt>
                <ns0:pt idx="202">
                  <ns0:v>0.32317844033241272</ns0:v>
                </ns0:pt>
                <ns0:pt idx="203">
                  <ns0:v>0.32448709011077881</ns0:v>
                </ns0:pt>
                <ns0:pt idx="204">
                  <ns0:v>0.32367217540740967</ns0:v>
                </ns0:pt>
                <ns0:pt idx="205">
                  <ns0:v>0.32223212718963623</ns0:v>
                </ns0:pt>
                <ns0:pt idx="206">
                  <ns0:v>0.32143506407737732</ns0:v>
                </ns0:pt>
                <ns0:pt idx="207">
                  <ns0:v>0.32089674472808838</ns0:v>
                </ns0:pt>
                <ns0:pt idx="208">
                  <ns0:v>0.32010659575462341</ns0:v>
                </ns0:pt>
                <ns0:pt idx="209">
                  <ns0:v>0.31923210620880127</ns0:v>
                </ns0:pt>
                <ns0:pt idx="210">
                  <ns0:v>0.31785485148429871</ns0:v>
                </ns0:pt>
                <ns0:pt idx="211">
                  <ns0:v>0.3167741596698761</ns0:v>
                </ns0:pt>
                <ns0:pt idx="212">
                  <ns0:v>0.31547960638999939</ns0:v>
                </ns0:pt>
                <ns0:pt idx="213">
                  <ns0:v>0.31398957967758179</ns0:v>
                </ns0:pt>
                <ns0:pt idx="214">
                  <ns0:v>0.31423389911651611</ns0:v>
                </ns0:pt>
                <ns0:pt idx="215">
                  <ns0:v>0.31553271412849426</ns0:v>
                </ns0:pt>
                <ns0:pt idx="216">
                  <ns0:v>0.31676733493804932</ns0:v>
                </ns0:pt>
                <ns0:pt idx="217">
                  <ns0:v>0.31700265407562256</ns0:v>
                </ns0:pt>
                <ns0:pt idx="218">
                  <ns0:v>0.31601560115814209</ns0:v>
                </ns0:pt>
                <ns0:pt idx="219">
                  <ns0:v>0.31409621238708496</ns0:v>
                </ns0:pt>
                <ns0:pt idx="220">
                  <ns0:v>0.31211435794830322</ns0:v>
                </ns0:pt>
                <ns0:pt idx="221">
                  <ns0:v>0.3093123733997345</ns0:v>
                </ns0:pt>
                <ns0:pt idx="222">
                  <ns0:v>0.30492472648620605</ns0:v>
                </ns0:pt>
                <ns0:pt idx="223">
                  <ns0:v>0.3010249137878418</ns0:v>
                </ns0:pt>
                <ns0:pt idx="224">
                  <ns0:v>0.29883849620819092</ns0:v>
                </ns0:pt>
                <ns0:pt idx="225">
                  <ns0:v>0.29856526851654053</ns0:v>
                </ns0:pt>
                <ns0:pt idx="226">
                  <ns0:v>0.29832080006599426</ns0:v>
                </ns0:pt>
                <ns0:pt idx="227">
                  <ns0:v>0.2987593412399292</ns0:v>
                </ns0:pt>
                <ns0:pt idx="228">
                  <ns0:v>0.2999824583530426</ns0:v>
                </ns0:pt>
                <ns0:pt idx="229">
                  <ns0:v>0.30154213309288025</ns0:v>
                </ns0:pt>
                <ns0:pt idx="230">
                  <ns0:v>0.30264341831207275</ns0:v>
                </ns0:pt>
                <ns0:pt idx="231">
                  <ns0:v>0.30354154109954834</ns0:v>
                </ns0:pt>
                <ns0:pt idx="232">
                  <ns0:v>0.30485257506370544</ns0:v>
                </ns0:pt>
                <ns0:pt idx="233">
                  <ns0:v>0.30647274851799011</ns0:v>
                </ns0:pt>
                <ns0:pt idx="234">
                  <ns0:v>0.30820488929748535</ns0:v>
                </ns0:pt>
                <ns0:pt idx="235">
                  <ns0:v>0.30990231037139893</ns0:v>
                </ns0:pt>
                <ns0:pt idx="236">
                  <ns0:v>0.31087052822113037</ns0:v>
                </ns0:pt>
                <ns0:pt idx="237">
                  <ns0:v>0.3118557333946228</ns0:v>
                </ns0:pt>
                <ns0:pt idx="238">
                  <ns0:v>0.31272903084754944</ns0:v>
                </ns0:pt>
                <ns0:pt idx="239">
                  <ns0:v>0.31186559796333313</ns0:v>
                </ns0:pt>
                <ns0:pt idx="240">
                  <ns0:v>0.30969679355621338</ns0:v>
                </ns0:pt>
                <ns0:pt idx="241">
                  <ns0:v>0.30634632706642151</ns0:v>
                </ns0:pt>
                <ns0:pt idx="242">
                  <ns0:v>0.3036535382270813</ns0:v>
                </ns0:pt>
                <ns0:pt idx="243">
                  <ns0:v>0.30207440257072449</ns0:v>
                </ns0:pt>
                <ns0:pt idx="244">
                  <ns0:v>0.30208230018615723</ns0:v>
                </ns0:pt>
                <ns0:pt idx="245">
                  <ns0:v>0.30269211530685425</ns0:v>
                </ns0:pt>
                <ns0:pt idx="246">
                  <ns0:v>0.30363127589225769</ns0:v>
                </ns0:pt>
                <ns0:pt idx="247">
                  <ns0:v>0.30597269535064697</ns0:v>
                </ns0:pt>
                <ns0:pt idx="248">
                  <ns0:v>0.30857974290847778</ns0:v>
                </ns0:pt>
                <ns0:pt idx="249">
                  <ns0:v>0.3099459707736969</ns0:v>
                </ns0:pt>
                <ns0:pt idx="250">
                  <ns0:v>0.31053680181503296</ns0:v>
                </ns0:pt>
                <ns0:pt idx="251">
                  <ns0:v>0.3107435405254364</ns0:v>
                </ns0:pt>
                <ns0:pt idx="252">
                  <ns0:v>0.3097003698348999</ns0:v>
                </ns0:pt>
                <ns0:pt idx="253">
                  <ns0:v>0.30797874927520752</ns0:v>
                </ns0:pt>
                <ns0:pt idx="254">
                  <ns0:v>0.30725830793380737</ns0:v>
                </ns0:pt>
                <ns0:pt idx="255">
                  <ns0:v>0.30691841244697571</ns0:v>
                </ns0:pt>
                <ns0:pt idx="256">
                  <ns0:v>0.30693581700325012</ns0:v>
                </ns0:pt>
                <ns0:pt idx="257">
                  <ns0:v>0.30697625875473022</ns0:v>
                </ns0:pt>
                <ns0:pt idx="258">
                  <ns0:v>0.30661043524742126</ns0:v>
                </ns0:pt>
                <ns0:pt idx="259">
                  <ns0:v>0.30635765194892883</ns0:v>
                </ns0:pt>
                <ns0:pt idx="260">
                  <ns0:v>0.30620333552360535</ns0:v>
                </ns0:pt>
                <ns0:pt idx="261">
                  <ns0:v>0.30524978041648865</ns0:v>
                </ns0:pt>
                <ns0:pt idx="262">
                  <ns0:v>0.30398809909820557</ns0:v>
                </ns0:pt>
                <ns0:pt idx="263">
                  <ns0:v>0.3025226891040802</ns0:v>
                </ns0:pt>
                <ns0:pt idx="264">
                  <ns0:v>0.30181959271430969</ns0:v>
                </ns0:pt>
                <ns0:pt idx="265">
                  <ns0:v>0.30123555660247803</ns0:v>
                </ns0:pt>
                <ns0:pt idx="266">
                  <ns0:v>0.30232465267181396</ns0:v>
                </ns0:pt>
                <ns0:pt idx="267">
                  <ns0:v>0.30423405766487122</ns0:v>
                </ns0:pt>
                <ns0:pt idx="268">
                  <ns0:v>0.30616778135299683</ns0:v>
                </ns0:pt>
                <ns0:pt idx="269">
                  <ns0:v>0.30724561214447021</ns0:v>
                </ns0:pt>
                <ns0:pt idx="270">
                  <ns0:v>0.30736368894577026</ns0:v>
                </ns0:pt>
                <ns0:pt idx="271">
                  <ns0:v>0.30690965056419373</ns0:v>
                </ns0:pt>
                <ns0:pt idx="272">
                  <ns0:v>0.30610412359237671</ns0:v>
                </ns0:pt>
                <ns0:pt idx="273">
                  <ns0:v>0.30508869886398315</ns0:v>
                </ns0:pt>
                <ns0:pt idx="274">
                  <ns0:v>0.3046894371509552</ns0:v>
                </ns0:pt>
                <ns0:pt idx="275">
                  <ns0:v>0.30364945530891418</ns0:v>
                </ns0:pt>
                <ns0:pt idx="276">
                  <ns0:v>0.3029075562953949</ns0:v>
                </ns0:pt>
                <ns0:pt idx="277">
                  <ns0:v>0.30313751101493835</ns0:v>
                </ns0:pt>
                <ns0:pt idx="278">
                  <ns0:v>0.30391228199005127</ns0:v>
                </ns0:pt>
                <ns0:pt idx="279">
                  <ns0:v>0.30467683076858521</ns0:v>
                </ns0:pt>
                <ns0:pt idx="280">
                  <ns0:v>0.3059171736240387</ns0:v>
                </ns0:pt>
                <ns0:pt idx="281">
                  <ns0:v>0.30638846755027771</ns0:v>
                </ns0:pt>
                <ns0:pt idx="282">
                  <ns0:v>0.3056776225566864</ns0:v>
                </ns0:pt>
                <ns0:pt idx="283">
                  <ns0:v>0.3053608238697052</ns0:v>
                </ns0:pt>
                <ns0:pt idx="284">
                  <ns0:v>0.30506879091262817</ns0:v>
                </ns0:pt>
                <ns0:pt idx="285">
                  <ns0:v>0.30492982268333435</ns0:v>
                </ns0:pt>
                <ns0:pt idx="286">
                  <ns0:v>0.30592060089111328</ns0:v>
                </ns0:pt>
                <ns0:pt idx="287">
                  <ns0:v>0.3074575662612915</ns0:v>
                </ns0:pt>
                <ns0:pt idx="288">
                  <ns0:v>0.30903065204620361</ns0:v>
                </ns0:pt>
                <ns0:pt idx="289">
                  <ns0:v>0.30951753258705139</ns0:v>
                </ns0:pt>
                <ns0:pt idx="290">
                  <ns0:v>0.31079974770545959</ns0:v>
                </ns0:pt>
                <ns0:pt idx="291">
                  <ns0:v>0.31186550855636597</ns0:v>
                </ns0:pt>
                <ns0:pt idx="292">
                  <ns0:v>0.3114793598651886</ns0:v>
                </ns0:pt>
                <ns0:pt idx="293">
                  <ns0:v>0.31111904978752136</ns0:v>
                </ns0:pt>
                <ns0:pt idx="294">
                  <ns0:v>0.31105878949165344</ns0:v>
                </ns0:pt>
                <ns0:pt idx="295">
                  <ns0:v>0.31192168593406677</ns0:v>
                </ns0:pt>
                <ns0:pt idx="296">
                  <ns0:v>0.31239867210388184</ns0:v>
                </ns0:pt>
                <ns0:pt idx="297">
                  <ns0:v>0.31202706694602966</ns0:v>
                </ns0:pt>
                <ns0:pt idx="298">
                  <ns0:v>0.31062743067741394</ns0:v>
                </ns0:pt>
                <ns0:pt idx="299">
                  <ns0:v>0.30851280689239502</ns0:v>
                </ns0:pt>
                <ns0:pt idx="300">
                  <ns0:v>0.30814889073371887</ns0:v>
                </ns0:pt>
                <ns0:pt idx="301">
                  <ns0:v>0.3080233633518219</ns0:v>
                </ns0:pt>
                <ns0:pt idx="302">
                  <ns0:v>0.30749097466468811</ns0:v>
                </ns0:pt>
                <ns0:pt idx="303">
                  <ns0:v>0.30649131536483765</ns0:v>
                </ns0:pt>
                <ns0:pt idx="304">
                  <ns0:v>0.30515566468238831</ns0:v>
                </ns0:pt>
                <ns0:pt idx="305">
                  <ns0:v>0.30376794934272766</ns0:v>
                </ns0:pt>
                <ns0:pt idx="306">
                  <ns0:v>0.30338534712791443</ns0:v>
                </ns0:pt>
                <ns0:pt idx="307">
                  <ns0:v>0.30440378189086914</ns0:v>
                </ns0:pt>
                <ns0:pt idx="308">
                  <ns0:v>0.30485594272613525</ns0:v>
                </ns0:pt>
                <ns0:pt idx="309">
                  <ns0:v>0.30449143052101135</ns0:v>
                </ns0:pt>
                <ns0:pt idx="310">
                  <ns0:v>0.30465632677078247</ns0:v>
                </ns0:pt>
                <ns0:pt idx="311">
                  <ns0:v>0.30471903085708618</ns0:v>
                </ns0:pt>
                <ns0:pt idx="312">
                  <ns0:v>0.30436259508132935</ns0:v>
                </ns0:pt>
                <ns0:pt idx="313">
                  <ns0:v>0.30444440245628357</ns0:v>
                </ns0:pt>
                <ns0:pt idx="314">
                  <ns0:v>0.30506530404090881</ns0:v>
                </ns0:pt>
                <ns0:pt idx="315">
                  <ns0:v>0.30452454090118408</ns0:v>
                </ns0:pt>
                <ns0:pt idx="316">
                  <ns0:v>0.30365267395973206</ns0:v>
                </ns0:pt>
                <ns0:pt idx="317">
                  <ns0:v>0.30319571495056152</ns0:v>
                </ns0:pt>
                <ns0:pt idx="318">
                  <ns0:v>0.3027673065662384</ns0:v>
                </ns0:pt>
                <ns0:pt idx="319">
                  <ns0:v>0.30209252238273621</ns0:v>
                </ns0:pt>
                <ns0:pt idx="320">
                  <ns0:v>0.3006305992603302</ns0:v>
                </ns0:pt>
                <ns0:pt idx="321">
                  <ns0:v>0.29928353428840637</ns0:v>
                </ns0:pt>
                <ns0:pt idx="322">
                  <ns0:v>0.29885950684547424</ns0:v>
                </ns0:pt>
                <ns0:pt idx="323">
                  <ns0:v>0.29990658164024353</ns0:v>
                </ns0:pt>
                <ns0:pt idx="324">
                  <ns0:v>0.30156189203262329</ns0:v>
                </ns0:pt>
                <ns0:pt idx="325">
                  <ns0:v>0.30209845304489136</ns0:v>
                </ns0:pt>
                <ns0:pt idx="326">
                  <ns0:v>0.30234566330909729</ns0:v>
                </ns0:pt>
                <ns0:pt idx="327">
                  <ns0:v>0.30251601338386536</ns0:v>
                </ns0:pt>
                <ns0:pt idx="328">
                  <ns0:v>0.30251848697662354</ns0:v>
                </ns0:pt>
                <ns0:pt idx="329">
                  <ns0:v>0.30228546261787415</ns0:v>
                </ns0:pt>
                <ns0:pt idx="330">
                  <ns0:v>0.3028448224067688</ns0:v>
                </ns0:pt>
                <ns0:pt idx="331">
                  <ns0:v>0.3033907413482666</ns0:v>
                </ns0:pt>
                <ns0:pt idx="332">
                  <ns0:v>0.303751140832901</ns0:v>
                </ns0:pt>
                <ns0:pt idx="333">
                  <ns0:v>0.30433794856071472</ns0:v>
                </ns0:pt>
                <ns0:pt idx="334">
                  <ns0:v>0.30516859889030457</ns0:v>
                </ns0:pt>
                <ns0:pt idx="335">
                  <ns0:v>0.3043176531791687</ns0:v>
                </ns0:pt>
                <ns0:pt idx="336">
                  <ns0:v>0.30321282148361206</ns0:v>
                </ns0:pt>
                <ns0:pt idx="337">
                  <ns0:v>0.30250194668769836</ns0:v>
                </ns0:pt>
                <ns0:pt idx="338">
                  <ns0:v>0.30202996730804443</ns0:v>
                </ns0:pt>
                <ns0:pt idx="339">
                  <ns0:v>0.30184385180473328</ns0:v>
                </ns0:pt>
                <ns0:pt idx="340">
                  <ns0:v>0.30228063464164734</ns0:v>
                </ns0:pt>
                <ns0:pt idx="341">
                  <ns0:v>0.30252057313919067</ns0:v>
                </ns0:pt>
                <ns0:pt idx="342">
                  <ns0:v>0.30259501934051514</ns0:v>
                </ns0:pt>
                <ns0:pt idx="343">
                  <ns0:v>0.30210646986961365</ns0:v>
                </ns0:pt>
                <ns0:pt idx="344">
                  <ns0:v>0.30175557732582092</ns0:v>
                </ns0:pt>
                <ns0:pt idx="345">
                  <ns0:v>0.30124559998512268</ns0:v>
                </ns0:pt>
                <ns0:pt idx="346">
                  <ns0:v>0.3011879026889801</ns0:v>
                </ns0:pt>
                <ns0:pt idx="347">
                  <ns0:v>0.30094420909881592</ns0:v>
                </ns0:pt>
                <ns0:pt idx="348">
                  <ns0:v>0.3008420467376709</ns0:v>
                </ns0:pt>
                <ns0:pt idx="349">
                  <ns0:v>0.30062362551689148</ns0:v>
                </ns0:pt>
                <ns0:pt idx="350">
                  <ns0:v>0.30044156312942505</ns0:v>
                </ns0:pt>
                <ns0:pt idx="351">
                  <ns0:v>0.30049768090248108</ns0:v>
                </ns0:pt>
                <ns0:pt idx="352">
                  <ns0:v>0.30068382620811462</ns0:v>
                </ns0:pt>
                <ns0:pt idx="353">
                  <ns0:v>0.30122119188308716</ns0:v>
                </ns0:pt>
                <ns0:pt idx="354">
                  <ns0:v>0.30197077989578247</ns0:v>
                </ns0:pt>
                <ns0:pt idx="355">
                  <ns0:v>0.30172371864318848</ns0:v>
                </ns0:pt>
                <ns0:pt idx="356">
                  <ns0:v>0.30179604887962341</ns0:v>
                </ns0:pt>
                <ns0:pt idx="357">
                  <ns0:v>0.30139470100402832</ns0:v>
                </ns0:pt>
                <ns0:pt idx="358">
                  <ns0:v>0.3000372052192688</ns0:v>
                </ns0:pt>
                <ns0:pt idx="359">
                  <ns0:v>0.29833090305328369</ns0:v>
                </ns0:pt>
                <ns0:pt idx="360">
                  <ns0:v>0.29831847548484802</ns0:v>
                </ns0:pt>
                <ns0:pt idx="361">
                  <ns0:v>0.29850307106971741</ns0:v>
                </ns0:pt>
                <ns0:pt idx="362">
                  <ns0:v>0.29829776287078857</ns0:v>
                </ns0:pt>
                <ns0:pt idx="363">
                  <ns0:v>0.29678401350975037</ns0:v>
                </ns0:pt>
                <ns0:pt idx="364">
                  <ns0:v>0.29510399699211121</ns0:v>
                </ns0:pt>
                <ns0:pt idx="365">
                  <ns0:v>0.29371455311775208</ns0:v>
                </ns0:pt>
                <ns0:pt idx="366">
                  <ns0:v>0.2928864061832428</ns0:v>
                </ns0:pt>
                <ns0:pt idx="367">
                  <ns0:v>0.29225277900695801</ns0:v>
                </ns0:pt>
                <ns0:pt idx="368">
                  <ns0:v>0.29097038507461548</ns0:v>
                </ns0:pt>
                <ns0:pt idx="369">
                  <ns0:v>0.29043117165565491</ns0:v>
                </ns0:pt>
                <ns0:pt idx="370">
                  <ns0:v>0.29120299220085144</ns0:v>
                </ns0:pt>
                <ns0:pt idx="371">
                  <ns0:v>0.29167839884757996</ns0:v>
                </ns0:pt>
                <ns0:pt idx="372">
                  <ns0:v>0.29231783747673035</ns0:v>
                </ns0:pt>
                <ns0:pt idx="373">
                  <ns0:v>0.29224658012390137</ns0:v>
                </ns0:pt>
                <ns0:pt idx="374">
                  <ns0:v>0.29237109422683716</ns0:v>
                </ns0:pt>
                <ns0:pt idx="375">
                  <ns0:v>0.2931186854839325</ns0:v>
                </ns0:pt>
                <ns0:pt idx="376">
                  <ns0:v>0.29413077235221863</ns0:v>
                </ns0:pt>
                <ns0:pt idx="377">
                  <ns0:v>0.29511541128158569</ns0:v>
                </ns0:pt>
                <ns0:pt idx="378">
                  <ns0:v>0.29506504535675049</ns0:v>
                </ns0:pt>
                <ns0:pt idx="379">
                  <ns0:v>0.2948983907699585</ns0:v>
                </ns0:pt>
                <ns0:pt idx="380">
                  <ns0:v>0.29478982090950012</ns0:v>
                </ns0:pt>
                <ns0:pt idx="381">
                  <ns0:v>0.29373309016227722</ns0:v>
                </ns0:pt>
                <ns0:pt idx="382">
                  <ns0:v>0.29289248585700989</ns0:v>
                </ns0:pt>
                <ns0:pt idx="383">
                  <ns0:v>0.29208007454872131</ns0:v>
                </ns0:pt>
                <ns0:pt idx="384">
                  <ns0:v>0.29156598448753357</ns0:v>
                </ns0:pt>
                <ns0:pt idx="385">
                  <ns0:v>0.29077053070068359</ns0:v>
                </ns0:pt>
                <ns0:pt idx="386">
                  <ns0:v>0.29061457514762878</ns0:v>
                </ns0:pt>
                <ns0:pt idx="387">
                  <ns0:v>0.29148271679878235</ns0:v>
                </ns0:pt>
                <ns0:pt idx="388">
                  <ns0:v>0.29345214366912842</ns0:v>
                </ns0:pt>
                <ns0:pt idx="389">
                  <ns0:v>0.29496720433235168</ns0:v>
                </ns0:pt>
                <ns0:pt idx="390">
                  <ns0:v>0.29564464092254639</ns0:v>
                </ns0:pt>
                <ns0:pt idx="391">
                  <ns0:v>0.295815110206604</ns0:v>
                </ns0:pt>
                <ns0:pt idx="392">
                  <ns0:v>0.29595786333084106</ns0:v>
                </ns0:pt>
                <ns0:pt idx="393">
                  <ns0:v>0.29713639616966248</ns0:v>
                </ns0:pt>
                <ns0:pt idx="394">
                  <ns0:v>0.29750519990921021</ns0:v>
                </ns0:pt>
                <ns0:pt idx="395">
                  <ns0:v>0.29695302248001099</ns0:v>
                </ns0:pt>
                <ns0:pt idx="396">
                  <ns0:v>0.29694870114326477</ns0:v>
                </ns0:pt>
                <ns0:pt idx="397">
                  <ns0:v>0.29740723967552185</ns0:v>
                </ns0:pt>
                <ns0:pt idx="398">
                  <ns0:v>0.2982555627822876</ns0:v>
                </ns0:pt>
                <ns0:pt idx="399">
                  <ns0:v>0.29815724492073059</ns0:v>
                </ns0:pt>
                <ns0:pt idx="400">
                  <ns0:v>0.29712203145027161</ns0:v>
                </ns0:pt>
                <ns0:pt idx="401">
                  <ns0:v>0.29522949457168579</ns0:v>
                </ns0:pt>
                <ns0:pt idx="402">
                  <ns0:v>0.30820590257644653</ns0:v>
                </ns0:pt>
                <ns0:pt idx="403">
                  <ns0:v>0.31146568059921265</ns0:v>
                </ns0:pt>
                <ns0:pt idx="404">
                  <ns0:v>0.31371843814849854</ns0:v>
                </ns0:pt>
                <ns0:pt idx="405">
                  <ns0:v>0.31547743082046509</ns0:v>
                </ns0:pt>
                <ns0:pt idx="406">
                  <ns0:v>0.31686875224113464</ns0:v>
                </ns0:pt>
                <ns0:pt idx="407">
                  <ns0:v>0.31830266118049622</ns0:v>
                </ns0:pt>
                <ns0:pt idx="408">
                  <ns0:v>0.32042577862739563</ns0:v>
                </ns0:pt>
                <ns0:pt idx="409">
                  <ns0:v>0.32291656732559204</ns0:v>
                </ns0:pt>
                <ns0:pt idx="410">
                  <ns0:v>0.32551878690719604</ns0:v>
                </ns0:pt>
                <ns0:pt idx="411">
                  <ns0:v>0.32780885696411133</ns0:v>
                </ns0:pt>
                <ns0:pt idx="412">
                  <ns0:v>0.32958769798278809</ns0:v>
                </ns0:pt>
                <ns0:pt idx="413">
                  <ns0:v>0.33134552836418152</ns0:v>
                </ns0:pt>
                <ns0:pt idx="414">
                  <ns0:v>0.33350145816802979</ns0:v>
                </ns0:pt>
                <ns0:pt idx="415">
                  <ns0:v>0.3379310667514801</ns0:v>
                </ns0:pt>
                <ns0:pt idx="416">
                  <ns0:v>0.34278401732444763</ns0:v>
                </ns0:pt>
                <ns0:pt idx="417">
                  <ns0:v>0.34795701503753662</ns0:v>
                </ns0:pt>
                <ns0:pt idx="418">
                  <ns0:v>0.35361912846565247</ns0:v>
                </ns0:pt>
                <ns0:pt idx="419">
                  <ns0:v>0.35831537842750549</ns0:v>
                </ns0:pt>
                <ns0:pt idx="420">
                  <ns0:v>0.36340904235839844</ns0:v>
                </ns0:pt>
                <ns0:pt idx="421">
                  <ns0:v>0.36887970566749573</ns0:v>
                </ns0:pt>
                <ns0:pt idx="422">
                  <ns0:v>0.37437954545021057</ns0:v>
                </ns0:pt>
                <ns0:pt idx="423">
                  <ns0:v>0.38039126992225647</ns0:v>
                </ns0:pt>
                <ns0:pt idx="424">
                  <ns0:v>0.38720998167991638</ns0:v>
                </ns0:pt>
                <ns0:pt idx="425">
                  <ns0:v>0.39402484893798828</ns0:v>
                </ns0:pt>
                <ns0:pt idx="426">
                  <ns0:v>0.39897921681404114</ns0:v>
                </ns0:pt>
                <ns0:pt idx="427">
                  <ns0:v>0.40299883484840393</ns0:v>
                </ns0:pt>
                <ns0:pt idx="428">
                  <ns0:v>0.40699252486228943</ns0:v>
                </ns0:pt>
                <ns0:pt idx="429">
                  <ns0:v>0.41112434864044189</ns0:v>
                </ns0:pt>
                <ns0:pt idx="430">
                  <ns0:v>0.41512507200241089</ns0:v>
                </ns0:pt>
                <ns0:pt idx="431">
                  <ns0:v>0.41932746767997742</ns0:v>
                </ns0:pt>
                <ns0:pt idx="432">
                  <ns0:v>0.42317801713943481</ns0:v>
                </ns0:pt>
                <ns0:pt idx="433">
                  <ns0:v>0.4266364574432373</ns0:v>
                </ns0:pt>
                <ns0:pt idx="434">
                  <ns0:v>0.43019187450408936</ns0:v>
                </ns0:pt>
                <ns0:pt idx="435">
                  <ns0:v>0.43362084031105042</ns0:v>
                </ns0:pt>
                <ns0:pt idx="436">
                  <ns0:v>0.43674710392951965</ns0:v>
                </ns0:pt>
                <ns0:pt idx="437">
                  <ns0:v>0.43891057372093201</ns0:v>
                </ns0:pt>
                <ns0:pt idx="438">
                  <ns0:v>0.4408322274684906</ns0:v>
                </ns0:pt>
                <ns0:pt idx="439">
                  <ns0:v>0.44269043207168579</ns0:v>
                </ns0:pt>
                <ns0:pt idx="440">
                  <ns0:v>0.4443780779838562</ns0:v>
                </ns0:pt>
                <ns0:pt idx="441">
                  <ns0:v>0.44573438167572021</ns0:v>
                </ns0:pt>
                <ns0:pt idx="442">
                  <ns0:v>0.44714397192001343</ns0:v>
                </ns0:pt>
                <ns0:pt idx="443">
                  <ns0:v>0.44731616973876953</ns0:v>
                </ns0:pt>
                <ns0:pt idx="444">
                  <ns0:v>0.44838964939117432</ns0:v>
                </ns0:pt>
                <ns0:pt idx="445">
                  <ns0:v>0.44922953844070435</ns0:v>
                </ns0:pt>
                <ns0:pt idx="446">
                  <ns0:v>0.45049998164176941</ns0:v>
                </ns0:pt>
                <ns0:pt idx="447">
                  <ns0:v>0.45134949684143066</ns0:v>
                </ns0:pt>
                <ns0:pt idx="448">
                  <ns0:v>0.45122212171554565</ns0:v>
                </ns0:pt>
                <ns0:pt idx="449">
                  <ns0:v>0.4505440890789032</ns0:v>
                </ns0:pt>
                <ns0:pt idx="450">
                  <ns0:v>0.45036706328392029</ns0:v>
                </ns0:pt>
                <ns0:pt idx="451">
                  <ns0:v>0.45125743746757507</ns0:v>
                </ns0:pt>
                <ns0:pt idx="452">
                  <ns0:v>0.45231953263282776</ns0:v>
                </ns0:pt>
                <ns0:pt idx="453">
                  <ns0:v>0.45334070920944214</ns0:v>
                </ns0:pt>
                <ns0:pt idx="454">
                  <ns0:v>0.4543585479259491</ns0:v>
                </ns0:pt>
                <ns0:pt idx="455">
                  <ns0:v>0.45548334717750549</ns0:v>
                </ns0:pt>
                <ns0:pt idx="456">
                  <ns0:v>0.45639193058013916</ns0:v>
                </ns0:pt>
                <ns0:pt idx="457">
                  <ns0:v>0.45753532648086548</ns0:v>
                </ns0:pt>
                <ns0:pt idx="458">
                  <ns0:v>0.45774039626121521</ns0:v>
                </ns0:pt>
                <ns0:pt idx="459">
                  <ns0:v>0.45639488101005554</ns0:v>
                </ns0:pt>
                <ns0:pt idx="460">
                  <ns0:v>0.45447346568107605</ns0:v>
                </ns0:pt>
                <ns0:pt idx="461">
                  <ns0:v>0.45358848571777344</ns0:v>
                </ns0:pt>
                <ns0:pt idx="462">
                  <ns0:v>0.45510768890380859</ns0:v>
                </ns0:pt>
                <ns0:pt idx="463">
                  <ns0:v>0.45793271064758301</ns0:v>
                </ns0:pt>
                <ns0:pt idx="464">
                  <ns0:v>0.46059268712997437</ns0:v>
                </ns0:pt>
                <ns0:pt idx="465">
                  <ns0:v>0.46247115731239319</ns0:v>
                </ns0:pt>
                <ns0:pt idx="466">
                  <ns0:v>0.46343410015106201</ns0:v>
                </ns0:pt>
                <ns0:pt idx="467">
                  <ns0:v>0.46342483162879944</ns0:v>
                </ns0:pt>
                <ns0:pt idx="468">
                  <ns0:v>0.46435549855232239</ns0:v>
                </ns0:pt>
                <ns0:pt idx="469">
                  <ns0:v>0.46604615449905396</ns0:v>
                </ns0:pt>
                <ns0:pt idx="470">
                  <ns0:v>0.46742498874664307</ns0:v>
                </ns0:pt>
                <ns0:pt idx="471">
                  <ns0:v>0.46700501441955566</ns0:v>
                </ns0:pt>
                <ns0:pt idx="472">
                  <ns0:v>0.46792447566986084</ns0:v>
                </ns0:pt>
                <ns0:pt idx="473">
                  <ns0:v>0.47041419148445129</ns0:v>
                </ns0:pt>
                <ns0:pt idx="474">
                  <ns0:v>0.47218477725982666</ns0:v>
                </ns0:pt>
                <ns0:pt idx="475">
                  <ns0:v>0.47290888428688049</ns0:v>
                </ns0:pt>
                <ns0:pt idx="476">
                  <ns0:v>0.47189724445343018</ns0:v>
                </ns0:pt>
                <ns0:pt idx="477">
                  <ns0:v>0.47021263837814331</ns0:v>
                </ns0:pt>
                <ns0:pt idx="478">
                  <ns0:v>0.46889457106590271</ns0:v>
                </ns0:pt>
                <ns0:pt idx="479">
                  <ns0:v>0.46819809079170227</ns0:v>
                </ns0:pt>
                <ns0:pt idx="480">
                  <ns0:v>0.46806395053863525</ns0:v>
                </ns0:pt>
                <ns0:pt idx="481">
                  <ns0:v>0.46803551912307739</ns0:v>
                </ns0:pt>
                <ns0:pt idx="482">
                  <ns0:v>0.46868389844894409</ns0:v>
                </ns0:pt>
                <ns0:pt idx="483">
                  <ns0:v>0.47018566727638245</ns0:v>
                </ns0:pt>
                <ns0:pt idx="484">
                  <ns0:v>0.4723132848739624</ns0:v>
                </ns0:pt>
                <ns0:pt idx="485">
                  <ns0:v>0.47475859522819519</ns0:v>
                </ns0:pt>
                <ns0:pt idx="486">
                  <ns0:v>0.4767434298992157</ns0:v>
                </ns0:pt>
                <ns0:pt idx="487">
                  <ns0:v>0.47767966985702515</ns0:v>
                </ns0:pt>
                <ns0:pt idx="488">
                  <ns0:v>0.47764897346496582</ns0:v>
                </ns0:pt>
                <ns0:pt idx="489">
                  <ns0:v>0.47766631841659546</ns0:v>
                </ns0:pt>
                <ns0:pt idx="490">
                  <ns0:v>0.47708916664123535</ns0:v>
                </ns0:pt>
                <ns0:pt idx="491">
                  <ns0:v>0.47678104043006897</ns0:v>
                </ns0:pt>
                <ns0:pt idx="492">
                  <ns0:v>0.47773796319961548</ns0:v>
                </ns0:pt>
                <ns0:pt idx="493">
                  <ns0:v>0.47852614521980286</ns0:v>
                </ns0:pt>
                <ns0:pt idx="494">
                  <ns0:v>0.47793352603912354</ns0:v>
                </ns0:pt>
                <ns0:pt idx="495">
                  <ns0:v>0.4786946177482605</ns0:v>
                </ns0:pt>
                <ns0:pt idx="496">
                  <ns0:v>0.48099106550216675</ns0:v>
                </ns0:pt>
                <ns0:pt idx="497">
                  <ns0:v>0.48049744963645935</ns0:v>
                </ns0:pt>
                <ns0:pt idx="498">
                  <ns0:v>0.47909876704216003</ns0:v>
                </ns0:pt>
                <ns0:pt idx="499">
                  <ns0:v>0.47876903414726257</ns0:v>
                </ns0:pt>
                <ns0:pt idx="500">
                  <ns0:v>0.47975978255271912</ns0:v>
                </ns0:pt>
                <ns0:pt idx="501">
                  <ns0:v>0.48188492655754089</ns0:v>
                </ns0:pt>
                <ns0:pt idx="502">
                  <ns0:v>0.48493796586990356</ns0:v>
                </ns0:pt>
                <ns0:pt idx="503">
                  <ns0:v>0.48674464225769043</ns0:v>
                </ns0:pt>
                <ns0:pt idx="504">
                  <ns0:v>0.48870143294334412</ns0:v>
                </ns0:pt>
                <ns0:pt idx="505">
                  <ns0:v>0.49044013023376465</ns0:v>
                </ns0:pt>
                <ns0:pt idx="506">
                  <ns0:v>0.49263542890548706</ns0:v>
                </ns0:pt>
                <ns0:pt idx="507">
                  <ns0:v>0.49362576007843018</ns0:v>
                </ns0:pt>
                <ns0:pt idx="508">
                  <ns0:v>0.49403271079063416</ns0:v>
                </ns0:pt>
                <ns0:pt idx="509">
                  <ns0:v>0.49405956268310547</ns0:v>
                </ns0:pt>
                <ns0:pt idx="510">
                  <ns0:v>0.49390381574630737</ns0:v>
                </ns0:pt>
                <ns0:pt idx="511">
                  <ns0:v>0.49375247955322266</ns0:v>
                </ns0:pt>
                <ns0:pt idx="512">
                  <ns0:v>0.49306869506835938</ns0:v>
                </ns0:pt>
                <ns0:pt idx="513">
                  <ns0:v>0.49257564544677734</ns0:v>
                </ns0:pt>
                <ns0:pt idx="514">
                  <ns0:v>0.49236765503883362</ns0:v>
                </ns0:pt>
                <ns0:pt idx="515">
                  <ns0:v>0.49345836043357849</ns0:v>
                </ns0:pt>
                <ns0:pt idx="516">
                  <ns0:v>0.49495059251785278</ns0:v>
                </ns0:pt>
                <ns0:pt idx="517">
                  <ns0:v>0.49629932641983032</ns0:v>
                </ns0:pt>
                <ns0:pt idx="518">
                  <ns0:v>0.49693268537521362</ns0:v>
                </ns0:pt>
                <ns0:pt idx="519">
                  <ns0:v>0.49751198291778564</ns0:v>
                </ns0:pt>
                <ns0:pt idx="520">
                  <ns0:v>0.49678963422775269</ns0:v>
                </ns0:pt>
                <ns0:pt idx="521">
                  <ns0:v>0.49558857083320618</ns0:v>
                </ns0:pt>
                <ns0:pt idx="522">
                  <ns0:v>0.49581223726272583</ns0:v>
                </ns0:pt>
                <ns0:pt idx="523">
                  <ns0:v>0.49606761336326599</ns0:v>
                </ns0:pt>
                <ns0:pt idx="524">
                  <ns0:v>0.49644181132316589</ns0:v>
                </ns0:pt>
                <ns0:pt idx="525">
                  <ns0:v>0.49613514542579651</ns0:v>
                </ns0:pt>
                <ns0:pt idx="526">
                  <ns0:v>0.49534130096435547</ns0:v>
                </ns0:pt>
                <ns0:pt idx="527">
                  <ns0:v>0.49367755651473999</ns0:v>
                </ns0:pt>
                <ns0:pt idx="528">
                  <ns0:v>0.49327918887138367</ns0:v>
                </ns0:pt>
                <ns0:pt idx="529">
                  <ns0:v>0.49213209748268127</ns0:v>
                </ns0:pt>
                <ns0:pt idx="530">
                  <ns0:v>0.49101775884628296</ns0:v>
                </ns0:pt>
                <ns0:pt idx="531">
                  <ns0:v>0.48936471343040466</ns0:v>
                </ns0:pt>
                <ns0:pt idx="532">
                  <ns0:v>0.48801273107528687</ns0:v>
                </ns0:pt>
                <ns0:pt idx="533">
                  <ns0:v>0.48751670122146606</ns0:v>
                </ns0:pt>
                <ns0:pt idx="534">
                  <ns0:v>0.48796862363815308</ns0:v>
                </ns0:pt>
                <ns0:pt idx="535">
                  <ns0:v>0.4884968101978302</ns0:v>
                </ns0:pt>
                <ns0:pt idx="536">
                  <ns0:v>0.48851245641708374</ns0:v>
                </ns0:pt>
                <ns0:pt idx="537">
                  <ns0:v>0.48872590065002441</ns0:v>
                </ns0:pt>
                <ns0:pt idx="538">
                  <ns0:v>0.48875102400779724</ns0:v>
                </ns0:pt>
                <ns0:pt idx="539">
                  <ns0:v>0.48803088068962097</ns0:v>
                </ns0:pt>
                <ns0:pt idx="540">
                  <ns0:v>0.48732453584671021</ns0:v>
                </ns0:pt>
                <ns0:pt idx="541">
                  <ns0:v>0.48601597547531128</ns0:v>
                </ns0:pt>
                <ns0:pt idx="542">
                  <ns0:v>0.48324105143547058</ns0:v>
                </ns0:pt>
                <ns0:pt idx="543">
                  <ns0:v>0.48182103037834167</ns0:v>
                </ns0:pt>
                <ns0:pt idx="544">
                  <ns0:v>0.48205700516700745</ns0:v>
                </ns0:pt>
                <ns0:pt idx="545">
                  <ns0:v>0.48305127024650574</ns0:v>
                </ns0:pt>
                <ns0:pt idx="546">
                  <ns0:v>0.48345929384231567</ns0:v>
                </ns0:pt>
                <ns0:pt idx="547">
                  <ns0:v>0.4839203953742981</ns0:v>
                </ns0:pt>
                <ns0:pt idx="548">
                  <ns0:v>0.48321324586868286</ns0:v>
                </ns0:pt>
                <ns0:pt idx="549">
                  <ns0:v>0.48183786869049072</ns0:v>
                </ns0:pt>
                <ns0:pt idx="550">
                  <ns0:v>0.48188075423240662</ns0:v>
                </ns0:pt>
                <ns0:pt idx="551">
                  <ns0:v>0.4830411970615387</ns0:v>
                </ns0:pt>
                <ns0:pt idx="552">
                  <ns0:v>0.48453164100646973</ns0:v>
                </ns0:pt>
                <ns0:pt idx="553">
                  <ns0:v>0.48526003956794739</ns0:v>
                </ns0:pt>
                <ns0:pt idx="554">
                  <ns0:v>0.48562037944793701</ns0:v>
                </ns0:pt>
                <ns0:pt idx="555">
                  <ns0:v>0.48526141047477722</ns0:v>
                </ns0:pt>
                <ns0:pt idx="556">
                  <ns0:v>0.48485156893730164</ns0:v>
                </ns0:pt>
                <ns0:pt idx="557">
                  <ns0:v>0.48529991507530212</ns0:v>
                </ns0:pt>
                <ns0:pt idx="558">
                  <ns0:v>0.48580220341682434</ns0:v>
                </ns0:pt>
                <ns0:pt idx="559">
                  <ns0:v>0.48620674014091492</ns0:v>
                </ns0:pt>
                <ns0:pt idx="560">
                  <ns0:v>0.48576614260673523</ns0:v>
                </ns0:pt>
                <ns0:pt idx="561">
                  <ns0:v>0.48534375429153442</ns0:v>
                </ns0:pt>
                <ns0:pt idx="562">
                  <ns0:v>0.48610988259315491</ns0:v>
                </ns0:pt>
                <ns0:pt idx="563">
                  <ns0:v>0.4873998761177063</ns0:v>
                </ns0:pt>
                <ns0:pt idx="564">
                  <ns0:v>0.48808571696281433</ns0:v>
                </ns0:pt>
                <ns0:pt idx="565">
                  <ns0:v>0.48906996846199036</ns0:v>
                </ns0:pt>
                <ns0:pt idx="566">
                  <ns0:v>0.49019268155097961</ns0:v>
                </ns0:pt>
                <ns0:pt idx="567">
                  <ns0:v>0.49035444855690002</ns0:v>
                </ns0:pt>
                <ns0:pt idx="568">
                  <ns0:v>0.48995316028594971</ns0:v>
                </ns0:pt>
                <ns0:pt idx="569">
                  <ns0:v>0.48964706063270569</ns0:v>
                </ns0:pt>
                <ns0:pt idx="570">
                  <ns0:v>0.48975560069084167</ns0:v>
                </ns0:pt>
                <ns0:pt idx="571">
                  <ns0:v>0.4904436469078064</ns0:v>
                </ns0:pt>
                <ns0:pt idx="572">
                  <ns0:v>0.49141013622283936</ns0:v>
                </ns0:pt>
                <ns0:pt idx="573">
                  <ns0:v>0.49231138825416565</ns0:v>
                </ns0:pt>
                <ns0:pt idx="574">
                  <ns0:v>0.49353289604187012</ns0:v>
                </ns0:pt>
                <ns0:pt idx="575">
                  <ns0:v>0.49438229203224182</ns0:v>
                </ns0:pt>
                <ns0:pt idx="576">
                  <ns0:v>0.49478015303611755</ns0:v>
                </ns0:pt>
                <ns0:pt idx="577">
                  <ns0:v>0.4947260320186615</ns0:v>
                </ns0:pt>
                <ns0:pt idx="578">
                  <ns0:v>0.49461328983306885</ns0:v>
                </ns0:pt>
                <ns0:pt idx="579">
                  <ns0:v>0.49471476674079895</ns0:v>
                </ns0:pt>
                <ns0:pt idx="580">
                  <ns0:v>0.49548771977424622</ns0:v>
                </ns0:pt>
                <ns0:pt idx="581">
                  <ns0:v>0.49653789401054382</ns0:v>
                </ns0:pt>
                <ns0:pt idx="582">
                  <ns0:v>0.49647340178489685</ns0:v>
                </ns0:pt>
                <ns0:pt idx="583">
                  <ns0:v>0.49627289175987244</ns0:v>
                </ns0:pt>
                <ns0:pt idx="584">
                  <ns0:v>0.49634426832199097</ns0:v>
                </ns0:pt>
                <ns0:pt idx="585">
                  <ns0:v>0.49754679203033447</ns0:v>
                </ns0:pt>
                <ns0:pt idx="586">
                  <ns0:v>0.49902370572090149</ns0:v>
                </ns0:pt>
                <ns0:pt idx="587">
                  <ns0:v>0.49965119361877441</ns0:v>
                </ns0:pt>
                <ns0:pt idx="588">
                  <ns0:v>0.49957573413848877</ns0:v>
                </ns0:pt>
                <ns0:pt idx="589">
                  <ns0:v>0.50039643049240112</ns0:v>
                </ns0:pt>
                <ns0:pt idx="590">
                  <ns0:v>0.49970218539237976</ns0:v>
                </ns0:pt>
                <ns0:pt idx="591">
                  <ns0:v>0.49901407957077026</ns0:v>
                </ns0:pt>
                <ns0:pt idx="592">
                  <ns0:v>0.49999323487281799</ns0:v>
                </ns0:pt>
                <ns0:pt idx="593">
                  <ns0:v>0.50107455253601074</ns0:v>
                </ns0:pt>
                <ns0:pt idx="594">
                  <ns0:v>0.5015520453453064</ns0:v>
                </ns0:pt>
                <ns0:pt idx="595">
                  <ns0:v>0.50216519832611084</ns0:v>
                </ns0:pt>
                <ns0:pt idx="596">
                  <ns0:v>0.50267982482910156</ns0:v>
                </ns0:pt>
                <ns0:pt idx="597">
                  <ns0:v>0.50230872631072998</ns0:v>
                </ns0:pt>
                <ns0:pt idx="598">
                  <ns0:v>0.50255608558654785</ns0:v>
                </ns0:pt>
                <ns0:pt idx="599">
                  <ns0:v>0.50229352712631226</ns0:v>
                </ns0:pt>
                <ns0:pt idx="600">
                  <ns0:v>0.50170159339904785</ns0:v>
                </ns0:pt>
                <ns0:pt idx="601">
                  <ns0:v>0.50016260147094727</ns0:v>
                </ns0:pt>
                <ns0:pt idx="602">
                  <ns0:v>0.49885261058807373</ns0:v>
                </ns0:pt>
                <ns0:pt idx="603">
                  <ns0:v>0.4979555606842041</ns0:v>
                </ns0:pt>
                <ns0:pt idx="604">
                  <ns0:v>0.49765068292617798</ns0:v>
                </ns0:pt>
                <ns0:pt idx="605">
                  <ns0:v>0.49851101636886597</ns0:v>
                </ns0:pt>
                <ns0:pt idx="606">
                  <ns0:v>0.49890720844268799</ns0:v>
                </ns0:pt>
                <ns0:pt idx="607">
                  <ns0:v>0.49917048215866089</ns0:v>
                </ns0:pt>
                <ns0:pt idx="608">
                  <ns0:v>0.49840295314788818</ns0:v>
                </ns0:pt>
                <ns0:pt idx="609">
                  <ns0:v>0.49723953008651733</ns0:v>
                </ns0:pt>
                <ns0:pt idx="610">
                  <ns0:v>0.49637073278427124</ns0:v>
                </ns0:pt>
                <ns0:pt idx="611">
                  <ns0:v>0.49492037296295166</ns0:v>
                </ns0:pt>
                <ns0:pt idx="612">
                  <ns0:v>0.49304530024528503</ns0:v>
                </ns0:pt>
                <ns0:pt idx="613">
                  <ns0:v>0.49182876944541931</ns0:v>
                </ns0:pt>
                <ns0:pt idx="614">
                  <ns0:v>0.49110966920852661</ns0:v>
                </ns0:pt>
                <ns0:pt idx="615">
                  <ns0:v>0.49137628078460693</ns0:v>
                </ns0:pt>
                <ns0:pt idx="616">
                  <ns0:v>0.49197065830230713</ns0:v>
                </ns0:pt>
                <ns0:pt idx="617">
                  <ns0:v>0.49248984456062317</ns0:v>
                </ns0:pt>
                <ns0:pt idx="618">
                  <ns0:v>0.49261370301246643</ns0:v>
                </ns0:pt>
                <ns0:pt idx="619">
                  <ns0:v>0.49229949712753296</ns0:v>
                </ns0:pt>
                <ns0:pt idx="620">
                  <ns0:v>0.49016085267066956</ns0:v>
                </ns0:pt>
                <ns0:pt idx="621">
                  <ns0:v>0.48815247416496277</ns0:v>
                </ns0:pt>
                <ns0:pt idx="622">
                  <ns0:v>0.48673602938652039</ns0:v>
                </ns0:pt>
                <ns0:pt idx="623">
                  <ns0:v>0.48591679334640503</ns0:v>
                </ns0:pt>
                <ns0:pt idx="624">
                  <ns0:v>0.48584827780723572</ns0:v>
                </ns0:pt>
                <ns0:pt idx="625">
                  <ns0:v>0.48575949668884277</ns0:v>
                </ns0:pt>
                <ns0:pt idx="626">
                  <ns0:v>0.48649471998214722</ns0:v>
                </ns0:pt>
                <ns0:pt idx="627">
                  <ns0:v>0.48739668726921082</ns0:v>
                </ns0:pt>
                <ns0:pt idx="628">
                  <ns0:v>0.48855212330818176</ns0:v>
                </ns0:pt>
                <ns0:pt idx="629">
                  <ns0:v>0.48949041962623596</ns0:v>
                </ns0:pt>
                <ns0:pt idx="630">
                  <ns0:v>0.48919054865837097</ns0:v>
                </ns0:pt>
                <ns0:pt idx="631">
                  <ns0:v>0.48950618505477905</ns0:v>
                </ns0:pt>
                <ns0:pt idx="632">
                  <ns0:v>0.49006426334381104</ns0:v>
                </ns0:pt>
                <ns0:pt idx="633">
                  <ns0:v>0.49126812815666199</ns0:v>
                </ns0:pt>
                <ns0:pt idx="634">
                  <ns0:v>0.49262604117393494</ns0:v>
                </ns0:pt>
                <ns0:pt idx="635">
                  <ns0:v>0.49253332614898682</ns0:v>
                </ns0:pt>
                <ns0:pt idx="636">
                  <ns0:v>0.49296078085899353</ns0:v>
                </ns0:pt>
                <ns0:pt idx="637">
                  <ns0:v>0.49416482448577881</ns0:v>
                </ns0:pt>
                <ns0:pt idx="638">
                  <ns0:v>0.49501442909240723</ns0:v>
                </ns0:pt>
                <ns0:pt idx="639">
                  <ns0:v>0.49572303891181946</ns0:v>
                </ns0:pt>
                <ns0:pt idx="640">
                  <ns0:v>0.49726653099060059</ns0:v>
                </ns0:pt>
                <ns0:pt idx="641">
                  <ns0:v>0.49893152713775635</ns0:v>
                </ns0:pt>
                <ns0:pt idx="642">
                  <ns0:v>0.50011694431304932</ns0:v>
                </ns0:pt>
                <ns0:pt idx="643">
                  <ns0:v>0.5023195743560791</ns0:v>
                </ns0:pt>
                <ns0:pt idx="644">
                  <ns0:v>0.50420397520065308</ns0:v>
                </ns0:pt>
                <ns0:pt idx="645">
                  <ns0:v>0.50586432218551636</ns0:v>
                </ns0:pt>
                <ns0:pt idx="646">
                  <ns0:v>0.50633972883224487</ns0:v>
                </ns0:pt>
                <ns0:pt idx="647">
                  <ns0:v>0.50591301918029785</ns0:v>
                </ns0:pt>
                <ns0:pt idx="648">
                  <ns0:v>0.50547921657562256</ns0:v>
                </ns0:pt>
                <ns0:pt idx="649">
                  <ns0:v>0.50424176454544067</ns0:v>
                </ns0:pt>
                <ns0:pt idx="650">
                  <ns0:v>0.50284981727600098</ns0:v>
                </ns0:pt>
                <ns0:pt idx="651">
                  <ns0:v>0.5015559196472168</ns0:v>
                </ns0:pt>
                <ns0:pt idx="652">
                  <ns0:v>0.5004541277885437</ns0:v>
                </ns0:pt>
                <ns0:pt idx="653">
                  <ns0:v>0.49898087978363037</ns0:v>
                </ns0:pt>
                <ns0:pt idx="654">
                  <ns0:v>0.49810019135475159</ns0:v>
                </ns0:pt>
                <ns0:pt idx="655">
                  <ns0:v>0.49680674076080322</ns0:v>
                </ns0:pt>
                <ns0:pt idx="656">
                  <ns0:v>0.49469727277755737</ns0:v>
                </ns0:pt>
                <ns0:pt idx="657">
                  <ns0:v>0.49335184693336487</ns0:v>
                </ns0:pt>
                <ns0:pt idx="658">
                  <ns0:v>0.49300986528396606</ns0:v>
                </ns0:pt>
                <ns0:pt idx="659">
                  <ns0:v>0.49235415458679199</ns0:v>
                </ns0:pt>
                <ns0:pt idx="660">
                  <ns0:v>0.49242261052131653</ns0:v>
                </ns0:pt>
                <ns0:pt idx="661">
                  <ns0:v>0.49251484870910645</ns0:v>
                </ns0:pt>
                <ns0:pt idx="662">
                  <ns0:v>0.4922177791595459</ns0:v>
                </ns0:pt>
                <ns0:pt idx="663">
                  <ns0:v>0.49189555644989014</ns0:v>
                </ns0:pt>
                <ns0:pt idx="664">
                  <ns0:v>0.490947425365448</ns0:v>
                </ns0:pt>
                <ns0:pt idx="665">
                  <ns0:v>0.48861980438232422</ns0:v>
                </ns0:pt>
                <ns0:pt idx="666">
                  <ns0:v>0.48558291792869568</ns0:v>
                </ns0:pt>
                <ns0:pt idx="667">
                  <ns0:v>0.48336741328239441</ns0:v>
                </ns0:pt>
                <ns0:pt idx="668">
                  <ns0:v>0.48084259033203125</ns0:v>
                </ns0:pt>
                <ns0:pt idx="669">
                  <ns0:v>0.47835719585418701</ns0:v>
                </ns0:pt>
                <ns0:pt idx="670">
                  <ns0:v>0.47809773683547974</ns0:v>
                </ns0:pt>
                <ns0:pt idx="671">
                  <ns0:v>0.47918355464935303</ns0:v>
                </ns0:pt>
                <ns0:pt idx="672">
                  <ns0:v>0.4811517596244812</ns0:v>
                </ns0:pt>
                <ns0:pt idx="673">
                  <ns0:v>0.48296356201171875</ns0:v>
                </ns0:pt>
                <ns0:pt idx="674">
                  <ns0:v>0.48545819520950317</ns0:v>
                </ns0:pt>
                <ns0:pt idx="675">
                  <ns0:v>0.48805472254753113</ns0:v>
                </ns0:pt>
                <ns0:pt idx="676">
                  <ns0:v>0.49003410339355469</ns0:v>
                </ns0:pt>
                <ns0:pt idx="677">
                  <ns0:v>0.49187663197517395</ns0:v>
                </ns0:pt>
                <ns0:pt idx="678">
                  <ns0:v>0.49363884329795837</ns0:v>
                </ns0:pt>
                <ns0:pt idx="679">
                  <ns0:v>0.49372363090515137</ns0:v>
                </ns0:pt>
                <ns0:pt idx="680">
                  <ns0:v>0.4939190149307251</ns0:v>
                </ns0:pt>
                <ns0:pt idx="681">
                  <ns0:v>0.49509072303771973</ns0:v>
                </ns0:pt>
                <ns0:pt idx="682">
                  <ns0:v>0.49683475494384766</ns0:v>
                </ns0:pt>
                <ns0:pt idx="683">
                  <ns0:v>0.4976935088634491</ns0:v>
                </ns0:pt>
                <ns0:pt idx="684">
                  <ns0:v>0.49888485670089722</ns0:v>
                </ns0:pt>
                <ns0:pt idx="685">
                  <ns0:v>0.49957171082496643</ns0:v>
                </ns0:pt>
                <ns0:pt idx="686">
                  <ns0:v>0.49985423684120178</ns0:v>
                </ns0:pt>
                <ns0:pt idx="687">
                  <ns0:v>0.49966144561767578</ns0:v>
                </ns0:pt>
                <ns0:pt idx="688">
                  <ns0:v>0.49935019016265869</ns0:v>
                </ns0:pt>
                <ns0:pt idx="689">
                  <ns0:v>0.49933922290802002</ns0:v>
                </ns0:pt>
                <ns0:pt idx="690">
                  <ns0:v>0.49956175684928894</ns0:v>
                </ns0:pt>
                <ns0:pt idx="691">
                  <ns0:v>0.50066125392913818</ns0:v>
                </ns0:pt>
                <ns0:pt idx="692">
                  <ns0:v>0.50211089849472046</ns0:v>
                </ns0:pt>
                <ns0:pt idx="693">
                  <ns0:v>0.50304168462753296</ns0:v>
                </ns0:pt>
                <ns0:pt idx="694">
                  <ns0:v>0.50392633676528931</ns0:v>
                </ns0:pt>
                <ns0:pt idx="695">
                  <ns0:v>0.50243639945983887</ns0:v>
                </ns0:pt>
                <ns0:pt idx="696">
                  <ns0:v>0.50000137090682983</ns0:v>
                </ns0:pt>
                <ns0:pt idx="697">
                  <ns0:v>0.49771472811698914</ns0:v>
                </ns0:pt>
                <ns0:pt idx="698">
                  <ns0:v>0.49621939659118652</ns0:v>
                </ns0:pt>
                <ns0:pt idx="699">
                  <ns0:v>0.49482768774032593</ns0:v>
                </ns0:pt>
                <ns0:pt idx="700">
                  <ns0:v>0.49416074156761169</ns0:v>
                </ns0:pt>
                <ns0:pt idx="701">
                  <ns0:v>0.49383628368377686</ns0:v>
                </ns0:pt>
                <ns0:pt idx="702">
                  <ns0:v>0.49258038401603699</ns0:v>
                </ns0:pt>
                <ns0:pt idx="703">
                  <ns0:v>0.49126669764518738</ns0:v>
                </ns0:pt>
                <ns0:pt idx="704">
                  <ns0:v>0.4908008873462677</ns0:v>
                </ns0:pt>
                <ns0:pt idx="705">
                  <ns0:v>0.49080601334571838</ns0:v>
                </ns0:pt>
                <ns0:pt idx="706">
                  <ns0:v>0.49068796634674072</ns0:v>
                </ns0:pt>
                <ns0:pt idx="707">
                  <ns0:v>0.48980006575584412</ns0:v>
                </ns0:pt>
                <ns0:pt idx="708">
                  <ns0:v>0.48907440900802612</ns0:v>
                </ns0:pt>
                <ns0:pt idx="709">
                  <ns0:v>0.48814022541046143</ns0:v>
                </ns0:pt>
                <ns0:pt idx="710">
                  <ns0:v>0.48814192414283752</ns0:v>
                </ns0:pt>
                <ns0:pt idx="711">
                  <ns0:v>0.4878898561000824</ns0:v>
                </ns0:pt>
                <ns0:pt idx="712">
                  <ns0:v>0.48723897337913513</ns0:v>
                </ns0:pt>
                <ns0:pt idx="713">
                  <ns0:v>0.4869103729724884</ns0:v>
                </ns0:pt>
                <ns0:pt idx="714">
                  <ns0:v>0.48686125874519348</ns0:v>
                </ns0:pt>
                <ns0:pt idx="715">
                  <ns0:v>0.48758319020271301</ns0:v>
                </ns0:pt>
                <ns0:pt idx="716">
                  <ns0:v>0.48828184604644775</ns0:v>
                </ns0:pt>
                <ns0:pt idx="717">
                  <ns0:v>0.4878503680229187</ns0:v>
                </ns0:pt>
                <ns0:pt idx="718">
                  <ns0:v>0.48704034090042114</ns0:v>
                </ns0:pt>
                <ns0:pt idx="719">
                  <ns0:v>0.48685699701309204</ns0:v>
                </ns0:pt>
                <ns0:pt idx="720">
                  <ns0:v>0.48789557814598083</ns0:v>
                </ns0:pt>
                <ns0:pt idx="721">
                  <ns0:v>0.48926541209220886</ns0:v>
                </ns0:pt>
                <ns0:pt idx="722">
                  <ns0:v>0.49077111482620239</ns0:v>
                </ns0:pt>
                <ns0:pt idx="723">
                  <ns0:v>0.49169105291366577</ns0:v>
                </ns0:pt>
                <ns0:pt idx="724">
                  <ns0:v>0.49170932173728943</ns0:v>
                </ns0:pt>
                <ns0:pt idx="725">
                  <ns0:v>0.49069556593894958</ns0:v>
                </ns0:pt>
                <ns0:pt idx="726">
                  <ns0:v>0.48995468020439148</ns0:v>
                </ns0:pt>
                <ns0:pt idx="727">
                  <ns0:v>0.48981750011444092</ns0:v>
                </ns0:pt>
                <ns0:pt idx="728">
                  <ns0:v>0.4897288978099823</ns0:v>
                </ns0:pt>
                <ns0:pt idx="729">
                  <ns0:v>0.49070799350738525</ns0:v>
                </ns0:pt>
                <ns0:pt idx="730">
                  <ns0:v>0.49089047312736511</ns0:v>
                </ns0:pt>
                <ns0:pt idx="731">
                  <ns0:v>0.4903196394443512</ns0:v>
                </ns0:pt>
                <ns0:pt idx="732">
                  <ns0:v>0.48966315388679504</ns0:v>
                </ns0:pt>
                <ns0:pt idx="733">
                  <ns0:v>0.48890969157218933</ns0:v>
                </ns0:pt>
                <ns0:pt idx="734">
                  <ns0:v>0.48788383603096008</ns0:v>
                </ns0:pt>
                <ns0:pt idx="735">
                  <ns0:v>0.48601827025413513</ns0:v>
                </ns0:pt>
                <ns0:pt idx="736">
                  <ns0:v>0.48461616039276123</ns0:v>
                </ns0:pt>
                <ns0:pt idx="737">
                  <ns0:v>0.48424965143203735</ns0:v>
                </ns0:pt>
                <ns0:pt idx="738">
                  <ns0:v>0.4833415150642395</ns0:v>
                </ns0:pt>
                <ns0:pt idx="739">
                  <ns0:v>0.48284396529197693</ns0:v>
                </ns0:pt>
                <ns0:pt idx="740">
                  <ns0:v>0.48233437538146973</ns0:v>
                </ns0:pt>
                <ns0:pt idx="741">
                  <ns0:v>0.48251301050186157</ns0:v>
                </ns0:pt>
                <ns0:pt idx="742">
                  <ns0:v>0.48312237858772278</ns0:v>
                </ns0:pt>
                <ns0:pt idx="743">
                  <ns0:v>0.48336946964263916</ns0:v>
                </ns0:pt>
                <ns0:pt idx="744">
                  <ns0:v>0.48277854919433594</ns0:v>
                </ns0:pt>
                <ns0:pt idx="745">
                  <ns0:v>0.48180016875267029</ns0:v>
                </ns0:pt>
                <ns0:pt idx="746">
                  <ns0:v>0.48071393370628357</ns0:v>
                </ns0:pt>
                <ns0:pt idx="747">
                  <ns0:v>0.47866633534431458</ns0:v>
                </ns0:pt>
                <ns0:pt idx="748">
                  <ns0:v>0.47717154026031494</ns0:v>
                </ns0:pt>
                <ns0:pt idx="749">
                  <ns0:v>0.47723594307899475</ns0:v>
                </ns0:pt>
                <ns0:pt idx="750">
                  <ns0:v>0.47777348756790161</ns0:v>
                </ns0:pt>
                <ns0:pt idx="751">
                  <ns0:v>0.47755047678947449</ns0:v>
                </ns0:pt>
                <ns0:pt idx="752">
                  <ns0:v>0.47732123732566833</ns0:v>
                </ns0:pt>
                <ns0:pt idx="753">
                  <ns0:v>0.47722694277763367</ns0:v>
                </ns0:pt>
                <ns0:pt idx="754">
                  <ns0:v>0.47640898823738098</ns0:v>
                </ns0:pt>
                <ns0:pt idx="755">
                  <ns0:v>0.47643950581550598</ns0:v>
                </ns0:pt>
                <ns0:pt idx="756">
                  <ns0:v>0.47699019312858582</ns0:v>
                </ns0:pt>
                <ns0:pt idx="757">
                  <ns0:v>0.47686779499053955</ns0:v>
                </ns0:pt>
                <ns0:pt idx="758">
                  <ns0:v>0.47704765200614929</ns0:v>
                </ns0:pt>
                <ns0:pt idx="759">
                  <ns0:v>0.47764351963996887</ns0:v>
                </ns0:pt>
                <ns0:pt idx="760">
                  <ns0:v>0.4788985550403595</ns0:v>
                </ns0:pt>
                <ns0:pt idx="761">
                  <ns0:v>0.48054009675979614</ns0:v>
                </ns0:pt>
                <ns0:pt idx="762">
                  <ns0:v>0.48195433616638184</ns0:v>
                </ns0:pt>
                <ns0:pt idx="763">
                  <ns0:v>0.48286238312721252</ns0:v>
                </ns0:pt>
                <ns0:pt idx="764">
                  <ns0:v>0.48299676179885864</ns0:v>
                </ns0:pt>
                <ns0:pt idx="765">
                  <ns0:v>0.48260277509689331</ns0:v>
                </ns0:pt>
                <ns0:pt idx="766">
                  <ns0:v>0.48105910420417786</ns0:v>
                </ns0:pt>
                <ns0:pt idx="767">
                  <ns0:v>0.47981461882591248</ns0:v>
                </ns0:pt>
                <ns0:pt idx="768">
                  <ns0:v>0.48057582974433899</ns0:v>
                </ns0:pt>
                <ns0:pt idx="769">
                  <ns0:v>0.48194077610969543</ns0:v>
                </ns0:pt>
                <ns0:pt idx="770">
                  <ns0:v>0.48316141963005066</ns0:v>
                </ns0:pt>
                <ns0:pt idx="771">
                  <ns0:v>0.48511269688606262</ns0:v>
                </ns0:pt>
                <ns0:pt idx="772">
                  <ns0:v>0.48833411931991577</ns0:v>
                </ns0:pt>
                <ns0:pt idx="773">
                  <ns0:v>0.49034604430198669</ns0:v>
                </ns0:pt>
                <ns0:pt idx="774">
                  <ns0:v>0.49085921049118042</ns0:v>
                </ns0:pt>
                <ns0:pt idx="775">
                  <ns0:v>0.49113264679908752</ns0:v>
                </ns0:pt>
                <ns0:pt idx="776">
                  <ns0:v>0.49098888039588928</ns0:v>
                </ns0:pt>
                <ns0:pt idx="777">
                  <ns0:v>0.49025258421897888</ns0:v>
                </ns0:pt>
                <ns0:pt idx="778">
                  <ns0:v>0.48926150798797607</ns0:v>
                </ns0:pt>
                <ns0:pt idx="779">
                  <ns0:v>0.48844155669212341</ns0:v>
                </ns0:pt>
                <ns0:pt idx="780">
                  <ns0:v>0.48776921629905701</ns0:v>
                </ns0:pt>
                <ns0:pt idx="781">
                  <ns0:v>0.48705729842185974</ns0:v>
                </ns0:pt>
                <ns0:pt idx="782">
                  <ns0:v>0.48685586452484131</ns0:v>
                </ns0:pt>
                <ns0:pt idx="783">
                  <ns0:v>0.48539334535598755</ns0:v>
                </ns0:pt>
                <ns0:pt idx="784">
                  <ns0:v>0.48380541801452637</ns0:v>
                </ns0:pt>
                <ns0:pt idx="785">
                  <ns0:v>0.4826732873916626</ns0:v>
                </ns0:pt>
                <ns0:pt idx="786">
                  <ns0:v>0.48156893253326416</ns0:v>
                </ns0:pt>
                <ns0:pt idx="787">
                  <ns0:v>0.48110949993133545</ns0:v>
                </ns0:pt>
                <ns0:pt idx="788">
                  <ns0:v>0.48140215873718262</ns0:v>
                </ns0:pt>
                <ns0:pt idx="789">
                  <ns0:v>0.48247537016868591</ns0:v>
                </ns0:pt>
                <ns0:pt idx="790">
                  <ns0:v>0.48240765929222107</ns0:v>
                </ns0:pt>
                <ns0:pt idx="791">
                  <ns0:v>0.48265162110328674</ns0:v>
                </ns0:pt>
                <ns0:pt idx="792">
                  <ns0:v>0.48268955945968628</ns0:v>
                </ns0:pt>
                <ns0:pt idx="793">
                  <ns0:v>0.4811977744102478</ns0:v>
                </ns0:pt>
                <ns0:pt idx="794">
                  <ns0:v>0.47960337996482849</ns0:v>
                </ns0:pt>
                <ns0:pt idx="795">
                  <ns0:v>0.47837880253791809</ns0:v>
                </ns0:pt>
                <ns0:pt idx="796">
                  <ns0:v>0.47606149315834045</ns0:v>
                </ns0:pt>
                <ns0:pt idx="797">
                  <ns0:v>0.47245138883590698</ns0:v>
                </ns0:pt>
                <ns0:pt idx="798">
                  <ns0:v>0.46969336271286011</ns0:v>
                </ns0:pt>
                <ns0:pt idx="799">
                  <ns0:v>0.4678071141242981</ns0:v>
                </ns0:pt>
                <ns0:pt idx="800">
                  <ns0:v>0.46567678451538086</ns0:v>
                </ns0:pt>
                <ns0:pt idx="801">
                  <ns0:v>0.46479547023773193</ns0:v>
                </ns0:pt>
                <ns0:pt idx="802">
                  <ns0:v>0.5112001895904541</ns0:v>
                </ns0:pt>
                <ns0:pt idx="803">
                  <ns0:v>0.515025794506073</ns0:v>
                </ns0:pt>
                <ns0:pt idx="804">
                  <ns0:v>0.51978981494903564</ns0:v>
                </ns0:pt>
                <ns0:pt idx="805">
                  <ns0:v>0.52642089128494263</ns0:v>
                </ns0:pt>
                <ns0:pt idx="806">
                  <ns0:v>0.53161197900772095</ns0:v>
                </ns0:pt>
                <ns0:pt idx="807">
                  <ns0:v>0.53516954183578491</ns0:v>
                </ns0:pt>
                <ns0:pt idx="808">
                  <ns0:v>0.53728079795837402</ns0:v>
                </ns0:pt>
                <ns0:pt idx="809">
                  <ns0:v>0.54022753238677979</ns0:v>
                </ns0:pt>
                <ns0:pt idx="810">
                  <ns0:v>0.54389458894729614</ns0:v>
                </ns0:pt>
                <ns0:pt idx="811">
                  <ns0:v>0.54753595590591431</ns0:v>
                </ns0:pt>
                <ns0:pt idx="812">
                  <ns0:v>0.55023562908172607</ns0:v>
                </ns0:pt>
                <ns0:pt idx="813">
                  <ns0:v>0.55291461944580078</ns0:v>
                </ns0:pt>
                <ns0:pt idx="814">
                  <ns0:v>0.55494791269302368</ns0:v>
                </ns0:pt>
                <ns0:pt idx="815">
                  <ns0:v>0.55825346708297729</ns0:v>
                </ns0:pt>
                <ns0:pt idx="816">
                  <ns0:v>0.56227207183837891</ns0:v>
                </ns0:pt>
                <ns0:pt idx="817">
                  <ns0:v>0.56728929281234741</ns0:v>
                </ns0:pt>
                <ns0:pt idx="818">
                  <ns0:v>0.5727468729019165</ns0:v>
                </ns0:pt>
                <ns0:pt idx="819">
                  <ns0:v>0.57875394821166992</ns0:v>
                </ns0:pt>
                <ns0:pt idx="820">
                  <ns0:v>0.58413201570510864</ns0:v>
                </ns0:pt>
                <ns0:pt idx="821">
                  <ns0:v>0.58940756320953369</ns0:v>
                </ns0:pt>
                <ns0:pt idx="822">
                  <ns0:v>0.59464824199676514</ns0:v>
                </ns0:pt>
                <ns0:pt idx="823">
                  <ns0:v>0.60211598873138428</ns0:v>
                </ns0:pt>
                <ns0:pt idx="824">
                  <ns0:v>0.61083674430847168</ns0:v>
                </ns0:pt>
                <ns0:pt idx="825">
                  <ns0:v>0.61972302198410034</ns0:v>
                </ns0:pt>
                <ns0:pt idx="826">
                  <ns0:v>0.62776535749435425</ns0:v>
                </ns0:pt>
                <ns0:pt idx="827">
                  <ns0:v>0.63508796691894531</ns0:v>
                </ns0:pt>
                <ns0:pt idx="828">
                  <ns0:v>0.64196795225143433</ns0:v>
                </ns0:pt>
                <ns0:pt idx="829">
                  <ns0:v>0.64808022975921631</ns0:v>
                </ns0:pt>
                <ns0:pt idx="830">
                  <ns0:v>0.65181457996368408</ns0:v>
                </ns0:pt>
                <ns0:pt idx="831">
                  <ns0:v>0.6559564471244812</ns0:v>
                </ns0:pt>
                <ns0:pt idx="832">
                  <ns0:v>0.66084933280944824</ns0:v>
                </ns0:pt>
                <ns0:pt idx="833">
                  <ns0:v>0.66637670993804932</ns0:v>
                </ns0:pt>
                <ns0:pt idx="834">
                  <ns0:v>0.67107009887695312</ns0:v>
                </ns0:pt>
                <ns0:pt idx="835">
                  <ns0:v>0.67494767904281616</ns0:v>
                </ns0:pt>
                <ns0:pt idx="836">
                  <ns0:v>0.67846864461898804</ns0:v>
                </ns0:pt>
                <ns0:pt idx="837">
                  <ns0:v>0.68257302045822144</ns0:v>
                </ns0:pt>
                <ns0:pt idx="838">
                  <ns0:v>0.68651860952377319</ns0:v>
                </ns0:pt>
                <ns0:pt idx="839">
                  <ns0:v>0.69121354818344116</ns0:v>
                </ns0:pt>
                <ns0:pt idx="840">
                  <ns0:v>0.69582158327102661</ns0:v>
                </ns0:pt>
                <ns0:pt idx="841">
                  <ns0:v>0.6998445987701416</ns0:v>
                </ns0:pt>
                <ns0:pt idx="842">
                  <ns0:v>0.7039639949798584</ns0:v>
                </ns0:pt>
                <ns0:pt idx="843">
                  <ns0:v>0.70848047733306885</ns0:v>
                </ns0:pt>
                <ns0:pt idx="844">
                  <ns0:v>0.71357804536819458</ns0:v>
                </ns0:pt>
                <ns0:pt idx="845">
                  <ns0:v>0.71921706199645996</ns0:v>
                </ns0:pt>
                <ns0:pt idx="846">
                  <ns0:v>0.72421836853027344</ns0:v>
                </ns0:pt>
                <ns0:pt idx="847">
                  <ns0:v>0.72747361660003662</ns0:v>
                </ns0:pt>
                <ns0:pt idx="848">
                  <ns0:v>0.72799783945083618</ns0:v>
                </ns0:pt>
                <ns0:pt idx="849">
                  <ns0:v>0.72716933488845825</ns0:v>
                </ns0:pt>
                <ns0:pt idx="850">
                  <ns0:v>0.7272757887840271</ns0:v>
                </ns0:pt>
                <ns0:pt idx="851">
                  <ns0:v>0.72862845659255981</ns0:v>
                </ns0:pt>
                <ns0:pt idx="852">
                  <ns0:v>0.7304266095161438</ns0:v>
                </ns0:pt>
                <ns0:pt idx="853">
                  <ns0:v>0.73092818260192871</ns0:v>
                </ns0:pt>
                <ns0:pt idx="854">
                  <ns0:v>0.73085671663284302</ns0:v>
                </ns0:pt>
                <ns0:pt idx="855">
                  <ns0:v>0.73232412338256836</ns0:v>
                </ns0:pt>
                <ns0:pt idx="856">
                  <ns0:v>0.7339593768119812</ns0:v>
                </ns0:pt>
                <ns0:pt idx="857">
                  <ns0:v>0.73554772138595581</ns0:v>
                </ns0:pt>
                <ns0:pt idx="858">
                  <ns0:v>0.73704838752746582</ns0:v>
                </ns0:pt>
                <ns0:pt idx="859">
                  <ns0:v>0.73821687698364258</ns0:v>
                </ns0:pt>
                <ns0:pt idx="860">
                  <ns0:v>0.7393033504486084</ns0:v>
                </ns0:pt>
                <ns0:pt idx="861">
                  <ns0:v>0.74046444892883301</ns0:v>
                </ns0:pt>
                <ns0:pt idx="862">
                  <ns0:v>0.74216532707214355</ns0:v>
                </ns0:pt>
                <ns0:pt idx="863">
                  <ns0:v>0.74428838491439819</ns0:v>
                </ns0:pt>
                <ns0:pt idx="864">
                  <ns0:v>0.74680471420288086</ns0:v>
                </ns0:pt>
                <ns0:pt idx="865">
                  <ns0:v>0.75000500679016113</ns0:v>
                </ns0:pt>
                <ns0:pt idx="866">
                  <ns0:v>0.75339990854263306</ns0:v>
                </ns0:pt>
                <ns0:pt idx="867">
                  <ns0:v>0.756297767162323</ns0:v>
                </ns0:pt>
                <ns0:pt idx="868">
                  <ns0:v>0.75771546363830566</ns0:v>
                </ns0:pt>
                <ns0:pt idx="869">
                  <ns0:v>0.75865525007247925</ns0:v>
                </ns0:pt>
                <ns0:pt idx="870">
                  <ns0:v>0.75847816467285156</ns0:v>
                </ns0:pt>
                <ns0:pt idx="871">
                  <ns0:v>0.75800490379333496</ns0:v>
                </ns0:pt>
                <ns0:pt idx="872">
                  <ns0:v>0.75840842723846436</ns0:v>
                </ns0:pt>
                <ns0:pt idx="873">
                  <ns0:v>0.76083052158355713</ns0:v>
                </ns0:pt>
                <ns0:pt idx="874">
                  <ns0:v>0.7643125057220459</ns0:v>
                </ns0:pt>
                <ns0:pt idx="875">
                  <ns0:v>0.76646250486373901</ns0:v>
                </ns0:pt>
                <ns0:pt idx="876">
                  <ns0:v>0.76772826910018921</ns0:v>
                </ns0:pt>
                <ns0:pt idx="877">
                  <ns0:v>0.7677152156829834</ns0:v>
                </ns0:pt>
                <ns0:pt idx="878">
                  <ns0:v>0.76880133152008057</ns0:v>
                </ns0:pt>
                <ns0:pt idx="879">
                  <ns0:v>0.77082651853561401</ns0:v>
                </ns0:pt>
                <ns0:pt idx="880">
                  <ns0:v>0.77284514904022217</ns0:v>
                </ns0:pt>
                <ns0:pt idx="881">
                  <ns0:v>0.7756350040435791</ns0:v>
                </ns0:pt>
                <ns0:pt idx="882">
                  <ns0:v>0.77861905097961426</ns0:v>
                </ns0:pt>
                <ns0:pt idx="883">
                  <ns0:v>0.78068900108337402</ns0:v>
                </ns0:pt>
                <ns0:pt idx="884">
                  <ns0:v>0.78183531761169434</ns0:v>
                </ns0:pt>
                <ns0:pt idx="885">
                  <ns0:v>0.78230786323547363</ns0:v>
                </ns0:pt>
                <ns0:pt idx="886">
                  <ns0:v>0.78145158290863037</ns0:v>
                </ns0:pt>
                <ns0:pt idx="887">
                  <ns0:v>0.78042703866958618</ns0:v>
                </ns0:pt>
                <ns0:pt idx="888">
                  <ns0:v>0.77970254421234131</ns0:v>
                </ns0:pt>
                <ns0:pt idx="889">
                  <ns0:v>0.77910310029983521</ns0:v>
                </ns0:pt>
                <ns0:pt idx="890">
                  <ns0:v>0.778667151927948</ns0:v>
                </ns0:pt>
                <ns0:pt idx="891">
                  <ns0:v>0.77804535627365112</ns0:v>
                </ns0:pt>
                <ns0:pt idx="892">
                  <ns0:v>0.77651232481002808</ns0:v>
                </ns0:pt>
                <ns0:pt idx="893">
                  <ns0:v>0.77548688650131226</ns0:v>
                </ns0:pt>
                <ns0:pt idx="894">
                  <ns0:v>0.77436584234237671</ns0:v>
                </ns0:pt>
                <ns0:pt idx="895">
                  <ns0:v>0.77356398105621338</ns0:v>
                </ns0:pt>
                <ns0:pt idx="896">
                  <ns0:v>0.773215651512146</ns0:v>
                </ns0:pt>
                <ns0:pt idx="897">
                  <ns0:v>0.7730291485786438</ns0:v>
                </ns0:pt>
                <ns0:pt idx="898">
                  <ns0:v>0.77303475141525269</ns0:v>
                </ns0:pt>
                <ns0:pt idx="899">
                  <ns0:v>0.77309942245483398</ns0:v>
                </ns0:pt>
                <ns0:pt idx="900">
                  <ns0:v>0.77430939674377441</ns0:v>
                </ns0:pt>
                <ns0:pt idx="901">
                  <ns0:v>0.77602499723434448</ns0:v>
                </ns0:pt>
                <ns0:pt idx="902">
                  <ns0:v>0.77814000844955444</ns0:v>
                </ns0:pt>
                <ns0:pt idx="903">
                  <ns0:v>0.77922844886779785</ns0:v>
                </ns0:pt>
                <ns0:pt idx="904">
                  <ns0:v>0.779640793800354</ns0:v>
                </ns0:pt>
                <ns0:pt idx="905">
                  <ns0:v>0.77913010120391846</ns0:v>
                </ns0:pt>
                <ns0:pt idx="906">
                  <ns0:v>0.77854537963867188</ns0:v>
                </ns0:pt>
                <ns0:pt idx="907">
                  <ns0:v>0.7783777117729187</ns0:v>
                </ns0:pt>
                <ns0:pt idx="908">
                  <ns0:v>0.77854979038238525</ns0:v>
                </ns0:pt>
                <ns0:pt idx="909">
                  <ns0:v>0.77933657169342041</ns0:v>
                </ns0:pt>
                <ns0:pt idx="910">
                  <ns0:v>0.78022629022598267</ns0:v>
                </ns0:pt>
                <ns0:pt idx="911">
                  <ns0:v>0.78193449974060059</ns0:v>
                </ns0:pt>
                <ns0:pt idx="912">
                  <ns0:v>0.78293275833129883</ns0:v>
                </ns0:pt>
                <ns0:pt idx="913">
                  <ns0:v>0.78335899114608765</ns0:v>
                </ns0:pt>
                <ns0:pt idx="914">
                  <ns0:v>0.78190016746520996</ns0:v>
                </ns0:pt>
                <ns0:pt idx="915">
                  <ns0:v>0.77978670597076416</ns0:v>
                </ns0:pt>
                <ns0:pt idx="916">
                  <ns0:v>0.77846252918243408</ns0:v>
                </ns0:pt>
                <ns0:pt idx="917">
                  <ns0:v>0.77866470813751221</ns0:v>
                </ns0:pt>
                <ns0:pt idx="918">
                  <ns0:v>0.77941149473190308</ns0:v>
                </ns0:pt>
                <ns0:pt idx="919">
                  <ns0:v>0.77981269359588623</ns0:v>
                </ns0:pt>
                <ns0:pt idx="920">
                  <ns0:v>0.7811318039894104</ns0:v>
                </ns0:pt>
                <ns0:pt idx="921">
                  <ns0:v>0.7822498083114624</ns0:v>
                </ns0:pt>
                <ns0:pt idx="922">
                  <ns0:v>0.78296327590942383</ns0:v>
                </ns0:pt>
                <ns0:pt idx="923">
                  <ns0:v>0.78310668468475342</ns0:v>
                </ns0:pt>
                <ns0:pt idx="924">
                  <ns0:v>0.78288781642913818</ns0:v>
                </ns0:pt>
                <ns0:pt idx="925">
                  <ns0:v>0.7814977765083313</ns0:v>
                </ns0:pt>
                <ns0:pt idx="926">
                  <ns0:v>0.77976959943771362</ns0:v>
                </ns0:pt>
                <ns0:pt idx="927">
                  <ns0:v>0.77805745601654053</ns0:v>
                </ns0:pt>
                <ns0:pt idx="928">
                  <ns0:v>0.7774927020072937</ns0:v>
                </ns0:pt>
                <ns0:pt idx="929">
                  <ns0:v>0.77743500471115112</ns0:v>
                </ns0:pt>
                <ns0:pt idx="930">
                  <ns0:v>0.77796149253845215</ns0:v>
                </ns0:pt>
                <ns0:pt idx="931">
                  <ns0:v>0.77792215347290039</ns0:v>
                </ns0:pt>
                <ns0:pt idx="932">
                  <ns0:v>0.77788186073303223</ns0:v>
                </ns0:pt>
                <ns0:pt idx="933">
                  <ns0:v>0.77814710140228271</ns0:v>
                </ns0:pt>
                <ns0:pt idx="934">
                  <ns0:v>0.77770501375198364</ns0:v>
                </ns0:pt>
                <ns0:pt idx="935">
                  <ns0:v>0.77730780839920044</ns0:v>
                </ns0:pt>
                <ns0:pt idx="936">
                  <ns0:v>0.77720040082931519</ns0:v>
                </ns0:pt>
                <ns0:pt idx="937">
                  <ns0:v>0.77764761447906494</ns0:v>
                </ns0:pt>
                <ns0:pt idx="938">
                  <ns0:v>0.77832800149917603</ns0:v>
                </ns0:pt>
                <ns0:pt idx="939">
                  <ns0:v>0.77948617935180664</ns0:v>
                </ns0:pt>
                <ns0:pt idx="940">
                  <ns0:v>0.78055411577224731</ns0:v>
                </ns0:pt>
                <ns0:pt idx="941">
                  <ns0:v>0.78114646673202515</ns0:v>
                </ns0:pt>
                <ns0:pt idx="942">
                  <ns0:v>0.7815355658531189</ns0:v>
                </ns0:pt>
                <ns0:pt idx="943">
                  <ns0:v>0.78184431791305542</ns0:v>
                </ns0:pt>
                <ns0:pt idx="944">
                  <ns0:v>0.78289192914962769</ns0:v>
                </ns0:pt>
                <ns0:pt idx="945">
                  <ns0:v>0.78342175483703613</ns0:v>
                </ns0:pt>
                <ns0:pt idx="946">
                  <ns0:v>0.78371667861938477</ns0:v>
                </ns0:pt>
                <ns0:pt idx="947">
                  <ns0:v>0.78403174877166748</ns0:v>
                </ns0:pt>
                <ns0:pt idx="948">
                  <ns0:v>0.78492569923400879</ns0:v>
                </ns0:pt>
                <ns0:pt idx="949">
                  <ns0:v>0.78588956594467163</ns0:v>
                </ns0:pt>
                <ns0:pt idx="950">
                  <ns0:v>0.78646606206893921</ns0:v>
                </ns0:pt>
                <ns0:pt idx="951">
                  <ns0:v>0.78651070594787598</ns0:v>
                </ns0:pt>
                <ns0:pt idx="952">
                  <ns0:v>0.78671514987945557</ns0:v>
                </ns0:pt>
                <ns0:pt idx="953">
                  <ns0:v>0.78673470020294189</ns0:v>
                </ns0:pt>
                <ns0:pt idx="954">
                  <ns0:v>0.78708434104919434</ns0:v>
                </ns0:pt>
                <ns0:pt idx="955">
                  <ns0:v>0.78802889585494995</ns0:v>
                </ns0:pt>
                <ns0:pt idx="956">
                  <ns0:v>0.78808265924453735</ns0:v>
                </ns0:pt>
                <ns0:pt idx="957">
                  <ns0:v>0.78734230995178223</ns0:v>
                </ns0:pt>
                <ns0:pt idx="958">
                  <ns0:v>0.786354660987854</ns0:v>
                </ns0:pt>
                <ns0:pt idx="959">
                  <ns0:v>0.78590261936187744</ns0:v>
                </ns0:pt>
                <ns0:pt idx="960">
                  <ns0:v>0.78578323125839233</ns0:v>
                </ns0:pt>
                <ns0:pt idx="961">
                  <ns0:v>0.78598868846893311</ns0:v>
                </ns0:pt>
                <ns0:pt idx="962">
                  <ns0:v>0.78566145896911621</ns0:v>
                </ns0:pt>
                <ns0:pt idx="963">
                  <ns0:v>0.78562742471694946</ns0:v>
                </ns0:pt>
                <ns0:pt idx="964">
                  <ns0:v>0.78674393892288208</ns0:v>
                </ns0:pt>
                <ns0:pt idx="965">
                  <ns0:v>0.78807288408279419</ns0:v>
                </ns0:pt>
                <ns0:pt idx="966">
                  <ns0:v>0.78981810808181763</ns0:v>
                </ns0:pt>
                <ns0:pt idx="967">
                  <ns0:v>0.79107552766799927</ns0:v>
                </ns0:pt>
                <ns0:pt idx="968">
                  <ns0:v>0.79255872964859009</ns0:v>
                </ns0:pt>
                <ns0:pt idx="969">
                  <ns0:v>0.79318463802337646</ns0:v>
                </ns0:pt>
                <ns0:pt idx="970">
                  <ns0:v>0.79310327768325806</ns0:v>
                </ns0:pt>
                <ns0:pt idx="971">
                  <ns0:v>0.79328262805938721</ns0:v>
                </ns0:pt>
                <ns0:pt idx="972">
                  <ns0:v>0.79339414834976196</ns0:v>
                </ns0:pt>
                <ns0:pt idx="973">
                  <ns0:v>0.79312306642532349</ns0:v>
                </ns0:pt>
                <ns0:pt idx="974">
                  <ns0:v>0.79222023487091064</ns0:v>
                </ns0:pt>
                <ns0:pt idx="975">
                  <ns0:v>0.7917858362197876</ns0:v>
                </ns0:pt>
                <ns0:pt idx="976">
                  <ns0:v>0.79183501005172729</ns0:v>
                </ns0:pt>
                <ns0:pt idx="977">
                  <ns0:v>0.79256355762481689</ns0:v>
                </ns0:pt>
                <ns0:pt idx="978">
                  <ns0:v>0.79410994052886963</ns0:v>
                </ns0:pt>
                <ns0:pt idx="979">
                  <ns0:v>0.79451149702072144</ns0:v>
                </ns0:pt>
                <ns0:pt idx="980">
                  <ns0:v>0.79262280464172363</ns0:v>
                </ns0:pt>
                <ns0:pt idx="981">
                  <ns0:v>0.79040884971618652</ns0:v>
                </ns0:pt>
                <ns0:pt idx="982">
                  <ns0:v>0.78890061378479004</ns0:v>
                </ns0:pt>
                <ns0:pt idx="983">
                  <ns0:v>0.78800714015960693</ns0:v>
                </ns0:pt>
                <ns0:pt idx="984">
                  <ns0:v>0.78830075263977051</ns0:v>
                </ns0:pt>
                <ns0:pt idx="985">
                  <ns0:v>0.7891581654548645</ns0:v>
                </ns0:pt>
                <ns0:pt idx="986">
                  <ns0:v>0.78998476266860962</ns0:v>
                </ns0:pt>
                <ns0:pt idx="987">
                  <ns0:v>0.79113149642944336</ns0:v>
                </ns0:pt>
                <ns0:pt idx="988">
                  <ns0:v>0.79177165031433105</ns0:v>
                </ns0:pt>
                <ns0:pt idx="989">
                  <ns0:v>0.79205358028411865</ns0:v>
                </ns0:pt>
                <ns0:pt idx="990">
                  <ns0:v>0.79233574867248535</ns0:v>
                </ns0:pt>
                <ns0:pt idx="991">
                  <ns0:v>0.7922864556312561</ns0:v>
                </ns0:pt>
                <ns0:pt idx="992">
                  <ns0:v>0.79281347990036011</ns0:v>
                </ns0:pt>
                <ns0:pt idx="993">
                  <ns0:v>0.79229253530502319</ns0:v>
                </ns0:pt>
                <ns0:pt idx="994">
                  <ns0:v>0.79022085666656494</ns0:v>
                </ns0:pt>
                <ns0:pt idx="995">
                  <ns0:v>0.7887568473815918</ns0:v>
                </ns0:pt>
                <ns0:pt idx="996">
                  <ns0:v>0.78786498308181763</ns0:v>
                </ns0:pt>
                <ns0:pt idx="997">
                  <ns0:v>0.78731918334960938</ns0:v>
                </ns0:pt>
                <ns0:pt idx="998">
                  <ns0:v>0.78708434104919434</ns0:v>
                </ns0:pt>
                <ns0:pt idx="999">
                  <ns0:v>0.78724431991577148</ns0:v>
                </ns0:pt>
                <ns0:pt idx="1000">
                  <ns0:v>0.78853118419647217</ns0:v>
                </ns0:pt>
                <ns0:pt idx="1001">
                  <ns0:v>0.7904360294342041</ns0:v>
                </ns0:pt>
                <ns0:pt idx="1002">
                  <ns0:v>0.79066771268844604</ns0:v>
                </ns0:pt>
                <ns0:pt idx="1003">
                  <ns0:v>0.79028666019439697</ns0:v>
                </ns0:pt>
                <ns0:pt idx="1004">
                  <ns0:v>0.79032087326049805</ns0:v>
                </ns0:pt>
                <ns0:pt idx="1005">
                  <ns0:v>0.79154157638549805</ns0:v>
                </ns0:pt>
                <ns0:pt idx="1006">
                  <ns0:v>0.79277348518371582</ns0:v>
                </ns0:pt>
                <ns0:pt idx="1007">
                  <ns0:v>0.79273736476898193</ns0:v>
                </ns0:pt>
                <ns0:pt idx="1008">
                  <ns0:v>0.792472243309021</ns0:v>
                </ns0:pt>
                <ns0:pt idx="1009">
                  <ns0:v>0.79140317440032959</ns0:v>
                </ns0:pt>
                <ns0:pt idx="1010">
                  <ns0:v>0.79056435823440552</ns0:v>
                </ns0:pt>
                <ns0:pt idx="1011">
                  <ns0:v>0.79022753238677979</ns0:v>
                </ns0:pt>
                <ns0:pt idx="1012">
                  <ns0:v>0.79016655683517456</ns0:v>
                </ns0:pt>
                <ns0:pt idx="1013">
                  <ns0:v>0.79016339778900146</ns0:v>
                </ns0:pt>
                <ns0:pt idx="1014">
                  <ns0:v>0.78895950317382812</ns0:v>
                </ns0:pt>
                <ns0:pt idx="1015">
                  <ns0:v>0.78817367553710938</ns0:v>
                </ns0:pt>
                <ns0:pt idx="1016">
                  <ns0:v>0.78728491067886353</ns0:v>
                </ns0:pt>
                <ns0:pt idx="1017">
                  <ns0:v>0.78566932678222656</ns0:v>
                </ns0:pt>
                <ns0:pt idx="1018">
                  <ns0:v>0.78474092483520508</ns0:v>
                </ns0:pt>
                <ns0:pt idx="1019">
                  <ns0:v>0.78411722183227539</ns0:v>
                </ns0:pt>
                <ns0:pt idx="1020">
                  <ns0:v>0.78328162431716919</ns0:v>
                </ns0:pt>
                <ns0:pt idx="1021">
                  <ns0:v>0.78282731771469116</ns0:v>
                </ns0:pt>
                <ns0:pt idx="1022">
                  <ns0:v>0.78328680992126465</ns0:v>
                </ns0:pt>
                <ns0:pt idx="1023">
                  <ns0:v>0.78422892093658447</ns0:v>
                </ns0:pt>
                <ns0:pt idx="1024">
                  <ns0:v>0.78565484285354614</ns0:v>
                </ns0:pt>
                <ns0:pt idx="1025">
                  <ns0:v>0.78700673580169678</ns0:v>
                </ns0:pt>
                <ns0:pt idx="1026">
                  <ns0:v>0.78789633512496948</ns0:v>
                </ns0:pt>
                <ns0:pt idx="1027">
                  <ns0:v>0.79042512178421021</ns0:v>
                </ns0:pt>
                <ns0:pt idx="1028">
                  <ns0:v>0.79120206832885742</ns0:v>
                </ns0:pt>
                <ns0:pt idx="1029">
                  <ns0:v>0.79032021760940552</ns0:v>
                </ns0:pt>
                <ns0:pt idx="1030">
                  <ns0:v>0.78858393430709839</ns0:v>
                </ns0:pt>
                <ns0:pt idx="1031">
                  <ns0:v>0.78667145967483521</ns0:v>
                </ns0:pt>
                <ns0:pt idx="1032">
                  <ns0:v>0.78540092706680298</ns0:v>
                </ns0:pt>
                <ns0:pt idx="1033">
                  <ns0:v>0.78471755981445312</ns0:v>
                </ns0:pt>
                <ns0:pt idx="1034">
                  <ns0:v>0.78510618209838867</ns0:v>
                </ns0:pt>
                <ns0:pt idx="1035">
                  <ns0:v>0.78534680604934692</ns0:v>
                </ns0:pt>
                <ns0:pt idx="1036">
                  <ns0:v>0.78513634204864502</ns0:v>
                </ns0:pt>
                <ns0:pt idx="1037">
                  <ns0:v>0.78495770692825317</ns0:v>
                </ns0:pt>
                <ns0:pt idx="1038">
                  <ns0:v>0.78482937812805176</ns0:v>
                </ns0:pt>
                <ns0:pt idx="1039">
                  <ns0:v>0.78597420454025269</ns0:v>
                </ns0:pt>
                <ns0:pt idx="1040">
                  <ns0:v>0.7863304615020752</ns0:v>
                </ns0:pt>
                <ns0:pt idx="1041">
                  <ns0:v>0.78806710243225098</ns0:v>
                </ns0:pt>
                <ns0:pt idx="1042">
                  <ns0:v>0.78952109813690186</ns0:v>
                </ns0:pt>
                <ns0:pt idx="1043">
                  <ns0:v>0.79030603170394897</ns0:v>
                </ns0:pt>
                <ns0:pt idx="1044">
                  <ns0:v>0.79139816761016846</ns0:v>
                </ns0:pt>
                <ns0:pt idx="1045">
                  <ns0:v>0.79312926530838013</ns0:v>
                </ns0:pt>
                <ns0:pt idx="1046">
                  <ns0:v>0.79316574335098267</ns0:v>
                </ns0:pt>
                <ns0:pt idx="1047">
                  <ns0:v>0.79160112142562866</ns0:v>
                </ns0:pt>
                <ns0:pt idx="1048">
                  <ns0:v>0.78937983512878418</ns0:v>
                </ns0:pt>
                <ns0:pt idx="1049">
                  <ns0:v>0.78764241933822632</ns0:v>
                </ns0:pt>
                <ns0:pt idx="1050">
                  <ns0:v>0.78522920608520508</ns0:v>
                </ns0:pt>
                <ns0:pt idx="1051">
                  <ns0:v>0.78251814842224121</ns0:v>
                </ns0:pt>
                <ns0:pt idx="1052">
                  <ns0:v>0.77938288450241089</ns0:v>
                </ns0:pt>
                <ns0:pt idx="1053">
                  <ns0:v>0.77691113948822021</ns0:v>
                </ns0:pt>
                <ns0:pt idx="1054">
                  <ns0:v>0.7760467529296875</ns0:v>
                </ns0:pt>
                <ns0:pt idx="1055">
                  <ns0:v>0.77647966146469116</ns0:v>
                </ns0:pt>
                <ns0:pt idx="1056">
                  <ns0:v>0.77740770578384399</ns0:v>
                </ns0:pt>
                <ns0:pt idx="1057">
                  <ns0:v>0.77757745981216431</ns0:v>
                </ns0:pt>
                <ns0:pt idx="1058">
                  <ns0:v>0.77751463651657104</ns0:v>
                </ns0:pt>
                <ns0:pt idx="1059">
                  <ns0:v>0.77740812301635742</ns0:v>
                </ns0:pt>
                <ns0:pt idx="1060">
                  <ns0:v>0.77794313430786133</ns0:v>
                </ns0:pt>
                <ns0:pt idx="1061">
                  <ns0:v>0.77916598320007324</ns0:v>
                </ns0:pt>
                <ns0:pt idx="1062">
                  <ns0:v>0.78046590089797974</ns0:v>
                </ns0:pt>
                <ns0:pt idx="1063">
                  <ns0:v>0.78193956613540649</ns0:v>
                </ns0:pt>
                <ns0:pt idx="1064">
                  <ns0:v>0.78404504060745239</ns0:v>
                </ns0:pt>
                <ns0:pt idx="1065">
                  <ns0:v>0.78641378879547119</ns0:v>
                </ns0:pt>
                <ns0:pt idx="1066">
                  <ns0:v>0.78628230094909668</ns0:v>
                </ns0:pt>
                <ns0:pt idx="1067">
                  <ns0:v>0.78554403781890869</ns0:v>
                </ns0:pt>
                <ns0:pt idx="1068">
                  <ns0:v>0.78429555892944336</ns0:v>
                </ns0:pt>
                <ns0:pt idx="1069">
                  <ns0:v>0.78370207548141479</ns0:v>
                </ns0:pt>
                <ns0:pt idx="1070">
                  <ns0:v>0.78325766324996948</ns0:v>
                </ns0:pt>
                <ns0:pt idx="1071">
                  <ns0:v>0.78436493873596191</ns0:v>
                </ns0:pt>
                <ns0:pt idx="1072">
                  <ns0:v>0.78591418266296387</ns0:v>
                </ns0:pt>
                <ns0:pt idx="1073">
                  <ns0:v>0.78724497556686401</ns0:v>
                </ns0:pt>
                <ns0:pt idx="1074">
                  <ns0:v>0.78814423084259033</ns0:v>
                </ns0:pt>
                <ns0:pt idx="1075">
                  <ns0:v>0.78825348615646362</ns0:v>
                </ns0:pt>
                <ns0:pt idx="1076">
                  <ns0:v>0.78794336318969727</ns0:v>
                </ns0:pt>
                <ns0:pt idx="1077">
                  <ns0:v>0.7880319356918335</ns0:v>
                </ns0:pt>
                <ns0:pt idx="1078">
                  <ns0:v>0.78993815183639526</ns0:v>
                </ns0:pt>
                <ns0:pt idx="1079">
                  <ns0:v>0.79201388359069824</ns0:v>
                </ns0:pt>
                <ns0:pt idx="1080">
                  <ns0:v>0.79321038722991943</ns0:v>
                </ns0:pt>
                <ns0:pt idx="1081">
                  <ns0:v>0.7958032488822937</ns0:v>
                </ns0:pt>
                <ns0:pt idx="1082">
                  <ns0:v>0.79891479015350342</ns0:v>
                </ns0:pt>
                <ns0:pt idx="1083">
                  <ns0:v>0.80124425888061523</ns0:v>
                </ns0:pt>
                <ns0:pt idx="1084">
                  <ns0:v>0.80221337080001831</ns0:v>
                </ns0:pt>
                <ns0:pt idx="1085">
                  <ns0:v>0.8014829158782959</ns0:v>
                </ns0:pt>
                <ns0:pt idx="1086">
                  <ns0:v>0.79991918802261353</ns0:v>
                </ns0:pt>
                <ns0:pt idx="1087">
                  <ns0:v>0.79844874143600464</ns0:v>
                </ns0:pt>
                <ns0:pt idx="1088">
                  <ns0:v>0.79707795381546021</ns0:v>
                </ns0:pt>
                <ns0:pt idx="1089">
                  <ns0:v>0.79539781808853149</ns0:v>
                </ns0:pt>
                <ns0:pt idx="1090">
                  <ns0:v>0.79244065284729004</ns0:v>
                </ns0:pt>
                <ns0:pt idx="1091">
                  <ns0:v>0.78929466009140015</ns0:v>
                </ns0:pt>
                <ns0:pt idx="1092">
                  <ns0:v>0.78674650192260742</ns0:v>
                </ns0:pt>
                <ns0:pt idx="1093">
                  <ns0:v>0.78514361381530762</ns0:v>
                </ns0:pt>
                <ns0:pt idx="1094">
                  <ns0:v>0.78459358215332031</ns0:v>
                </ns0:pt>
                <ns0:pt idx="1095">
                  <ns0:v>0.78531193733215332</ns0:v>
                </ns0:pt>
                <ns0:pt idx="1096">
                  <ns0:v>0.78680419921875</ns0:v>
                </ns0:pt>
                <ns0:pt idx="1097">
                  <ns0:v>0.78898203372955322</ns0:v>
                </ns0:pt>
                <ns0:pt idx="1098">
                  <ns0:v>0.78997510671615601</ns0:v>
                </ns0:pt>
                <ns0:pt idx="1099">
                  <ns0:v>0.79024344682693481</ns0:v>
                </ns0:pt>
                <ns0:pt idx="1100">
                  <ns0:v>0.79088783264160156</ns0:v>
                </ns0:pt>
                <ns0:pt idx="1101">
                  <ns0:v>0.79181563854217529</ns0:v>
                </ns0:pt>
                <ns0:pt idx="1102">
                  <ns0:v>0.79239904880523682</ns0:v>
                </ns0:pt>
                <ns0:pt idx="1103">
                  <ns0:v>0.79213225841522217</ns0:v>
                </ns0:pt>
                <ns0:pt idx="1104">
                  <ns0:v>0.79166746139526367</ns0:v>
                </ns0:pt>
                <ns0:pt idx="1105">
                  <ns0:v>0.79137390851974487</ns0:v>
                </ns0:pt>
                <ns0:pt idx="1106">
                  <ns0:v>0.79126358032226562</ns0:v>
                </ns0:pt>
                <ns0:pt idx="1107">
                  <ns0:v>0.79150688648223877</ns0:v>
                </ns0:pt>
                <ns0:pt idx="1108">
                  <ns0:v>0.79205214977264404</ns0:v>
                </ns0:pt>
                <ns0:pt idx="1109">
                  <ns0:v>0.79233026504516602</ns0:v>
                </ns0:pt>
                <ns0:pt idx="1110">
                  <ns0:v>0.79203194379806519</ns0:v>
                </ns0:pt>
                <ns0:pt idx="1111">
                  <ns0:v>0.79111403226852417</ns0:v>
                </ns0:pt>
                <ns0:pt idx="1112">
                  <ns0:v>0.78982824087142944</ns0:v>
                </ns0:pt>
                <ns0:pt idx="1113">
                  <ns0:v>0.78862291574478149</ns0:v>
                </ns0:pt>
                <ns0:pt idx="1114">
                  <ns0:v>0.78737592697143555</ns0:v>
                </ns0:pt>
                <ns0:pt idx="1115">
                  <ns0:v>0.78779131174087524</ns0:v>
                </ns0:pt>
                <ns0:pt idx="1116">
                  <ns0:v>0.78890633583068848</ns0:v>
                </ns0:pt>
                <ns0:pt idx="1117">
                  <ns0:v>0.79116982221603394</ns0:v>
                </ns0:pt>
                <ns0:pt idx="1118">
                  <ns0:v>0.79331457614898682</ns0:v>
                </ns0:pt>
                <ns0:pt idx="1119">
                  <ns0:v>0.79346007108688354</ns0:v>
                </ns0:pt>
                <ns0:pt idx="1120">
                  <ns0:v>0.79246175289154053</ns0:v>
                </ns0:pt>
                <ns0:pt idx="1121">
                  <ns0:v>0.78996062278747559</ns0:v>
                </ns0:pt>
                <ns0:pt idx="1122">
                  <ns0:v>0.78664594888687134</ns0:v>
                </ns0:pt>
                <ns0:pt idx="1123">
                  <ns0:v>0.78425264358520508</ns0:v>
                </ns0:pt>
                <ns0:pt idx="1124">
                  <ns0:v>0.78252905607223511</ns0:v>
                </ns0:pt>
                <ns0:pt idx="1125">
                  <ns0:v>0.78123390674591064</ns0:v>
                </ns0:pt>
                <ns0:pt idx="1126">
                  <ns0:v>0.77945142984390259</ns0:v>
                </ns0:pt>
                <ns0:pt idx="1127">
                  <ns0:v>0.77733796834945679</ns0:v>
                </ns0:pt>
                <ns0:pt idx="1128">
                  <ns0:v>0.77572923898696899</ns0:v>
                </ns0:pt>
                <ns0:pt idx="1129">
                  <ns0:v>0.7740398645401001</ns0:v>
                </ns0:pt>
                <ns0:pt idx="1130">
                  <ns0:v>0.77255445718765259</ns0:v>
                </ns0:pt>
                <ns0:pt idx="1131">
                  <ns0:v>0.77059364318847656</ns0:v>
                </ns0:pt>
                <ns0:pt idx="1132">
                  <ns0:v>0.76860922574996948</ns0:v>
                </ns0:pt>
                <ns0:pt idx="1133">
                  <ns0:v>0.76707738637924194</ns0:v>
                </ns0:pt>
                <ns0:pt idx="1134">
                  <ns0:v>0.76663720607757568</ns0:v>
                </ns0:pt>
                <ns0:pt idx="1135">
                  <ns0:v>0.76738655567169189</ns0:v>
                </ns0:pt>
                <ns0:pt idx="1136">
                  <ns0:v>0.76886045932769775</ns0:v>
                </ns0:pt>
                <ns0:pt idx="1137">
                  <ns0:v>0.77030891180038452</ns0:v>
                </ns0:pt>
                <ns0:pt idx="1138">
                  <ns0:v>0.77248877286911011</ns0:v>
                </ns0:pt>
                <ns0:pt idx="1139">
                  <ns0:v>0.77477151155471802</ns0:v>
                </ns0:pt>
                <ns0:pt idx="1140">
                  <ns0:v>0.77659177780151367</ns0:v>
                </ns0:pt>
                <ns0:pt idx="1141">
                  <ns0:v>0.77760434150695801</ns0:v>
                </ns0:pt>
                <ns0:pt idx="1142">
                  <ns0:v>0.77708160877227783</ns0:v>
                </ns0:pt>
                <ns0:pt idx="1143">
                  <ns0:v>0.77612149715423584</ns0:v>
                </ns0:pt>
                <ns0:pt idx="1144">
                  <ns0:v>0.77631223201751709</ns0:v>
                </ns0:pt>
                <ns0:pt idx="1145">
                  <ns0:v>0.77699297666549683</ns0:v>
                </ns0:pt>
                <ns0:pt idx="1146">
                  <ns0:v>0.77754819393157959</ns0:v>
                </ns0:pt>
                <ns0:pt idx="1147">
                  <ns0:v>0.77832823991775513</ns0:v>
                </ns0:pt>
                <ns0:pt idx="1148">
                  <ns0:v>0.77951598167419434</ns0:v>
                </ns0:pt>
                <ns0:pt idx="1149">
                  <ns0:v>0.7809298038482666</ns0:v>
                </ns0:pt>
                <ns0:pt idx="1150">
                  <ns0:v>0.7821958065032959</ns0:v>
                </ns0:pt>
                <ns0:pt idx="1151">
                  <ns0:v>0.7836383581161499</ns0:v>
                </ns0:pt>
                <ns0:pt idx="1152">
                  <ns0:v>0.78489995002746582</ns0:v>
                </ns0:pt>
                <ns0:pt idx="1153">
                  <ns0:v>0.78459662199020386</ns0:v>
                </ns0:pt>
                <ns0:pt idx="1154">
                  <ns0:v>0.78451246023178101</ns0:v>
                </ns0:pt>
                <ns0:pt idx="1155">
                  <ns0:v>0.78439980745315552</ns0:v>
                </ns0:pt>
                <ns0:pt idx="1156">
                  <ns0:v>0.78373587131500244</ns0:v>
                </ns0:pt>
                <ns0:pt idx="1157">
                  <ns0:v>0.78352910280227661</ns0:v>
                </ns0:pt>
                <ns0:pt idx="1158">
                  <ns0:v>0.78380501270294189</ns0:v>
                </ns0:pt>
                <ns0:pt idx="1159">
                  <ns0:v>0.78406447172164917</ns0:v>
                </ns0:pt>
                <ns0:pt idx="1160">
                  <ns0:v>0.78440332412719727</ns0:v>
                </ns0:pt>
                <ns0:pt idx="1161">
                  <ns0:v>0.78470945358276367</ns0:v>
                </ns0:pt>
                <ns0:pt idx="1162">
                  <ns0:v>0.78503662347793579</ns0:v>
                </ns0:pt>
                <ns0:pt idx="1163">
                  <ns0:v>0.78432798385620117</ns0:v>
                </ns0:pt>
                <ns0:pt idx="1164">
                  <ns0:v>0.78374117612838745</ns0:v>
                </ns0:pt>
                <ns0:pt idx="1165">
                  <ns0:v>0.78282004594802856</ns0:v>
                </ns0:pt>
                <ns0:pt idx="1166">
                  <ns0:v>0.78218597173690796</ns0:v>
                </ns0:pt>
                <ns0:pt idx="1167">
                  <ns0:v>0.78163260221481323</ns0:v>
                </ns0:pt>
                <ns0:pt idx="1168">
                  <ns0:v>0.7816048264503479</ns0:v>
                </ns0:pt>
                <ns0:pt idx="1169">
                  <ns0:v>0.78184515237808228</ns0:v>
                </ns0:pt>
                <ns0:pt idx="1170">
                  <ns0:v>0.78175818920135498</ns0:v>
                </ns0:pt>
                <ns0:pt idx="1171">
                  <ns0:v>0.78285443782806396</ns0:v>
                </ns0:pt>
                <ns0:pt idx="1172">
                  <ns0:v>0.78417342901229858</ns0:v>
                </ns0:pt>
                <ns0:pt idx="1173">
                  <ns0:v>0.78510528802871704</ns0:v>
                </ns0:pt>
                <ns0:pt idx="1174">
                  <ns0:v>0.78577226400375366</ns0:v>
                </ns0:pt>
                <ns0:pt idx="1175">
                  <ns0:v>0.78603833913803101</ns0:v>
                </ns0:pt>
                <ns0:pt idx="1176">
                  <ns0:v>0.78655672073364258</ns0:v>
                </ns0:pt>
                <ns0:pt idx="1177">
                  <ns0:v>0.78855836391448975</ns0:v>
                </ns0:pt>
                <ns0:pt idx="1178">
                  <ns0:v>0.79113519191741943</ns0:v>
                </ns0:pt>
                <ns0:pt idx="1179">
                  <ns0:v>0.79250037670135498</ns0:v>
                </ns0:pt>
                <ns0:pt idx="1180">
                  <ns0:v>0.79280769824981689</ns0:v>
                </ns0:pt>
                <ns0:pt idx="1181">
                  <ns0:v>0.79270279407501221</ns0:v>
                </ns0:pt>
                <ns0:pt idx="1182">
                  <ns0:v>0.79224753379821777</ns0:v>
                </ns0:pt>
                <ns0:pt idx="1183">
                  <ns0:v>0.79176133871078491</ns0:v>
                </ns0:pt>
                <ns0:pt idx="1184">
                  <ns0:v>0.79144835472106934</ns0:v>
                </ns0:pt>
                <ns0:pt idx="1185">
                  <ns0:v>0.79199975728988647</ns0:v>
                </ns0:pt>
                <ns0:pt idx="1186">
                  <ns0:v>0.79280275106430054</ns0:v>
                </ns0:pt>
                <ns0:pt idx="1187">
                  <ns0:v>0.79330575466156006</ns0:v>
                </ns0:pt>
                <ns0:pt idx="1188">
                  <ns0:v>0.79251289367675781</ns0:v>
                </ns0:pt>
                <ns0:pt idx="1189">
                  <ns0:v>0.79084253311157227</ns0:v>
                </ns0:pt>
                <ns0:pt idx="1190">
                  <ns0:v>0.79008132219314575</ns0:v>
                </ns0:pt>
                <ns0:pt idx="1191">
                  <ns0:v>0.7900090217590332</ns0:v>
                </ns0:pt>
                <ns0:pt idx="1192">
                  <ns0:v>0.79066085815429688</ns0:v>
                </ns0:pt>
                <ns0:pt idx="1193">
                  <ns0:v>0.79158127307891846</ns0:v>
                </ns0:pt>
                <ns0:pt idx="1194">
                  <ns0:v>0.79254209995269775</ns0:v>
                </ns0:pt>
                <ns0:pt idx="1195">
                  <ns0:v>0.79369419813156128</ns0:v>
                </ns0:pt>
                <ns0:pt idx="1196">
                  <ns0:v>0.79428404569625854</ns0:v>
                </ns0:pt>
                <ns0:pt idx="1197">
                  <ns0:v>0.79449295997619629</ns0:v>
                </ns0:pt>
                <ns0:pt idx="1198">
                  <ns0:v>0.79444175958633423</ns0:v>
                </ns0:pt>
                <ns0:pt idx="1199">
                  <ns0:v>0.79357379674911499</ns0:v>
                </ns0:pt>
                <ns0:pt idx="1200">
                  <ns0:v>0.79234755039215088</ns0:v>
                </ns0:pt>
                <ns0:pt idx="1201">
                  <ns0:v>0.79037421941757202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Data!$F$2:$F$1203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-0.023056181147694588</ns0:v>
                </ns0:pt>
                <ns0:pt idx="3">
                  <ns0:v>-0.024441951885819435</ns0:v>
                </ns0:pt>
                <ns0:pt idx="4">
                  <ns0:v>-0.02528579905629158</ns0:v>
                </ns0:pt>
                <ns0:pt idx="5">
                  <ns0:v>-0.02572280541062355</ns0:v>
                </ns0:pt>
                <ns0:pt idx="6">
                  <ns0:v>-0.025840472429990768</ns0:v>
                </ns0:pt>
                <ns0:pt idx="7">
                  <ns0:v>-0.025685621425509453</ns0:v>
                </ns0:pt>
                <ns0:pt idx="8">
                  <ns0:v>-0.025276198983192444</ns0:v>
                </ns0:pt>
                <ns0:pt idx="9">
                  <ns0:v>-0.024616893380880356</ns0:v>
                </ns0:pt>
                <ns0:pt idx="10">
                  <ns0:v>-0.02370820939540863</ns0:v>
                </ns0:pt>
                <ns0:pt idx="11">
                  <ns0:v>-0.022546283900737762</ns0:v>
                </ns0:pt>
                <ns0:pt idx="12">
                  <ns0:v>-0.021128002554178238</ns0:v>
                </ns0:pt>
                <ns0:pt idx="13">
                  <ns0:v>-0.019457826390862465</ns0:v>
                </ns0:pt>
                <ns0:pt idx="14">
                  <ns0:v>-0.017544377595186234</ns0:v>
                </ns0:pt>
                <ns0:pt idx="15">
                  <ns0:v>-0.015840303152799606</ns0:v>
                </ns0:pt>
                <ns0:pt idx="16">
                  <ns0:v>-0.014050836674869061</ns0:v>
                </ns0:pt>
                <ns0:pt idx="17">
                  <ns0:v>-0.012346726842224598</ns0:v>
                </ns0:pt>
                <ns0:pt idx="18">
                  <ns0:v>-0.010369435884058475</ns0:v>
                </ns0:pt>
                <ns0:pt idx="19">
                  <ns0:v>-0.0076483250595629215</ns0:v>
                </ns0:pt>
                <ns0:pt idx="20">
                  <ns0:v>-0.0038952052127569914</ns0:v>
                </ns0:pt>
                <ns0:pt idx="21">
                  <ns0:v>0.00087720784358680248</ns0:v>
                </ns0:pt>
                <ns0:pt idx="22">
                  <ns0:v>0.0065428381785750389</ns0:v>
                </ns0:pt>
                <ns0:pt idx="23">
                  <ns0:v>0.012913481332361698</ns0:v>
                </ns0:pt>
                <ns0:pt idx="24">
                  <ns0:v>0.019775783643126488</ns0:v>
                </ns0:pt>
                <ns0:pt idx="25">
                  <ns0:v>0.026925459504127502</ns0:v>
                </ns0:pt>
                <ns0:pt idx="26">
                  <ns0:v>0.034205842763185501</ns0:v>
                </ns0:pt>
                <ns0:pt idx="27">
                  <ns0:v>0.041527166962623596</ns0:v>
                </ns0:pt>
                <ns0:pt idx="28">
                  <ns0:v>0.048860620707273483</ns0:v>
                </ns0:pt>
                <ns0:pt idx="29">
                  <ns0:v>0.056209135800600052</ns0:v>
                </ns0:pt>
                <ns0:pt idx="30">
                  <ns0:v>0.063576012849807739</ns0:v>
                </ns0:pt>
                <ns0:pt idx="31">
                  <ns0:v>0.070954740047454834</ns0:v>
                </ns0:pt>
                <ns0:pt idx="32">
                  <ns0:v>0.078324668109416962</ns0:v>
                </ns0:pt>
                <ns0:pt idx="33">
                  <ns0:v>0.085623309016227722</ns0:v>
                </ns0:pt>
                <ns0:pt idx="34">
                  <ns0:v>0.092780038714408875</ns0:v>
                </ns0:pt>
                <ns0:pt idx="35">
                  <ns0:v>0.099720850586891174</ns0:v>
                </ns0:pt>
                <ns0:pt idx="36">
                  <ns0:v>0.10636276006698608</ns0:v>
                </ns0:pt>
                <ns0:pt idx="37">
                  <ns0:v>0.1126464307308197</ns0:v>
                </ns0:pt>
                <ns0:pt idx="38">
                  <ns0:v>0.11855524033308029</ns0:v>
                </ns0:pt>
                <ns0:pt idx="39">
                  <ns0:v>0.12411489337682724</ns0:v>
                </ns0:pt>
                <ns0:pt idx="40">
                  <ns0:v>0.12937626242637634</ns0:v>
                </ns0:pt>
                <ns0:pt idx="41">
                  <ns0:v>0.13440027832984924</ns0:v>
                </ns0:pt>
                <ns0:pt idx="42">
                  <ns0:v>0.13920101523399353</ns0:v>
                </ns0:pt>
                <ns0:pt idx="43">
                  <ns0:v>0.14377082884311676</ns0:v>
                </ns0:pt>
                <ns0:pt idx="44">
                  <ns0:v>0.14808094501495361</ns0:v>
                </ns0:pt>
                <ns0:pt idx="45">
                  <ns0:v>0.15224339067935944</ns0:v>
                </ns0:pt>
                <ns0:pt idx="46">
                  <ns0:v>0.15629377961158752</ns0:v>
                </ns0:pt>
                <ns0:pt idx="47">
                  <ns0:v>0.16020599007606506</ns0:v>
                </ns0:pt>
                <ns0:pt idx="48">
                  <ns0:v>0.16397872567176819</ns0:v>
                </ns0:pt>
                <ns0:pt idx="49">
                  <ns0:v>0.16765940189361572</ns0:v>
                </ns0:pt>
                <ns0:pt idx="50">
                  <ns0:v>0.17127518355846405</ns0:v>
                </ns0:pt>
                <ns0:pt idx="51">
                  <ns0:v>0.1748460978269577</ns0:v>
                </ns0:pt>
                <ns0:pt idx="52">
                  <ns0:v>0.17841066420078278</ns0:v>
                </ns0:pt>
                <ns0:pt idx="53">
                  <ns0:v>0.18203270435333252</ns0:v>
                </ns0:pt>
                <ns0:pt idx="54">
                  <ns0:v>0.18577134609222412</ns0:v>
                </ns0:pt>
                <ns0:pt idx="55">
                  <ns0:v>0.18966972827911377</ns0:v>
                </ns0:pt>
                <ns0:pt idx="56">
                  <ns0:v>0.19370479881763458</ns0:v>
                </ns0:pt>
                <ns0:pt idx="57">
                  <ns0:v>0.19788095355033875</ns0:v>
                </ns0:pt>
                <ns0:pt idx="58">
                  <ns0:v>0.20194296538829803</ns0:v>
                </ns0:pt>
                <ns0:pt idx="59">
                  <ns0:v>0.20568037033081055</ns0:v>
                </ns0:pt>
                <ns0:pt idx="60">
                  <ns0:v>0.20904397964477539</ns0:v>
                </ns0:pt>
                <ns0:pt idx="61">
                  <ns0:v>0.2121320366859436</ns0:v>
                </ns0:pt>
                <ns0:pt idx="62">
                  <ns0:v>0.21502584218978882</ns0:v>
                </ns0:pt>
                <ns0:pt idx="63">
                  <ns0:v>0.21785110235214233</ns0:v>
                </ns0:pt>
                <ns0:pt idx="64">
                  <ns0:v>0.2207067608833313</ns0:v>
                </ns0:pt>
                <ns0:pt idx="65">
                  <ns0:v>0.22365565598011017</ns0:v>
                </ns0:pt>
                <ns0:pt idx="66">
                  <ns0:v>0.22671547532081604</ns0:v>
                </ns0:pt>
                <ns0:pt idx="67">
                  <ns0:v>0.22991357743740082</ns0:v>
                </ns0:pt>
                <ns0:pt idx="68">
                  <ns0:v>0.23325920104980469</ns0:v>
                </ns0:pt>
                <ns0:pt idx="69">
                  <ns0:v>0.23673069477081299</ns0:v>
                </ns0:pt>
                <ns0:pt idx="70">
                  <ns0:v>0.24022689461708069</ns0:v>
                </ns0:pt>
                <ns0:pt idx="71">
                  <ns0:v>0.243569016456604</ns0:v>
                </ns0:pt>
                <ns0:pt idx="72">
                  <ns0:v>0.24675823748111725</ns0:v>
                </ns0:pt>
                <ns0:pt idx="73">
                  <ns0:v>0.24977535009384155</ns0:v>
                </ns0:pt>
                <ns0:pt idx="74">
                  <ns0:v>0.2525579035282135</ns0:v>
                </ns0:pt>
                <ns0:pt idx="75">
                  <ns0:v>0.25509223341941833</ns0:v>
                </ns0:pt>
                <ns0:pt idx="76">
                  <ns0:v>0.25742557644844055</ns0:v>
                </ns0:pt>
                <ns0:pt idx="77">
                  <ns0:v>0.25962069630622864</ns0:v>
                </ns0:pt>
                <ns0:pt idx="78">
                  <ns0:v>0.26171186566352844</ns0:v>
                </ns0:pt>
                <ns0:pt idx="79">
                  <ns0:v>0.26370328664779663</ns0:v>
                </ns0:pt>
                <ns0:pt idx="80">
                  <ns0:v>0.26556968688964844</ns0:v>
                </ns0:pt>
                <ns0:pt idx="81">
                  <ns0:v>0.26728272438049316</ns0:v>
                </ns0:pt>
                <ns0:pt idx="82">
                  <ns0:v>0.26870623230934143</ns0:v>
                </ns0:pt>
                <ns0:pt idx="83">
                  <ns0:v>0.27007162570953369</ns0:v>
                </ns0:pt>
                <ns0:pt idx="84">
                  <ns0:v>0.27160564064979553</ns0:v>
                </ns0:pt>
                <ns0:pt idx="85">
                  <ns0:v>0.27343660593032837</ns0:v>
                </ns0:pt>
                <ns0:pt idx="86">
                  <ns0:v>0.27560484409332275</ns0:v>
                </ns0:pt>
                <ns0:pt idx="87">
                  <ns0:v>0.27815151214599609</ns0:v>
                </ns0:pt>
                <ns0:pt idx="88">
                  <ns0:v>0.28103142976760864</ns0:v>
                </ns0:pt>
                <ns0:pt idx="89">
                  <ns0:v>0.28416562080383301</ns0:v>
                </ns0:pt>
                <ns0:pt idx="90">
                  <ns0:v>0.28745397925376892</ns0:v>
                </ns0:pt>
                <ns0:pt idx="91">
                  <ns0:v>0.2907978892326355</ns0:v>
                </ns0:pt>
                <ns0:pt idx="92">
                  <ns0:v>0.29410311579704285</ns0:v>
                </ns0:pt>
                <ns0:pt idx="93">
                  <ns0:v>0.29728206992149353</ns0:v>
                </ns0:pt>
                <ns0:pt idx="94">
                  <ns0:v>0.30009979009628296</ns0:v>
                </ns0:pt>
                <ns0:pt idx="95">
                  <ns0:v>0.30236470699310303</ns0:v>
                </ns0:pt>
                <ns0:pt idx="96">
                  <ns0:v>0.30422878265380859</ns0:v>
                </ns0:pt>
                <ns0:pt idx="97">
                  <ns0:v>0.30581203103065491</ns0:v>
                </ns0:pt>
                <ns0:pt idx="98">
                  <ns0:v>0.30725473165512085</ns0:v>
                </ns0:pt>
                <ns0:pt idx="99">
                  <ns0:v>0.30868533253669739</ns0:v>
                </ns0:pt>
                <ns0:pt idx="100">
                  <ns0:v>0.31020569801330566</ns0:v>
                </ns0:pt>
                <ns0:pt idx="101">
                  <ns0:v>0.31185933947563171</ns0:v>
                </ns0:pt>
                <ns0:pt idx="102">
                  <ns0:v>0.31363204121589661</ns0:v>
                </ns0:pt>
                <ns0:pt idx="103">
                  <ns0:v>0.3154723048210144</ns0:v>
                </ns0:pt>
                <ns0:pt idx="104">
                  <ns0:v>0.31732255220413208</ns0:v>
                </ns0:pt>
                <ns0:pt idx="105">
                  <ns0:v>0.31912139058113098</ns0:v>
                </ns0:pt>
                <ns0:pt idx="106">
                  <ns0:v>0.32079184055328369</ns0:v>
                </ns0:pt>
                <ns0:pt idx="107">
                  <ns0:v>0.32219025492668152</ns0:v>
                </ns0:pt>
                <ns0:pt idx="108">
                  <ns0:v>0.32334673404693604</ns0:v>
                </ns0:pt>
                <ns0:pt idx="109">
                  <ns0:v>0.32433223724365234</ns0:v>
                </ns0:pt>
                <ns0:pt idx="110">
                  <ns0:v>0.32519435882568359</ns0:v>
                </ns0:pt>
                <ns0:pt idx="111">
                  <ns0:v>0.32596945762634277</ns0:v>
                </ns0:pt>
                <ns0:pt idx="112">
                  <ns0:v>0.32669219374656677</ns0:v>
                </ns0:pt>
                <ns0:pt idx="113">
                  <ns0:v>0.3273809552192688</ns0:v>
                </ns0:pt>
                <ns0:pt idx="114">
                  <ns0:v>0.32802826166152954</ns0:v>
                </ns0:pt>
                <ns0:pt idx="115">
                  <ns0:v>0.32861626148223877</ns0:v>
                </ns0:pt>
                <ns0:pt idx="116">
                  <ns0:v>0.32911708950996399</ns0:v>
                </ns0:pt>
                <ns0:pt idx="117">
                  <ns0:v>0.32951086759567261</ns0:v>
                </ns0:pt>
                <ns0:pt idx="118">
                  <ns0:v>0.32966163754463196</ns0:v>
                </ns0:pt>
                <ns0:pt idx="119">
                  <ns0:v>0.32976952195167542</ns0:v>
                </ns0:pt>
                <ns0:pt idx="120">
                  <ns0:v>0.33004081249237061</ns0:v>
                </ns0:pt>
                <ns0:pt idx="121">
                  <ns0:v>0.33053112030029297</ns0:v>
                </ns0:pt>
                <ns0:pt idx="122">
                  <ns0:v>0.33122652769088745</ns0:v>
                </ns0:pt>
                <ns0:pt idx="123">
                  <ns0:v>0.33211567997932434</ns0:v>
                </ns0:pt>
                <ns0:pt idx="124">
                  <ns0:v>0.33318629860877991</ns0:v>
                </ns0:pt>
                <ns0:pt idx="125">
                  <ns0:v>0.33441245555877686</ns0:v>
                </ns0:pt>
                <ns0:pt idx="126">
                  <ns0:v>0.33573871850967407</ns0:v>
                </ns0:pt>
                <ns0:pt idx="127">
                  <ns0:v>0.33708637952804565</ns0:v>
                </ns0:pt>
                <ns0:pt idx="128">
                  <ns0:v>0.33835244178771973</ns0:v>
                </ns0:pt>
                <ns0:pt idx="129">
                  <ns0:v>0.3394942581653595</ns0:v>
                </ns0:pt>
                <ns0:pt idx="130">
                  <ns0:v>0.34024909138679504</ns0:v>
                </ns0:pt>
                <ns0:pt idx="131">
                  <ns0:v>0.34072157740592957</ns0:v>
                </ns0:pt>
                <ns0:pt idx="132">
                  <ns0:v>0.34123232960700989</ns0:v>
                </ns0:pt>
                <ns0:pt idx="133">
                  <ns0:v>0.34188419580459595</ns0:v>
                </ns0:pt>
                <ns0:pt idx="134">
                  <ns0:v>0.34270435571670532</ns0:v>
                </ns0:pt>
                <ns0:pt idx="135">
                  <ns0:v>0.34369164705276489</ns0:v>
                </ns0:pt>
                <ns0:pt idx="136">
                  <ns0:v>0.34479627013206482</ns0:v>
                </ns0:pt>
                <ns0:pt idx="137">
                  <ns0:v>0.34595242142677307</ns0:v>
                </ns0:pt>
                <ns0:pt idx="138">
                  <ns0:v>0.34710061550140381</ns0:v>
                </ns0:pt>
                <ns0:pt idx="139">
                  <ns0:v>0.34819728136062622</ns0:v>
                </ns0:pt>
                <ns0:pt idx="140">
                  <ns0:v>0.34918344020843506</ns0:v>
                </ns0:pt>
                <ns0:pt idx="141">
                  <ns0:v>0.35003715753555298</ns0:v>
                </ns0:pt>
                <ns0:pt idx="142">
                  <ns0:v>0.35045960545539856</ns0:v>
                </ns0:pt>
                <ns0:pt idx="143">
                  <ns0:v>0.35061511397361755</ns0:v>
                </ns0:pt>
                <ns0:pt idx="144">
                  <ns0:v>0.35065001249313354</ns0:v>
                </ns0:pt>
                <ns0:pt idx="145">
                  <ns0:v>0.35063621401786804</ns0:v>
                </ns0:pt>
                <ns0:pt idx="146">
                  <ns0:v>0.35064190626144409</ns0:v>
                </ns0:pt>
                <ns0:pt idx="147">
                  <ns0:v>0.3507142961025238</ns0:v>
                </ns0:pt>
                <ns0:pt idx="148">
                  <ns0:v>0.35086712241172791</ns0:v>
                </ns0:pt>
                <ns0:pt idx="149">
                  <ns0:v>0.35109496116638184</ns0:v>
                </ns0:pt>
                <ns0:pt idx="150">
                  <ns0:v>0.35136100649833679</ns0:v>
                </ns0:pt>
                <ns0:pt idx="151">
                  <ns0:v>0.35161471366882324</ns0:v>
                </ns0:pt>
                <ns0:pt idx="152">
                  <ns0:v>0.35178864002227783</ns0:v>
                </ns0:pt>
                <ns0:pt idx="153">
                  <ns0:v>0.35182011127471924</ns0:v>
                </ns0:pt>
                <ns0:pt idx="154">
                  <ns0:v>0.351490318775177</ns0:v>
                </ns0:pt>
                <ns0:pt idx="155">
                  <ns0:v>0.35105812549591064</ns0:v>
                </ns0:pt>
                <ns0:pt idx="156">
                  <ns0:v>0.35061049461364746</ns0:v>
                </ns0:pt>
                <ns0:pt idx="157">
                  <ns0:v>0.35022145509719849</ns0:v>
                </ns0:pt>
                <ns0:pt idx="158">
                  <ns0:v>0.34995502233505249</ns0:v>
                </ns0:pt>
                <ns0:pt idx="159">
                  <ns0:v>0.34987336397171021</ns0:v>
                </ns0:pt>
                <ns0:pt idx="160">
                  <ns0:v>0.34998658299446106</ns0:v>
                </ns0:pt>
                <ns0:pt idx="161">
                  <ns0:v>0.35027831792831421</ns0:v>
                </ns0:pt>
                <ns0:pt idx="162">
                  <ns0:v>0.35068023204803467</ns0:v>
                </ns0:pt>
                <ns0:pt idx="163">
                  <ns0:v>0.35110324621200562</ns0:v>
                </ns0:pt>
                <ns0:pt idx="164">
                  <ns0:v>0.35145202279090881</ns0:v>
                </ns0:pt>
                <ns0:pt idx="165">
                  <ns0:v>0.35153961181640625</ns0:v>
                </ns0:pt>
                <ns0:pt idx="166">
                  <ns0:v>0.3513062596321106</ns0:v>
                </ns0:pt>
                <ns0:pt idx="167">
                  <ns0:v>0.35113352537155151</ns0:v>
                </ns0:pt>
                <ns0:pt idx="168">
                  <ns0:v>0.35113725066184998</ns0:v>
                </ns0:pt>
                <ns0:pt idx="169">
                  <ns0:v>0.35134875774383545</ns0:v>
                </ns0:pt>
                <ns0:pt idx="170">
                  <ns0:v>0.35178092122077942</ns0:v>
                </ns0:pt>
                <ns0:pt idx="171">
                  <ns0:v>0.35241726040840149</ns0:v>
                </ns0:pt>
                <ns0:pt idx="172">
                  <ns0:v>0.35323634743690491</ns0:v>
                </ns0:pt>
                <ns0:pt idx="173">
                  <ns0:v>0.3541828989982605</ns0:v>
                </ns0:pt>
                <ns0:pt idx="174">
                  <ns0:v>0.35517674684524536</ns0:v>
                </ns0:pt>
                <ns0:pt idx="175">
                  <ns0:v>0.35610824823379517</ns0:v>
                </ns0:pt>
                <ns0:pt idx="176">
                  <ns0:v>0.35681316256523132</ns0:v>
                </ns0:pt>
                <ns0:pt idx="177">
                  <ns0:v>0.3570195734500885</ns0:v>
                </ns0:pt>
                <ns0:pt idx="178">
                  <ns0:v>0.35679337382316589</ns0:v>
                </ns0:pt>
                <ns0:pt idx="179">
                  <ns0:v>0.35648778080940247</ns0:v>
                </ns0:pt>
                <ns0:pt idx="180">
                  <ns0:v>0.35632669925689697</ns0:v>
                </ns0:pt>
                <ns0:pt idx="181">
                  <ns0:v>0.35641822218894958</ns0:v>
                </ns0:pt>
                <ns0:pt idx="182">
                  <ns0:v>0.35679057240486145</ns0:v>
                </ns0:pt>
                <ns0:pt idx="183">
                  <ns0:v>0.3574022650718689</ns0:v>
                </ns0:pt>
                <ns0:pt idx="184">
                  <ns0:v>0.3581652045249939</ns0:v>
                </ns0:pt>
                <ns0:pt idx="185">
                  <ns0:v>0.35898643732070923</ns0:v>
                </ns0:pt>
                <ns0:pt idx="186">
                  <ns0:v>0.3597627580165863</ns0:v>
                </ns0:pt>
                <ns0:pt idx="187">
                  <ns0:v>0.36037671566009521</ns0:v>
                </ns0:pt>
                <ns0:pt idx="188">
                  <ns0:v>0.36071503162384033</ns0:v>
                </ns0:pt>
                <ns0:pt idx="189">
                  <ns0:v>0.36064937710762024</ns0:v>
                </ns0:pt>
                <ns0:pt idx="190">
                  <ns0:v>0.36039799451828003</ns0:v>
                </ns0:pt>
                <ns0:pt idx="191">
                  <ns0:v>0.36013484001159668</ns0:v>
                </ns0:pt>
                <ns0:pt idx="192">
                  <ns0:v>0.35992085933685303</ns0:v>
                </ns0:pt>
                <ns0:pt idx="193">
                  <ns0:v>0.35978955030441284</ns0:v>
                </ns0:pt>
                <ns0:pt idx="194">
                  <ns0:v>0.35975959897041321</ns0:v>
                </ns0:pt>
                <ns0:pt idx="195">
                  <ns0:v>0.35983672738075256</ns0:v>
                </ns0:pt>
                <ns0:pt idx="196">
                  <ns0:v>0.35999947786331177</ns0:v>
                </ns0:pt>
                <ns0:pt idx="197">
                  <ns0:v>0.36019217967987061</ns0:v>
                </ns0:pt>
                <ns0:pt idx="198">
                  <ns0:v>0.36034584045410156</ns0:v>
                </ns0:pt>
                <ns0:pt idx="199">
                  <ns0:v>0.36040288209915161</ns0:v>
                </ns0:pt>
                <ns0:pt idx="200">
                  <ns0:v>0.36016952991485596</ns0:v>
                </ns0:pt>
                <ns0:pt idx="201">
                  <ns0:v>0.35970211029052734</ns0:v>
                </ns0:pt>
                <ns0:pt idx="202">
                  <ns0:v>0.3593132495880127</ns0:v>
                </ns0:pt>
                <ns0:pt idx="203">
                  <ns0:v>0.35914382338523865</ns0:v>
                </ns0:pt>
                <ns0:pt idx="204">
                  <ns0:v>0.35920295119285583</ns0:v>
                </ns0:pt>
                <ns0:pt idx="205">
                  <ns0:v>0.35943672060966492</ns0:v>
                </ns0:pt>
                <ns0:pt idx="206">
                  <ns0:v>0.35978186130523682</ns0:v>
                </ns0:pt>
                <ns0:pt idx="207">
                  <ns0:v>0.36017456650733948</ns0:v>
                </ns0:pt>
                <ns0:pt idx="208">
                  <ns0:v>0.36056762933731079</ns0:v>
                </ns0:pt>
                <ns0:pt idx="209">
                  <ns0:v>0.36091956496238708</ns0:v>
                </ns0:pt>
                <ns0:pt idx="210">
                  <ns0:v>0.36116856336593628</ns0:v>
                </ns0:pt>
                <ns0:pt idx="211">
                  <ns0:v>0.36133348941802979</ns0:v>
                </ns0:pt>
                <ns0:pt idx="212">
                  <ns0:v>0.36121270060539246</ns0:v>
                </ns0:pt>
                <ns0:pt idx="213">
                  <ns0:v>0.36085158586502075</ns0:v>
                </ns0:pt>
                <ns0:pt idx="214">
                  <ns0:v>0.36047053337097168</ns0:v>
                </ns0:pt>
                <ns0:pt idx="215">
                  <ns0:v>0.36015072464942932</ns0:v>
                </ns0:pt>
                <ns0:pt idx="216">
                  <ns0:v>0.35994410514831543</ns0:v>
                </ns0:pt>
                <ns0:pt idx="217">
                  <ns0:v>0.35988926887512207</ns0:v>
                </ns0:pt>
                <ns0:pt idx="218">
                  <ns0:v>0.36001339554786682</ns0:v>
                </ns0:pt>
                <ns0:pt idx="219">
                  <ns0:v>0.36031517386436462</ns0:v>
                </ns0:pt>
                <ns0:pt idx="220">
                  <ns0:v>0.36075225472450256</ns0:v>
                </ns0:pt>
                <ns0:pt idx="221">
                  <ns0:v>0.36124935746192932</ns0:v>
                </ns0:pt>
                <ns0:pt idx="222">
                  <ns0:v>0.3616977334022522</ns0:v>
                </ns0:pt>
                <ns0:pt idx="223">
                  <ns0:v>0.36197999119758606</ns0:v>
                </ns0:pt>
                <ns0:pt idx="224">
                  <ns0:v>0.36179089546203613</ns0:v>
                </ns0:pt>
                <ns0:pt idx="225">
                  <ns0:v>0.36132568120956421</ns0:v>
                </ns0:pt>
                <ns0:pt idx="226">
                  <ns0:v>0.36077091097831726</ns0:v>
                </ns0:pt>
                <ns0:pt idx="227">
                  <ns0:v>0.36029148101806641</ns0:v>
                </ns0:pt>
                <ns0:pt idx="228">
                  <ns0:v>0.35996735095977783</ns0:v>
                </ns0:pt>
                <ns0:pt idx="229">
                  <ns0:v>0.35985103249549866</ns0:v>
                </ns0:pt>
                <ns0:pt idx="230">
                  <ns0:v>0.3599407970905304</ns0:v>
                </ns0:pt>
                <ns0:pt idx="231">
                  <ns0:v>0.36019831895828247</ns0:v>
                </ns0:pt>
                <ns0:pt idx="232">
                  <ns0:v>0.36055535078048706</ns0:v>
                </ns0:pt>
                <ns0:pt idx="233">
                  <ns0:v>0.36091220378875732</ns0:v>
                </ns0:pt>
                <ns0:pt idx="234">
                  <ns0:v>0.36117583513259888</ns0:v>
                </ns0:pt>
                <ns0:pt idx="235">
                  <ns0:v>0.36120259761810303</ns0:v>
                </ns0:pt>
                <ns0:pt idx="236">
                  <ns0:v>0.36086836457252502</ns0:v>
                </ns0:pt>
                <ns0:pt idx="237">
                  <ns0:v>0.36047706007957458</ns0:v>
                </ns0:pt>
                <ns0:pt idx="238">
                  <ns0:v>0.36017444729804993</ns0:v>
                </ns0:pt>
                <ns0:pt idx="239">
                  <ns0:v>0.36002147197723389</ns0:v>
                </ns0:pt>
                <ns0:pt idx="240">
                  <ns0:v>0.36004638671875</ns0:v>
                </ns0:pt>
                <ns0:pt idx="241">
                  <ns0:v>0.36024928092956543</ns0:v>
                </ns0:pt>
                <ns0:pt idx="242">
                  <ns0:v>0.36062458157539368</ns0:v>
                </ns0:pt>
                <ns0:pt idx="243">
                  <ns0:v>0.36112484335899353</ns0:v>
                </ns0:pt>
                <ns0:pt idx="244">
                  <ns0:v>0.36166656017303467</ns0:v>
                </ns0:pt>
                <ns0:pt idx="245">
                  <ns0:v>0.36213290691375732</ns0:v>
                </ns0:pt>
                <ns0:pt idx="246">
                  <ns0:v>0.36237704753875732</ns0:v>
                </ns0:pt>
                <ns0:pt idx="247">
                  <ns0:v>0.36215442419052124</ns0:v>
                </ns0:pt>
                <ns0:pt idx="248">
                  <ns0:v>0.36153766512870789</ns0:v>
                </ns0:pt>
                <ns0:pt idx="249">
                  <ns0:v>0.3609735369682312</ns0:v>
                </ns0:pt>
                <ns0:pt idx="250">
                  <ns0:v>0.36067473888397217</ns0:v>
                </ns0:pt>
                <ns0:pt idx="251">
                  <ns0:v>0.36072039604187012</ns0:v>
                </ns0:pt>
                <ns0:pt idx="252">
                  <ns0:v>0.36109337210655212</ns0:v>
                </ns0:pt>
                <ns0:pt idx="253">
                  <ns0:v>0.3617168664932251</ns0:v>
                </ns0:pt>
                <ns0:pt idx="254">
                  <ns0:v>0.36249458789825439</ns0:v>
                </ns0:pt>
                <ns0:pt idx="255">
                  <ns0:v>0.36330628395080566</ns0:v>
                </ns0:pt>
                <ns0:pt idx="256">
                  <ns0:v>0.36404237151145935</ns0:v>
                </ns0:pt>
                <ns0:pt idx="257">
                  <ns0:v>0.36459791660308838</ns0:v>
                </ns0:pt>
                <ns0:pt idx="258">
                  <ns0:v>0.36466437578201294</ns0:v>
                </ns0:pt>
                <ns0:pt idx="259">
                  <ns0:v>0.36422637104988098</ns0:v>
                </ns0:pt>
                <ns0:pt idx="260">
                  <ns0:v>0.36353528499603271</ns0:v>
                </ns0:pt>
                <ns0:pt idx="261">
                  <ns0:v>0.36283218860626221</ns0:v>
                </ns0:pt>
                <ns0:pt idx="262">
                  <ns0:v>0.36224934458732605</ns0:v>
                </ns0:pt>
                <ns0:pt idx="263">
                  <ns0:v>0.36186641454696655</ns0:v>
                </ns0:pt>
                <ns0:pt idx="264">
                  <ns0:v>0.36171111464500427</ns0:v>
                </ns0:pt>
                <ns0:pt idx="265">
                  <ns0:v>0.36177772283554077</ns0:v>
                </ns0:pt>
                <ns0:pt idx="266">
                  <ns0:v>0.362009197473526</ns0:v>
                </ns0:pt>
                <ns0:pt idx="267">
                  <ns0:v>0.36230233311653137</ns0:v>
                </ns0:pt>
                <ns0:pt idx="268">
                  <ns0:v>0.36253538727760315</ns0:v>
                </ns0:pt>
                <ns0:pt idx="269">
                  <ns0:v>0.36258155107498169</ns0:v>
                </ns0:pt>
                <ns0:pt idx="270">
                  <ns0:v>0.36223059892654419</ns0:v>
                </ns0:pt>
                <ns0:pt idx="271">
                  <ns0:v>0.36159652471542358</ns0:v>
                </ns0:pt>
                <ns0:pt idx="272">
                  <ns0:v>0.361034095287323</ns0:v>
                </ns0:pt>
                <ns0:pt idx="273">
                  <ns0:v>0.36070170998573303</ns0:v>
                </ns0:pt>
                <ns0:pt idx="274">
                  <ns0:v>0.36061990261077881</ns0:v>
                </ns0:pt>
                <ns0:pt idx="275">
                  <ns0:v>0.36074170470237732</ns0:v>
                </ns0:pt>
                <ns0:pt idx="276">
                  <ns0:v>0.36100691556930542</ns0:v>
                </ns0:pt>
                <ns0:pt idx="277">
                  <ns0:v>0.36134731769561768</ns0:v>
                </ns0:pt>
                <ns0:pt idx="278">
                  <ns0:v>0.36169940233230591</ns0:v>
                </ns0:pt>
                <ns0:pt idx="279">
                  <ns0:v>0.36198645830154419</ns0:v>
                </ns0:pt>
                <ns0:pt idx="280">
                  <ns0:v>0.3621259331703186</ns0:v>
                </ns0:pt>
                <ns0:pt idx="281">
                  <ns0:v>0.36192154884338379</ns0:v>
                </ns0:pt>
                <ns0:pt idx="282">
                  <ns0:v>0.36131575703620911</ns0:v>
                </ns0:pt>
                <ns0:pt idx="283">
                  <ns0:v>0.36070120334625244</ns0:v>
                </ns0:pt>
                <ns0:pt idx="284">
                  <ns0:v>0.36025989055633545</ns0:v>
                </ns0:pt>
                <ns0:pt idx="285">
                  <ns0:v>0.36003577709197998</ns0:v>
                </ns0:pt>
                <ns0:pt idx="286">
                  <ns0:v>0.36002007126808167</ns0:v>
                </ns0:pt>
                <ns0:pt idx="287">
                  <ns0:v>0.36018353700637817</ns0:v>
                </ns0:pt>
                <ns0:pt idx="288">
                  <ns0:v>0.36048850417137146</ns0:v>
                </ns0:pt>
                <ns0:pt idx="289">
                  <ns0:v>0.36089247465133667</ns0:v>
                </ns0:pt>
                <ns0:pt idx="290">
                  <ns0:v>0.36132925748825073</ns0:v>
                </ns0:pt>
                <ns0:pt idx="291">
                  <ns0:v>0.36172720789909363</ns0:v>
                </ns0:pt>
                <ns0:pt idx="292">
                  <ns0:v>0.36201900243759155</ns0:v>
                </ns0:pt>
                <ns0:pt idx="293">
                  <ns0:v>0.36195823550224304</ns0:v>
                </ns0:pt>
                <ns0:pt idx="294">
                  <ns0:v>0.36157140135765076</ns0:v>
                </ns0:pt>
                <ns0:pt idx="295">
                  <ns0:v>0.36112856864929199</ns0:v>
                </ns0:pt>
                <ns0:pt idx="296">
                  <ns0:v>0.3607504665851593</ns0:v>
                </ns0:pt>
                <ns0:pt idx="297">
                  <ns0:v>0.36050233244895935</ns0:v>
                </ns0:pt>
                <ns0:pt idx="298">
                  <ns0:v>0.36039569973945618</ns0:v>
                </ns0:pt>
                <ns0:pt idx="299">
                  <ns0:v>0.36041945219039917</ns0:v>
                </ns0:pt>
                <ns0:pt idx="300">
                  <ns0:v>0.36054572463035583</ns0:v>
                </ns0:pt>
                <ns0:pt idx="301">
                  <ns0:v>0.36072611808776855</ns0:v>
                </ns0:pt>
                <ns0:pt idx="302">
                  <ns0:v>0.36090904474258423</ns0:v>
                </ns0:pt>
                <ns0:pt idx="303">
                  <ns0:v>0.36102420091629028</ns0:v>
                </ns0:pt>
                <ns0:pt idx="304">
                  <ns0:v>0.36094215512275696</ns0:v>
                </ns0:pt>
                <ns0:pt idx="305">
                  <ns0:v>0.36042186617851257</ns0:v>
                </ns0:pt>
                <ns0:pt idx="306">
                  <ns0:v>0.35973021388053894</ns0:v>
                </ns0:pt>
                <ns0:pt idx="307">
                  <ns0:v>0.35910603404045105</ns0:v>
                </ns0:pt>
                <ns0:pt idx="308">
                  <ns0:v>0.35862338542938232</ns0:v>
                </ns0:pt>
                <ns0:pt idx="309">
                  <ns0:v>0.35830819606781006</ns0:v>
                </ns0:pt>
                <ns0:pt idx="310">
                  <ns0:v>0.35817033052444458</ns0:v>
                </ns0:pt>
                <ns0:pt idx="311">
                  <ns0:v>0.35821256041526794</ns0:v>
                </ns0:pt>
                <ns0:pt idx="312">
                  <ns0:v>0.35840880870819092</ns0:v>
                </ns0:pt>
                <ns0:pt idx="313">
                  <ns0:v>0.35869684815406799</ns0:v>
                </ns0:pt>
                <ns0:pt idx="314">
                  <ns0:v>0.35899296402931213</ns0:v>
                </ns0:pt>
                <ns0:pt idx="315">
                  <ns0:v>0.35920119285583496</ns0:v>
                </ns0:pt>
                <ns0:pt idx="316">
                  <ns0:v>0.35909581184387207</ns0:v>
                </ns0:pt>
                <ns0:pt idx="317">
                  <ns0:v>0.35861411690711975</ns0:v>
                </ns0:pt>
                <ns0:pt idx="318">
                  <ns0:v>0.35805922746658325</ns0:v>
                </ns0:pt>
                <ns0:pt idx="319">
                  <ns0:v>0.35758998990058899</ns0:v>
                </ns0:pt>
                <ns0:pt idx="320">
                  <ns0:v>0.35729303956031799</ns0:v>
                </ns0:pt>
                <ns0:pt idx="321">
                  <ns0:v>0.35715848207473755</ns0:v>
                </ns0:pt>
                <ns0:pt idx="322">
                  <ns0:v>0.35716900229454041</ns0:v>
                </ns0:pt>
                <ns0:pt idx="323">
                  <ns0:v>0.35730454325675964</ns0:v>
                </ns0:pt>
                <ns0:pt idx="324">
                  <ns0:v>0.35752934217453003</ns0:v>
                </ns0:pt>
                <ns0:pt idx="325">
                  <ns0:v>0.35779383778572083</ns0:v>
                </ns0:pt>
                <ns0:pt idx="326">
                  <ns0:v>0.35802379250526428</ns0:v>
                </ns0:pt>
                <ns0:pt idx="327">
                  <ns0:v>0.35813227295875549</ns0:v>
                </ns0:pt>
                <ns0:pt idx="328">
                  <ns0:v>0.35779827833175659</ns0:v>
                </ns0:pt>
                <ns0:pt idx="329">
                  <ns0:v>0.35716044902801514</ns0:v>
                </ns0:pt>
                <ns0:pt idx="330">
                  <ns0:v>0.35662782192230225</ns0:v>
                </ns0:pt>
                <ns0:pt idx="331">
                  <ns0:v>0.35626086592674255</ns0:v>
                </ns0:pt>
                <ns0:pt idx="332">
                  <ns0:v>0.35607746243476868</ns0:v>
                </ns0:pt>
                <ns0:pt idx="333">
                  <ns0:v>0.35606107115745544</ns0:v>
                </ns0:pt>
                <ns0:pt idx="334">
                  <ns0:v>0.35619494318962097</ns0:v>
                </ns0:pt>
                <ns0:pt idx="335">
                  <ns0:v>0.3564528226852417</ns0:v>
                </ns0:pt>
                <ns0:pt idx="336">
                  <ns0:v>0.35678589344024658</ns0:v>
                </ns0:pt>
                <ns0:pt idx="337">
                  <ns0:v>0.3571317195892334</ns0:v>
                </ns0:pt>
                <ns0:pt idx="338">
                  <ns0:v>0.35740417242050171</ns0:v>
                </ns0:pt>
                <ns0:pt idx="339">
                  <ns0:v>0.35746890306472778</ns0:v>
                </ns0:pt>
                <ns0:pt idx="340">
                  <ns0:v>0.35708293318748474</ns0:v>
                </ns0:pt>
                <ns0:pt idx="341">
                  <ns0:v>0.35646918416023254</ns0:v>
                </ns0:pt>
                <ns0:pt idx="342">
                  <ns0:v>0.35583928227424622</ns0:v>
                </ns0:pt>
                <ns0:pt idx="343">
                  <ns0:v>0.35533398389816284</ns0:v>
                </ns0:pt>
                <ns0:pt idx="344">
                  <ns0:v>0.35502436757087708</ns0:v>
                </ns0:pt>
                <ns0:pt idx="345">
                  <ns0:v>0.35495033860206604</ns0:v>
                </ns0:pt>
                <ns0:pt idx="346">
                  <ns0:v>0.35511818528175354</ns0:v>
                </ns0:pt>
                <ns0:pt idx="347">
                  <ns0:v>0.35549518465995789</ns0:v>
                </ns0:pt>
                <ns0:pt idx="348">
                  <ns0:v>0.35599425435066223</ns0:v>
                </ns0:pt>
                <ns0:pt idx="349">
                  <ns0:v>0.35651019215583801</ns0:v>
                </ns0:pt>
                <ns0:pt idx="350">
                  <ns0:v>0.35693153738975525</ns0:v>
                </ns0:pt>
                <ns0:pt idx="351">
                  <ns0:v>0.35697191953659058</ns0:v>
                </ns0:pt>
                <ns0:pt idx="352">
                  <ns0:v>0.3566228449344635</ns0:v>
                </ns0:pt>
                <ns0:pt idx="353">
                  <ns0:v>0.35628524422645569</ns0:v>
                </ns0:pt>
                <ns0:pt idx="354">
                  <ns0:v>0.35605323314666748</ns0:v>
                </ns0:pt>
                <ns0:pt idx="355">
                  <ns0:v>0.355945885181427</ns0:v>
                </ns0:pt>
                <ns0:pt idx="356">
                  <ns0:v>0.35599285364151001</ns0:v>
                </ns0:pt>
                <ns0:pt idx="357">
                  <ns0:v>0.35619425773620605</ns0:v>
                </ns0:pt>
                <ns0:pt idx="358">
                  <ns0:v>0.35654628276824951</ns0:v>
                </ns0:pt>
                <ns0:pt idx="359">
                  <ns0:v>0.35700851678848267</ns0:v>
                </ns0:pt>
                <ns0:pt idx="360">
                  <ns0:v>0.35750576853752136</ns0:v>
                </ns0:pt>
                <ns0:pt idx="361">
                  <ns0:v>0.35794177651405334</ns0:v>
                </ns0:pt>
                <ns0:pt idx="362">
                  <ns0:v>0.35816645622253418</ns0:v>
                </ns0:pt>
                <ns0:pt idx="363">
                  <ns0:v>0.35796695947647095</ns0:v>
                </ns0:pt>
                <ns0:pt idx="364">
                  <ns0:v>0.3574368953704834</ns0:v>
                </ns0:pt>
                <ns0:pt idx="365">
                  <ns0:v>0.35696122050285339</ns0:v>
                </ns0:pt>
                <ns0:pt idx="366">
                  <ns0:v>0.35670143365859985</ns0:v>
                </ns0:pt>
                <ns0:pt idx="367">
                  <ns0:v>0.35671654343605042</ns0:v>
                </ns0:pt>
                <ns0:pt idx="368">
                  <ns0:v>0.35699445009231567</ns0:v>
                </ns0:pt>
                <ns0:pt idx="369">
                  <ns0:v>0.35748288035392761</ns0:v>
                </ns0:pt>
                <ns0:pt idx="370">
                  <ns0:v>0.35810548067092896</ns0:v>
                </ns0:pt>
                <ns0:pt idx="371">
                  <ns0:v>0.35878604650497437</ns0:v>
                </ns0:pt>
                <ns0:pt idx="372">
                  <ns0:v>0.35942959785461426</ns0:v>
                </ns0:pt>
                <ns0:pt idx="373">
                  <ns0:v>0.35993042588233948</ns0:v>
                </ns0:pt>
                <ns0:pt idx="374">
                  <ns0:v>0.36007046699523926</ns0:v>
                </ns0:pt>
                <ns0:pt idx="375">
                  <ns0:v>0.35975229740142822</ns0:v>
                </ns0:pt>
                <ns0:pt idx="376">
                  <ns0:v>0.35927435755729675</ns0:v>
                </ns0:pt>
                <ns0:pt idx="377">
                  <ns0:v>0.35881084203720093</ns0:v>
                </ns0:pt>
                <ns0:pt idx="378">
                  <ns0:v>0.35848191380500793</ns0:v>
                </ns0:pt>
                <ns0:pt idx="379">
                  <ns0:v>0.35837450623512268</ns0:v>
                </ns0:pt>
                <ns0:pt idx="380">
                  <ns0:v>0.3585284948348999</ns0:v>
                </ns0:pt>
                <ns0:pt idx="381">
                  <ns0:v>0.3589305579662323</ns0:v>
                </ns0:pt>
                <ns0:pt idx="382">
                  <ns0:v>0.35951629281044006</ns0:v>
                </ns0:pt>
                <ns0:pt idx="383">
                  <ns0:v>0.36017784476280212</ns0:v>
                </ns0:pt>
                <ns0:pt idx="384">
                  <ns0:v>0.36078208684921265</ns0:v>
                </ns0:pt>
                <ns0:pt idx="385">
                  <ns0:v>0.36117419600486755</ns0:v>
                </ns0:pt>
                <ns0:pt idx="386">
                  <ns0:v>0.36113044619560242</ns0:v>
                </ns0:pt>
                <ns0:pt idx="387">
                  <ns0:v>0.36076059937477112</ns0:v>
                </ns0:pt>
                <ns0:pt idx="388">
                  <ns0:v>0.36040151119232178</ns0:v>
                </ns0:pt>
                <ns0:pt idx="389">
                  <ns0:v>0.36023879051208496</ns0:v>
                </ns0:pt>
                <ns0:pt idx="390">
                  <ns0:v>0.36067560315132141</ns0:v>
                </ns0:pt>
                <ns0:pt idx="391">
                  <ns0:v>0.3612968921661377</ns0:v>
                </ns0:pt>
                <ns0:pt idx="392">
                  <ns0:v>0.36197268962860107</ns0:v>
                </ns0:pt>
                <ns0:pt idx="393">
                  <ns0:v>0.36256131529808044</ns0:v>
                </ns0:pt>
                <ns0:pt idx="394">
                  <ns0:v>0.36293941736221313</ns0:v>
                </ns0:pt>
                <ns0:pt idx="395">
                  <ns0:v>0.36301174759864807</ns0:v>
                </ns0:pt>
                <ns0:pt idx="396">
                  <ns0:v>0.36271870136260986</ns0:v>
                </ns0:pt>
                <ns0:pt idx="397">
                  <ns0:v>0.36206281185150146</ns0:v>
                </ns0:pt>
                <ns0:pt idx="398">
                  <ns0:v>0.36114323139190674</ns0:v>
                </ns0:pt>
                <ns0:pt idx="399">
                  <ns0:v>0.3603438138961792</ns0:v>
                </ns0:pt>
                <ns0:pt idx="400">
                  <ns0:v>0.36002090573310852</ns0:v>
                </ns0:pt>
                <ns0:pt idx="401">
                  <ns0:v>0.36031702160835266</ns0:v>
                </ns0:pt>
                <ns0:pt idx="402">
                  <ns0:v>0.36705395579338074</ns0:v>
                </ns0:pt>
                <ns0:pt idx="403">
                  <ns0:v>0.36726731061935425</ns0:v>
                </ns0:pt>
                <ns0:pt idx="404">
                  <ns0:v>0.36799666285514832</ns0:v>
                </ns0:pt>
                <ns0:pt idx="405">
                  <ns0:v>0.36920320987701416</ns0:v>
                </ns0:pt>
                <ns0:pt idx="406">
                  <ns0:v>0.37077832221984863</ns0:v>
                </ns0:pt>
                <ns0:pt idx="407">
                  <ns0:v>0.37255033850669861</ns0:v>
                </ns0:pt>
                <ns0:pt idx="408">
                  <ns0:v>0.37427100539207458</ns0:v>
                </ns0:pt>
                <ns0:pt idx="409">
                  <ns0:v>0.37554401159286499</ns0:v>
                </ns0:pt>
                <ns0:pt idx="410">
                  <ns0:v>0.3763451874256134</ns0:v>
                </ns0:pt>
                <ns0:pt idx="411">
                  <ns0:v>0.37679693102836609</ns0:v>
                </ns0:pt>
                <ns0:pt idx="412">
                  <ns0:v>0.37706002593040466</ns0:v>
                </ns0:pt>
                <ns0:pt idx="413">
                  <ns0:v>0.37734094262123108</ns0:v>
                </ns0:pt>
                <ns0:pt idx="414">
                  <ns0:v>0.37781208753585815</ns0:v>
                </ns0:pt>
                <ns0:pt idx="415">
                  <ns0:v>0.37964031100273132</ns0:v>
                </ns0:pt>
                <ns0:pt idx="416">
                  <ns0:v>0.3817773163318634</ns0:v>
                </ns0:pt>
                <ns0:pt idx="417">
                  <ns0:v>0.38415992259979248</ns0:v>
                </ns0:pt>
                <ns0:pt idx="418">
                  <ns0:v>0.38669282197952271</ns0:v>
                </ns0:pt>
                <ns0:pt idx="419">
                  <ns0:v>0.38924780488014221</ns0:v>
                </ns0:pt>
                <ns0:pt idx="420">
                  <ns0:v>0.39182209968566895</ns0:v>
                </ns0:pt>
                <ns0:pt idx="421">
                  <ns0:v>0.39407786726951599</ns0:v>
                </ns0:pt>
                <ns0:pt idx="422">
                  <ns0:v>0.39612883329391479</ns0:v>
                </ns0:pt>
                <ns0:pt idx="423">
                  <ns0:v>0.39814925193786621</ns0:v>
                </ns0:pt>
                <ns0:pt idx="424">
                  <ns0:v>0.40026170015335083</ns0:v>
                </ns0:pt>
                <ns0:pt idx="425">
                  <ns0:v>0.4025651216506958</ns0:v>
                </ns0:pt>
                <ns0:pt idx="426">
                  <ns0:v>0.40510410070419312</ns0:v>
                </ns0:pt>
                <ns0:pt idx="427">
                  <ns0:v>0.4078676700592041</ns0:v>
                </ns0:pt>
                <ns0:pt idx="428">
                  <ns0:v>0.41081368923187256</ns0:v>
                </ns0:pt>
                <ns0:pt idx="429">
                  <ns0:v>0.41387656331062317</ns0:v>
                </ns0:pt>
                <ns0:pt idx="430">
                  <ns0:v>0.41699358820915222</ns0:v>
                </ns0:pt>
                <ns0:pt idx="431">
                  <ns0:v>0.42008200287818909</ns0:v>
                </ns0:pt>
                <ns0:pt idx="432">
                  <ns0:v>0.42300251126289368</ns0:v>
                </ns0:pt>
                <ns0:pt idx="433">
                  <ns0:v>0.4254629909992218</ns0:v>
                </ns0:pt>
                <ns0:pt idx="434">
                  <ns0:v>0.4276910126209259</ns0:v>
                </ns0:pt>
                <ns0:pt idx="435">
                  <ns0:v>0.42987442016601562</ns0:v>
                </ns0:pt>
                <ns0:pt idx="436">
                  <ns0:v>0.43214371800422668</ns0:v>
                </ns0:pt>
                <ns0:pt idx="437">
                  <ns0:v>0.43461325764656067</ns0:v>
                </ns0:pt>
                <ns0:pt idx="438">
                  <ns0:v>0.43730282783508301</ns0:v>
                </ns0:pt>
                <ns0:pt idx="439">
                  <ns0:v>0.44017863273620605</ns0:v>
                </ns0:pt>
                <ns0:pt idx="440">
                  <ns0:v>0.44317185878753662</ns0:v>
                </ns0:pt>
                <ns0:pt idx="441">
                  <ns0:v>0.44623091816902161</ns0:v>
                </ns0:pt>
                <ns0:pt idx="442">
                  <ns0:v>0.44929999113082886</ns0:v>
                </ns0:pt>
                <ns0:pt idx="443">
                  <ns0:v>0.45230042934417725</ns0:v>
                </ns0:pt>
                <ns0:pt idx="444">
                  <ns0:v>0.45520976185798645</ns0:v>
                </ns0:pt>
                <ns0:pt idx="445">
                  <ns0:v>0.45756229758262634</ns0:v>
                </ns0:pt>
                <ns0:pt idx="446">
                  <ns0:v>0.45966035127639771</ns0:v>
                </ns0:pt>
                <ns0:pt idx="447">
                  <ns0:v>0.46165099740028381</ns0:v>
                </ns0:pt>
                <ns0:pt idx="448">
                  <ns0:v>0.46365320682525635</ns0:v>
                </ns0:pt>
                <ns0:pt idx="449">
                  <ns0:v>0.46577253937721252</ns0:v>
                </ns0:pt>
                <ns0:pt idx="450">
                  <ns0:v>0.46803879737854004</ns0:v>
                </ns0:pt>
                <ns0:pt idx="451">
                  <ns0:v>0.47044789791107178</ns0:v>
                </ns0:pt>
                <ns0:pt idx="452">
                  <ns0:v>0.47292992472648621</ns0:v>
                </ns0:pt>
                <ns0:pt idx="453">
                  <ns0:v>0.4753984808921814</ns0:v>
                </ns0:pt>
                <ns0:pt idx="454">
                  <ns0:v>0.47778648138046265</ns0:v>
                </ns0:pt>
                <ns0:pt idx="455">
                  <ns0:v>0.48005256056785583</ns0:v>
                </ns0:pt>
                <ns0:pt idx="456">
                  <ns0:v>0.48216143250465393</ns0:v>
                </ns0:pt>
                <ns0:pt idx="457">
                  <ns0:v>0.48409789800643921</ns0:v>
                </ns0:pt>
                <ns0:pt idx="458">
                  <ns0:v>0.48601692914962769</ns0:v>
                </ns0:pt>
                <ns0:pt idx="459">
                  <ns0:v>0.48805832862854004</ns0:v>
                </ns0:pt>
                <ns0:pt idx="460">
                  <ns0:v>0.49023953080177307</ns0:v>
                </ns0:pt>
                <ns0:pt idx="461">
                  <ns0:v>0.49253913760185242</ns0:v>
                </ns0:pt>
                <ns0:pt idx="462">
                  <ns0:v>0.49492949247360229</ns0:v>
                </ns0:pt>
                <ns0:pt idx="463">
                  <ns0:v>0.49737399816513062</ns0:v>
                </ns0:pt>
                <ns0:pt idx="464">
                  <ns0:v>0.49982887506484985</ns0:v>
                </ns0:pt>
                <ns0:pt idx="465">
                  <ns0:v>0.50226593017578125</ns0:v>
                </ns0:pt>
                <ns0:pt idx="466">
                  <ns0:v>0.50467419624328613</ns0:v>
                </ns0:pt>
                <ns0:pt idx="467">
                  <ns0:v>0.50703257322311401</ns0:v>
                </ns0:pt>
                <ns0:pt idx="468">
                  <ns0:v>0.50932174921035767</ns0:v>
                </ns0:pt>
                <ns0:pt idx="469">
                  <ns0:v>0.51133942604064941</ns0:v>
                </ns0:pt>
                <ns0:pt idx="470">
                  <ns0:v>0.51303869485855103</ns0:v>
                </ns0:pt>
                <ns0:pt idx="471">
                  <ns0:v>0.51448994874954224</ns0:v>
                </ns0:pt>
                <ns0:pt idx="472">
                  <ns0:v>0.51578050851821899</ns0:v>
                </ns0:pt>
                <ns0:pt idx="473">
                  <ns0:v>0.51702451705932617</ns0:v>
                </ns0:pt>
                <ns0:pt idx="474">
                  <ns0:v>0.51834243535995483</ns0:v>
                </ns0:pt>
                <ns0:pt idx="475">
                  <ns0:v>0.51982223987579346</ns0:v>
                </ns0:pt>
                <ns0:pt idx="476">
                  <ns0:v>0.52145302295684814</ns0:v>
                </ns0:pt>
                <ns0:pt idx="477">
                  <ns0:v>0.52320855855941772</ns0:v>
                </ns0:pt>
                <ns0:pt idx="478">
                  <ns0:v>0.5250585675239563</ns0:v>
                </ns0:pt>
                <ns0:pt idx="479">
                  <ns0:v>0.52696466445922852</ns0:v>
                </ns0:pt>
                <ns0:pt idx="480">
                  <ns0:v>0.52885705232620239</ns0:v>
                </ns0:pt>
                <ns0:pt idx="481">
                  <ns0:v>0.53075528144836426</ns0:v>
                </ns0:pt>
                <ns0:pt idx="482">
                  <ns0:v>0.53235411643981934</ns0:v>
                </ns0:pt>
                <ns0:pt idx="483">
                  <ns0:v>0.53378278017044067</ns0:v>
                </ns0:pt>
                <ns0:pt idx="484">
                  <ns0:v>0.5350339412689209</ns0:v>
                </ns0:pt>
                <ns0:pt idx="485">
                  <ns0:v>0.53612488508224487</ns0:v>
                </ns0:pt>
                <ns0:pt idx="486">
                  <ns0:v>0.53711396455764771</ns0:v>
                </ns0:pt>
                <ns0:pt idx="487">
                  <ns0:v>0.5380287766456604</ns0:v>
                </ns0:pt>
                <ns0:pt idx="488">
                  <ns0:v>0.53888410329818726</ns0:v>
                </ns0:pt>
                <ns0:pt idx="489">
                  <ns0:v>0.53968304395675659</ns0:v>
                </ns0:pt>
                <ns0:pt idx="490">
                  <ns0:v>0.5404212474822998</ns0:v>
                </ns0:pt>
                <ns0:pt idx="491">
                  <ns0:v>0.54108148813247681</ns0:v>
                </ns0:pt>
                <ns0:pt idx="492">
                  <ns0:v>0.54164183139801025</ns0:v>
                </ns0:pt>
                <ns0:pt idx="493">
                  <ns0:v>0.5420793890953064</ns0:v>
                </ns0:pt>
                <ns0:pt idx="494">
                  <ns0:v>0.54220551252365112</ns0:v>
                </ns0:pt>
                <ns0:pt idx="495">
                  <ns0:v>0.54240065813064575</ns0:v>
                </ns0:pt>
                <ns0:pt idx="496">
                  <ns0:v>0.54282337427139282</ns0:v>
                </ns0:pt>
                <ns0:pt idx="497">
                  <ns0:v>0.5434950590133667</ns0:v>
                </ns0:pt>
                <ns0:pt idx="498">
                  <ns0:v>0.54439467191696167</ns0:v>
                </ns0:pt>
                <ns0:pt idx="499">
                  <ns0:v>0.54541498422622681</ns0:v>
                </ns0:pt>
                <ns0:pt idx="500">
                  <ns0:v>0.5464475154876709</ns0:v>
                </ns0:pt>
                <ns0:pt idx="501">
                  <ns0:v>0.54742330312728882</ns0:v>
                </ns0:pt>
                <ns0:pt idx="502">
                  <ns0:v>0.54831892251968384</ns0:v>
                </ns0:pt>
                <ns0:pt idx="503">
                  <ns0:v>0.54913020133972168</ns0:v>
                </ns0:pt>
                <ns0:pt idx="504">
                  <ns0:v>0.54984188079833984</ns0:v>
                </ns0:pt>
                <ns0:pt idx="505">
                  <ns0:v>0.55041325092315674</ns0:v>
                </ns0:pt>
                <ns0:pt idx="506">
                  <ns0:v>0.5504450798034668</ns0:v>
                </ns0:pt>
                <ns0:pt idx="507">
                  <ns0:v>0.55017936229705811</ns0:v>
                </ns0:pt>
                <ns0:pt idx="508">
                  <ns0:v>0.54983675479888916</ns0:v>
                </ns0:pt>
                <ns0:pt idx="509">
                  <ns0:v>0.54959267377853394</ns0:v>
                </ns0:pt>
                <ns0:pt idx="510">
                  <ns0:v>0.54956579208374023</ns0:v>
                </ns0:pt>
                <ns0:pt idx="511">
                  <ns0:v>0.54978519678115845</ns0:v>
                </ns0:pt>
                <ns0:pt idx="512">
                  <ns0:v>0.55021882057189941</ns0:v>
                </ns0:pt>
                <ns0:pt idx="513">
                  <ns0:v>0.55081194639205933</ns0:v>
                </ns0:pt>
                <ns0:pt idx="514">
                  <ns0:v>0.55149447917938232</ns0:v>
                </ns0:pt>
                <ns0:pt idx="515">
                  <ns0:v>0.5522000789642334</ns0:v>
                </ns0:pt>
                <ns0:pt idx="516">
                  <ns0:v>0.55289071798324585</ns0:v>
                </ns0:pt>
                <ns0:pt idx="517">
                  <ns0:v>0.55347132682800293</ns0:v>
                </ns0:pt>
                <ns0:pt idx="518">
                  <ns0:v>0.55368328094482422</ns0:v>
                </ns0:pt>
                <ns0:pt idx="519">
                  <ns0:v>0.55366766452789307</ns0:v>
                </ns0:pt>
                <ns0:pt idx="520">
                  <ns0:v>0.55361735820770264</ns0:v>
                </ns0:pt>
                <ns0:pt idx="521">
                  <ns0:v>0.55361151695251465</ns0:v>
                </ns0:pt>
                <ns0:pt idx="522">
                  <ns0:v>0.55370718240737915</ns0:v>
                </ns0:pt>
                <ns0:pt idx="523">
                  <ns0:v>0.55387300252914429</ns0:v>
                </ns0:pt>
                <ns0:pt idx="524">
                  <ns0:v>0.55405092239379883</ns0:v>
                </ns0:pt>
                <ns0:pt idx="525">
                  <ns0:v>0.55419355630874634</ns0:v>
                </ns0:pt>
                <ns0:pt idx="526">
                  <ns0:v>0.55425721406936646</ns0:v>
                </ns0:pt>
                <ns0:pt idx="527">
                  <ns0:v>0.55422216653823853</ns0:v>
                </ns0:pt>
                <ns0:pt idx="528">
                  <ns0:v>0.55410021543502808</ns0:v>
                </ns0:pt>
                <ns0:pt idx="529">
                  <ns0:v>0.55391085147857666</ns0:v>
                </ns0:pt>
                <ns0:pt idx="530">
                  <ns0:v>0.55371558666229248</ns0:v>
                </ns0:pt>
                <ns0:pt idx="531">
                  <ns0:v>0.5535275936126709</ns0:v>
                </ns0:pt>
                <ns0:pt idx="532">
                  <ns0:v>0.55341386795043945</ns0:v>
                </ns0:pt>
                <ns0:pt idx="533">
                  <ns0:v>0.55340486764907837</ns0:v>
                </ns0:pt>
                <ns0:pt idx="534">
                  <ns0:v>0.55350524187088013</ns0:v>
                </ns0:pt>
                <ns0:pt idx="535">
                  <ns0:v>0.55368369817733765</ns0:v>
                </ns0:pt>
                <ns0:pt idx="536">
                  <ns0:v>0.55391478538513184</ns0:v>
                </ns0:pt>
                <ns0:pt idx="537">
                  <ns0:v>0.55418145656585693</ns0:v>
                </ns0:pt>
                <ns0:pt idx="538">
                  <ns0:v>0.55444598197937012</ns0:v>
                </ns0:pt>
                <ns0:pt idx="539">
                  <ns0:v>0.55469328165054321</ns0:v>
                </ns0:pt>
                <ns0:pt idx="540">
                  <ns0:v>0.55493068695068359</ns0:v>
                </ns0:pt>
                <ns0:pt idx="541">
                  <ns0:v>0.55512142181396484</ns0:v>
                </ns0:pt>
                <ns0:pt idx="542">
                  <ns0:v>0.55522966384887695</ns0:v>
                </ns0:pt>
                <ns0:pt idx="543">
                  <ns0:v>0.55507427453994751</ns0:v>
                </ns0:pt>
                <ns0:pt idx="544">
                  <ns0:v>0.5548589825630188</ns0:v>
                </ns0:pt>
                <ns0:pt idx="545">
                  <ns0:v>0.55465096235275269</ns0:v>
                </ns0:pt>
                <ns0:pt idx="546">
                  <ns0:v>0.55449157953262329</ns0:v>
                </ns0:pt>
                <ns0:pt idx="547">
                  <ns0:v>0.55440235137939453</ns0:v>
                </ns0:pt>
                <ns0:pt idx="548">
                  <ns0:v>0.55440884828567505</ns0:v>
                </ns0:pt>
                <ns0:pt idx="549">
                  <ns0:v>0.55452913045883179</ns0:v>
                </ns0:pt>
                <ns0:pt idx="550">
                  <ns0:v>0.55475425720214844</ns0:v>
                </ns0:pt>
                <ns0:pt idx="551">
                  <ns0:v>0.5550728440284729</ns0:v>
                </ns0:pt>
                <ns0:pt idx="552">
                  <ns0:v>0.5554623007774353</ns0:v>
                </ns0:pt>
                <ns0:pt idx="553">
                  <ns0:v>0.55586367845535278</ns0:v>
                </ns0:pt>
                <ns0:pt idx="554">
                  <ns0:v>0.55615770816802979</ns0:v>
                </ns0:pt>
                <ns0:pt idx="555">
                  <ns0:v>0.55613899230957031</ns0:v>
                </ns0:pt>
                <ns0:pt idx="556">
                  <ns0:v>0.55594229698181152</ns0:v>
                </ns0:pt>
                <ns0:pt idx="557">
                  <ns0:v>0.55578863620758057</ns0:v>
                </ns0:pt>
                <ns0:pt idx="558">
                  <ns0:v>0.55574601888656616</ns0:v>
                </ns0:pt>
                <ns0:pt idx="559">
                  <ns0:v>0.55579662322998047</ns0:v>
                </ns0:pt>
                <ns0:pt idx="560">
                  <ns0:v>0.555927574634552</ns0:v>
                </ns0:pt>
                <ns0:pt idx="561">
                  <ns0:v>0.55612695217132568</ns0:v>
                </ns0:pt>
                <ns0:pt idx="562">
                  <ns0:v>0.55634874105453491</ns0:v>
                </ns0:pt>
                <ns0:pt idx="563">
                  <ns0:v>0.55657309293746948</ns0:v>
                </ns0:pt>
                <ns0:pt idx="564">
                  <ns0:v>0.55681395530700684</ns0:v>
                </ns0:pt>
                <ns0:pt idx="565">
                  <ns0:v>0.55702149868011475</ns0:v>
                </ns0:pt>
                <ns0:pt idx="566">
                  <ns0:v>0.55708575248718262</ns0:v>
                </ns0:pt>
                <ns0:pt idx="567">
                  <ns0:v>0.55698198080062866</ns0:v>
                </ns0:pt>
                <ns0:pt idx="568">
                  <ns0:v>0.55681681632995605</ns0:v>
                </ns0:pt>
                <ns0:pt idx="569">
                  <ns0:v>0.55678212642669678</ns0:v>
                </ns0:pt>
                <ns0:pt idx="570">
                  <ns0:v>0.55694937705993652</ns0:v>
                </ns0:pt>
                <ns0:pt idx="571">
                  <ns0:v>0.55734765529632568</ns0:v>
                </ns0:pt>
                <ns0:pt idx="572">
                  <ns0:v>0.55794936418533325</ns0:v>
                </ns0:pt>
                <ns0:pt idx="573">
                  <ns0:v>0.55870234966278076</ns0:v>
                </ns0:pt>
                <ns0:pt idx="574">
                  <ns0:v>0.55954796075820923</ns0:v>
                </ns0:pt>
                <ns0:pt idx="575">
                  <ns0:v>0.56043565273284912</ns0:v>
                </ns0:pt>
                <ns0:pt idx="576">
                  <ns0:v>0.5613253116607666</ns0:v>
                </ns0:pt>
                <ns0:pt idx="577">
                  <ns0:v>0.56215959787368774</ns0:v>
                </ns0:pt>
                <ns0:pt idx="578">
                  <ns0:v>0.56281065940856934</ns0:v>
                </ns0:pt>
                <ns0:pt idx="579">
                  <ns0:v>0.56323373317718506</ns0:v>
                </ns0:pt>
                <ns0:pt idx="580">
                  <ns0:v>0.56329381465911865</ns0:v>
                </ns0:pt>
                <ns0:pt idx="581">
                  <ns0:v>0.56331741809844971</ns0:v>
                </ns0:pt>
                <ns0:pt idx="582">
                  <ns0:v>0.56342458724975586</ns0:v>
                </ns0:pt>
                <ns0:pt idx="583">
                  <ns0:v>0.56367975473403931</ns0:v>
                </ns0:pt>
                <ns0:pt idx="584">
                  <ns0:v>0.56411206722259521</ns0:v>
                </ns0:pt>
                <ns0:pt idx="585">
                  <ns0:v>0.56469905376434326</ns0:v>
                </ns0:pt>
                <ns0:pt idx="586">
                  <ns0:v>0.56538432836532593</ns0:v>
                </ns0:pt>
                <ns0:pt idx="587">
                  <ns0:v>0.56611931324005127</ns0:v>
                </ns0:pt>
                <ns0:pt idx="588">
                  <ns0:v>0.56685471534729004</ns0:v>
                </ns0:pt>
                <ns0:pt idx="589">
                  <ns0:v>0.56752634048461914</ns0:v>
                </ns0:pt>
                <ns0:pt idx="590">
                  <ns0:v>0.56805038452148438</ns0:v>
                </ns0:pt>
                <ns0:pt idx="591">
                  <ns0:v>0.56827634572982788</ns0:v>
                </ns0:pt>
                <ns0:pt idx="592">
                  <ns0:v>0.56782186031341553</ns0:v>
                </ns0:pt>
                <ns0:pt idx="593">
                  <ns0:v>0.5672004222869873</ns0:v>
                </ns0:pt>
                <ns0:pt idx="594">
                  <ns0:v>0.56662523746490479</ns0:v>
                </ns0:pt>
                <ns0:pt idx="595">
                  <ns0:v>0.56622332334518433</ns0:v>
                </ns0:pt>
                <ns0:pt idx="596">
                  <ns0:v>0.56605446338653564</ns0:v>
                </ns0:pt>
                <ns0:pt idx="597">
                  <ns0:v>0.56610590219497681</ns0:v>
                </ns0:pt>
                <ns0:pt idx="598">
                  <ns0:v>0.56631964445114136</ns0:v>
                </ns0:pt>
                <ns0:pt idx="599">
                  <ns0:v>0.56661355495452881</ns0:v>
                </ns0:pt>
                <ns0:pt idx="600">
                  <ns0:v>0.5669090747833252</ns0:v>
                </ns0:pt>
                <ns0:pt idx="601">
                  <ns0:v>0.56713360548019409</ns0:v>
                </ns0:pt>
                <ns0:pt idx="602">
                  <ns0:v>0.56717336177825928</ns0:v>
                </ns0:pt>
                <ns0:pt idx="603">
                  <ns0:v>0.56702691316604614</ns0:v>
                </ns0:pt>
                <ns0:pt idx="604">
                  <ns0:v>0.56649637222290039</ns0:v>
                </ns0:pt>
                <ns0:pt idx="605">
                  <ns0:v>0.56594198942184448</ns0:v>
                </ns0:pt>
                <ns0:pt idx="606">
                  <ns0:v>0.56544697284698486</ns0:v>
                </ns0:pt>
                <ns0:pt idx="607">
                  <ns0:v>0.56514376401901245</ns0:v>
                </ns0:pt>
                <ns0:pt idx="608">
                  <ns0:v>0.56510412693023682</ns0:v>
                </ns0:pt>
                <ns0:pt idx="609">
                  <ns0:v>0.56533980369567871</ns0:v>
                </ns0:pt>
                <ns0:pt idx="610">
                  <ns0:v>0.56583011150360107</ns0:v>
                </ns0:pt>
                <ns0:pt idx="611">
                  <ns0:v>0.56648319959640503</ns0:v>
                </ns0:pt>
                <ns0:pt idx="612">
                  <ns0:v>0.56721216440200806</ns0:v>
                </ns0:pt>
                <ns0:pt idx="613">
                  <ns0:v>0.56791776418685913</ns0:v>
                </ns0:pt>
                <ns0:pt idx="614">
                  <ns0:v>0.56841456890106201</ns0:v>
                </ns0:pt>
                <ns0:pt idx="615">
                  <ns0:v>0.56854730844497681</ns0:v>
                </ns0:pt>
                <ns0:pt idx="616">
                  <ns0:v>0.56824058294296265</ns0:v>
                </ns0:pt>
                <ns0:pt idx="617">
                  <ns0:v>0.56807988882064819</ns0:v>
                </ns0:pt>
                <ns0:pt idx="618">
                  <ns0:v>0.56823039054870605</ns0:v>
                </ns0:pt>
                <ns0:pt idx="619">
                  <ns0:v>0.5686953067779541</ns0:v>
                </ns0:pt>
                <ns0:pt idx="620">
                  <ns0:v>0.56940382719039917</ns0:v>
                </ns0:pt>
                <ns0:pt idx="621">
                  <ns0:v>0.57022905349731445</ns0:v>
                </ns0:pt>
                <ns0:pt idx="622">
                  <ns0:v>0.57107448577880859</ns0:v>
                </ns0:pt>
                <ns0:pt idx="623">
                  <ns0:v>0.57186049222946167</ns0:v>
                </ns0:pt>
                <ns0:pt idx="624">
                  <ns0:v>0.57255351543426514</ns0:v>
                </ns0:pt>
                <ns0:pt idx="625">
                  <ns0:v>0.57313734292984009</ns0:v>
                </ns0:pt>
                <ns0:pt idx="626">
                  <ns0:v>0.57353860139846802</ns0:v>
                </ns0:pt>
                <ns0:pt idx="627">
                  <ns0:v>0.57381457090377808</ns0:v>
                </ns0:pt>
                <ns0:pt idx="628">
                  <ns0:v>0.57365769147872925</ns0:v>
                </ns0:pt>
                <ns0:pt idx="629">
                  <ns0:v>0.57343733310699463</ns0:v>
                </ns0:pt>
                <ns0:pt idx="630">
                  <ns0:v>0.57334643602371216</ns0:v>
                </ns0:pt>
                <ns0:pt idx="631">
                  <ns0:v>0.57351565361022949</ns0:v>
                </ns0:pt>
                <ns0:pt idx="632">
                  <ns0:v>0.57391810417175293</ns0:v>
                </ns0:pt>
                <ns0:pt idx="633">
                  <ns0:v>0.57445502281188965</ns0:v>
                </ns0:pt>
                <ns0:pt idx="634">
                  <ns0:v>0.57502835988998413</ns0:v>
                </ns0:pt>
                <ns0:pt idx="635">
                  <ns0:v>0.57554608583450317</ns0:v>
                </ns0:pt>
                <ns0:pt idx="636">
                  <ns0:v>0.5759587287902832</ns0:v>
                </ns0:pt>
                <ns0:pt idx="637">
                  <ns0:v>0.57626348733901978</ns0:v>
                </ns0:pt>
                <ns0:pt idx="638">
                  <ns0:v>0.57643651962280273</ns0:v>
                </ns0:pt>
                <ns0:pt idx="639">
                  <ns0:v>0.57647609710693359</ns0:v>
                </ns0:pt>
                <ns0:pt idx="640">
                  <ns0:v>0.57605284452438354</ns0:v>
                </ns0:pt>
                <ns0:pt idx="641">
                  <ns0:v>0.57552671432495117</ns0:v>
                </ns0:pt>
                <ns0:pt idx="642">
                  <ns0:v>0.57504391670227051</ns0:v>
                </ns0:pt>
                <ns0:pt idx="643">
                  <ns0:v>0.57465255260467529</ns0:v>
                </ns0:pt>
                <ns0:pt idx="644">
                  <ns0:v>0.57437330484390259</ns0:v>
                </ns0:pt>
                <ns0:pt idx="645">
                  <ns0:v>0.57417494058609009</ns0:v>
                </ns0:pt>
                <ns0:pt idx="646">
                  <ns0:v>0.57403993606567383</ns0:v>
                </ns0:pt>
                <ns0:pt idx="647">
                  <ns0:v>0.57391494512557983</ns0:v>
                </ns0:pt>
                <ns0:pt idx="648">
                  <ns0:v>0.57377451658248901</ns0:v>
                </ns0:pt>
                <ns0:pt idx="649">
                  <ns0:v>0.57359486818313599</ns0:v>
                </ns0:pt>
                <ns0:pt idx="650">
                  <ns0:v>0.57336652278900146</ns0:v>
                </ns0:pt>
                <ns0:pt idx="651">
                  <ns0:v>0.57308554649353027</ns0:v>
                </ns0:pt>
                <ns0:pt idx="652">
                  <ns0:v>0.57263815402984619</ns0:v>
                </ns0:pt>
                <ns0:pt idx="653">
                  <ns0:v>0.57215195894241333</ns0:v>
                </ns0:pt>
                <ns0:pt idx="654">
                  <ns0:v>0.57168287038803101</ns0:v>
                </ns0:pt>
                <ns0:pt idx="655">
                  <ns0:v>0.57126367092132568</ns0:v>
                </ns0:pt>
                <ns0:pt idx="656">
                  <ns0:v>0.57091552019119263</ns0:v>
                </ns0:pt>
                <ns0:pt idx="657">
                  <ns0:v>0.57063984870910645</ns0:v>
                </ns0:pt>
                <ns0:pt idx="658">
                  <ns0:v>0.57043617963790894</ns0:v>
                </ns0:pt>
                <ns0:pt idx="659">
                  <ns0:v>0.57029187679290771</ns0:v>
                </ns0:pt>
                <ns0:pt idx="660">
                  <ns0:v>0.5701865553855896</ns0:v>
                </ns0:pt>
                <ns0:pt idx="661">
                  <ns0:v>0.57012039422988892</ns0:v>
                </ns0:pt>
                <ns0:pt idx="662">
                  <ns0:v>0.5700458288192749</ns0:v>
                </ns0:pt>
                <ns0:pt idx="663">
                  <ns0:v>0.56988787651062012</ns0:v>
                </ns0:pt>
                <ns0:pt idx="664">
                  <ns0:v>0.5696103572845459</ns0:v>
                </ns0:pt>
                <ns0:pt idx="665">
                  <ns0:v>0.56930357217788696</ns0:v>
                </ns0:pt>
                <ns0:pt idx="666">
                  <ns0:v>0.56901782751083374</ns0:v>
                </ns0:pt>
                <ns0:pt idx="667">
                  <ns0:v>0.56881588697433472</ns0:v>
                </ns0:pt>
                <ns0:pt idx="668">
                  <ns0:v>0.56873393058776855</ns0:v>
                </ns0:pt>
                <ns0:pt idx="669">
                  <ns0:v>0.5688014030456543</ns0:v>
                </ns0:pt>
                <ns0:pt idx="670">
                  <ns0:v>0.56902986764907837</ns0:v>
                </ns0:pt>
                <ns0:pt idx="671">
                  <ns0:v>0.56939786672592163</ns0:v>
                </ns0:pt>
                <ns0:pt idx="672">
                  <ns0:v>0.56987845897674561</ns0:v>
                </ns0:pt>
                <ns0:pt idx="673">
                  <ns0:v>0.57043725252151489</ns0:v>
                </ns0:pt>
                <ns0:pt idx="674">
                  <ns0:v>0.57102417945861816</ns0:v>
                </ns0:pt>
                <ns0:pt idx="675">
                  <ns0:v>0.57152748107910156</ns0:v>
                </ns0:pt>
                <ns0:pt idx="676">
                  <ns0:v>0.57178688049316406</ns0:v>
                </ns0:pt>
                <ns0:pt idx="677">
                  <ns0:v>0.57138848304748535</ns0:v>
                </ns0:pt>
                <ns0:pt idx="678">
                  <ns0:v>0.57070565223693848</ns0:v>
                </ns0:pt>
                <ns0:pt idx="679">
                  <ns0:v>0.56994307041168213</ns0:v>
                </ns0:pt>
                <ns0:pt idx="680">
                  <ns0:v>0.56927716732025146</ns0:v>
                </ns0:pt>
                <ns0:pt idx="681">
                  <ns0:v>0.56883251667022705</ns0:v>
                </ns0:pt>
                <ns0:pt idx="682">
                  <ns0:v>0.56865262985229492</ns0:v>
                </ns0:pt>
                <ns0:pt idx="683">
                  <ns0:v>0.56869566440582275</ns0:v>
                </ns0:pt>
                <ns0:pt idx="684">
                  <ns0:v>0.56886261701583862</ns0:v>
                </ns0:pt>
                <ns0:pt idx="685">
                  <ns0:v>0.56907731294631958</ns0:v>
                </ns0:pt>
                <ns0:pt idx="686">
                  <ns0:v>0.56924247741699219</ns0:v>
                </ns0:pt>
                <ns0:pt idx="687">
                  <ns0:v>0.56924349069595337</ns0:v>
                </ns0:pt>
                <ns0:pt idx="688">
                  <ns0:v>0.56912106275558472</ns0:v>
                </ns0:pt>
                <ns0:pt idx="689">
                  <ns0:v>0.56869268417358398</ns0:v>
                </ns0:pt>
                <ns0:pt idx="690">
                  <ns0:v>0.56840592622756958</ns0:v>
                </ns0:pt>
                <ns0:pt idx="691">
                  <ns0:v>0.5683555006980896</ns0:v>
                </ns0:pt>
                <ns0:pt idx="692">
                  <ns0:v>0.56854385137557983</ns0:v>
                </ns0:pt>
                <ns0:pt idx="693">
                  <ns0:v>0.56889176368713379</ns0:v>
                </ns0:pt>
                <ns0:pt idx="694">
                  <ns0:v>0.56930136680603027</ns0:v>
                </ns0:pt>
                <ns0:pt idx="695">
                  <ns0:v>0.56970155239105225</ns0:v>
                </ns0:pt>
                <ns0:pt idx="696">
                  <ns0:v>0.57003587484359741</ns0:v>
                </ns0:pt>
                <ns0:pt idx="697">
                  <ns0:v>0.57027864456176758</ns0:v>
                </ns0:pt>
                <ns0:pt idx="698">
                  <ns0:v>0.5704227089881897</ns0:v>
                </ns0:pt>
                <ns0:pt idx="699">
                  <ns0:v>0.57044565677642822</ns0:v>
                </ns0:pt>
                <ns0:pt idx="700">
                  <ns0:v>0.57033354043960571</ns0:v>
                </ns0:pt>
                <ns0:pt idx="701">
                  <ns0:v>0.56992936134338379</ns0:v>
                </ns0:pt>
                <ns0:pt idx="702">
                  <ns0:v>0.56971639394760132</ns0:v>
                </ns0:pt>
                <ns0:pt idx="703">
                  <ns0:v>0.56980681419372559</ns0:v>
                </ns0:pt>
                <ns0:pt idx="704">
                  <ns0:v>0.57018887996673584</ns0:v>
                </ns0:pt>
                <ns0:pt idx="705">
                  <ns0:v>0.57076776027679443</ns0:v>
                </ns0:pt>
                <ns0:pt idx="706">
                  <ns0:v>0.57142108678817749</ns0:v>
                </ns0:pt>
                <ns0:pt idx="707">
                  <ns0:v>0.57203328609466553</ns0:v>
                </ns0:pt>
                <ns0:pt idx="708">
                  <ns0:v>0.57255280017852783</ns0:v>
                </ns0:pt>
                <ns0:pt idx="709">
                  <ns0:v>0.57299071550369263</ns0:v>
                </ns0:pt>
                <ns0:pt idx="710">
                  <ns0:v>0.57335865497589111</ns0:v>
                </ns0:pt>
                <ns0:pt idx="711">
                  <ns0:v>0.5736696720123291</ns0:v>
                </ns0:pt>
                <ns0:pt idx="712">
                  <ns0:v>0.57390111684799194</ns0:v>
                </ns0:pt>
                <ns0:pt idx="713">
                  <ns0:v>0.57373517751693726</ns0:v>
                </ns0:pt>
                <ns0:pt idx="714">
                  <ns0:v>0.57323271036148071</ns0:v>
                </ns0:pt>
                <ns0:pt idx="715">
                  <ns0:v>0.57255196571350098</ns0:v>
                </ns0:pt>
                <ns0:pt idx="716">
                  <ns0:v>0.57181066274642944</ns0:v>
                </ns0:pt>
                <ns0:pt idx="717">
                  <ns0:v>0.57108962535858154</ns0:v>
                </ns0:pt>
                <ns0:pt idx="718">
                  <ns0:v>0.57046055793762207</ns0:v>
                </ns0:pt>
                <ns0:pt idx="719">
                  <ns0:v>0.56995159387588501</ns0:v>
                </ns0:pt>
                <ns0:pt idx="720">
                  <ns0:v>0.56955796480178833</ns0:v>
                </ns0:pt>
                <ns0:pt idx="721">
                  <ns0:v>0.56925481557846069</ns0:v>
                </ns0:pt>
                <ns0:pt idx="722">
                  <ns0:v>0.56901669502258301</ns0:v>
                </ns0:pt>
                <ns0:pt idx="723">
                  <ns0:v>0.5688050389289856</ns0:v>
                </ns0:pt>
                <ns0:pt idx="724">
                  <ns0:v>0.56854343414306641</ns0:v>
                </ns0:pt>
                <ns0:pt idx="725">
                  <ns0:v>0.56815701723098755</ns0:v>
                </ns0:pt>
                <ns0:pt idx="726">
                  <ns0:v>0.56752413511276245</ns0:v>
                </ns0:pt>
                <ns0:pt idx="727">
                  <ns0:v>0.56679844856262207</ns0:v>
                </ns0:pt>
                <ns0:pt idx="728">
                  <ns0:v>0.56605619192123413</ns0:v>
                </ns0:pt>
                <ns0:pt idx="729">
                  <ns0:v>0.56536751985549927</ns0:v>
                </ns0:pt>
                <ns0:pt idx="730">
                  <ns0:v>0.56479555368423462</ns0:v>
                </ns0:pt>
                <ns0:pt idx="731">
                  <ns0:v>0.5643695592880249</ns0:v>
                </ns0:pt>
                <ns0:pt idx="732">
                  <ns0:v>0.56408792734146118</ns0:v>
                </ns0:pt>
                <ns0:pt idx="733">
                  <ns0:v>0.56391143798828125</ns0:v>
                </ns0:pt>
                <ns0:pt idx="734">
                  <ns0:v>0.56378233432769775</ns0:v>
                </ns0:pt>
                <ns0:pt idx="735">
                  <ns0:v>0.56364530324935913</ns0:v>
                </ns0:pt>
                <ns0:pt idx="736">
                  <ns0:v>0.56341177225112915</ns0:v>
                </ns0:pt>
                <ns0:pt idx="737">
                  <ns0:v>0.56293797492980957</ns0:v>
                </ns0:pt>
                <ns0:pt idx="738">
                  <ns0:v>0.56219351291656494</ns0:v>
                </ns0:pt>
                <ns0:pt idx="739">
                  <ns0:v>0.56153178215026855</ns0:v>
                </ns0:pt>
                <ns0:pt idx="740">
                  <ns0:v>0.5610542893409729</ns0:v>
                </ns0:pt>
                <ns0:pt idx="741">
                  <ns0:v>0.56082826852798462</ns0:v>
                </ns0:pt>
                <ns0:pt idx="742">
                  <ns0:v>0.56090676784515381</ns0:v>
                </ns0:pt>
                <ns0:pt idx="743">
                  <ns0:v>0.56129801273345947</ns0:v>
                </ns0:pt>
                <ns0:pt idx="744">
                  <ns0:v>0.56195586919784546</ns0:v>
                </ns0:pt>
                <ns0:pt idx="745">
                  <ns0:v>0.56278002262115479</ns0:v>
                </ns0:pt>
                <ns0:pt idx="746">
                  <ns0:v>0.56366246938705444</ns0:v>
                </ns0:pt>
                <ns0:pt idx="747">
                  <ns0:v>0.56449687480926514</ns0:v>
                </ns0:pt>
                <ns0:pt idx="748">
                  <ns0:v>0.56514745950698853</ns0:v>
                </ns0:pt>
                <ns0:pt idx="749">
                  <ns0:v>0.56537824869155884</ns0:v>
                </ns0:pt>
                <ns0:pt idx="750">
                  <ns0:v>0.56508231163024902</ns0:v>
                </ns0:pt>
                <ns0:pt idx="751">
                  <ns0:v>0.56486743688583374</ns0:v>
                </ns0:pt>
                <ns0:pt idx="752">
                  <ns0:v>0.56490594148635864</ns0:v>
                </ns0:pt>
                <ns0:pt idx="753">
                  <ns0:v>0.56524544954299927</ns0:v>
                </ns0:pt>
                <ns0:pt idx="754">
                  <ns0:v>0.56586432456970215</ns0:v>
                </ns0:pt>
                <ns0:pt idx="755">
                  <ns0:v>0.56668829917907715</ns0:v>
                </ns0:pt>
                <ns0:pt idx="756">
                  <ns0:v>0.56760907173156738</ns0:v>
                </ns0:pt>
                <ns0:pt idx="757">
                  <ns0:v>0.56853538751602173</ns0:v>
                </ns0:pt>
                <ns0:pt idx="758">
                  <ns0:v>0.56943047046661377</ns0:v>
                </ns0:pt>
                <ns0:pt idx="759">
                  <ns0:v>0.57023000717163086</ns0:v>
                </ns0:pt>
                <ns0:pt idx="760">
                  <ns0:v>0.57083094120025635</ns0:v>
                </ns0:pt>
                <ns0:pt idx="761">
                  <ns0:v>0.57093435525894165</ns0:v>
                </ns0:pt>
                <ns0:pt idx="762">
                  <ns0:v>0.57048022747039795</ns0:v>
                </ns0:pt>
                <ns0:pt idx="763">
                  <ns0:v>0.57000881433486938</ns0:v>
                </ns0:pt>
                <ns0:pt idx="764">
                  <ns0:v>0.56973522901535034</ns0:v>
                </ns0:pt>
                <ns0:pt idx="765">
                  <ns0:v>0.56975501775741577</ns0:v>
                </ns0:pt>
                <ns0:pt idx="766">
                  <ns0:v>0.57006269693374634</ns0:v>
                </ns0:pt>
                <ns0:pt idx="767">
                  <ns0:v>0.57052826881408691</ns0:v>
                </ns0:pt>
                <ns0:pt idx="768">
                  <ns0:v>0.57100516557693481</ns0:v>
                </ns0:pt>
                <ns0:pt idx="769">
                  <ns0:v>0.57138979434967041</ns0:v>
                </ns0:pt>
                <ns0:pt idx="770">
                  <ns0:v>0.57164734601974487</ns0:v>
                </ns0:pt>
                <ns0:pt idx="771">
                  <ns0:v>0.57178080081939697</ns0:v>
                </ns0:pt>
                <ns0:pt idx="772">
                  <ns0:v>0.57175987958908081</ns0:v>
                </ns0:pt>
                <ns0:pt idx="773">
                  <ns0:v>0.57146668434143066</ns0:v>
                </ns0:pt>
                <ns0:pt idx="774">
                  <ns0:v>0.57076108455657959</ns0:v>
                </ns0:pt>
                <ns0:pt idx="775">
                  <ns0:v>0.56992936134338379</ns0:v>
                </ns0:pt>
                <ns0:pt idx="776">
                  <ns0:v>0.56913882493972778</ns0:v>
                </ns0:pt>
                <ns0:pt idx="777">
                  <ns0:v>0.56850194931030273</ns0:v>
                </ns0:pt>
                <ns0:pt idx="778">
                  <ns0:v>0.56807631254196167</ns0:v>
                </ns0:pt>
                <ns0:pt idx="779">
                  <ns0:v>0.56787115335464478</ns0:v>
                </ns0:pt>
                <ns0:pt idx="780">
                  <ns0:v>0.56781655550003052</ns0:v>
                </ns0:pt>
                <ns0:pt idx="781">
                  <ns0:v>0.56784403324127197</ns0:v>
                </ns0:pt>
                <ns0:pt idx="782">
                  <ns0:v>0.56790727376937866</ns0:v>
                </ns0:pt>
                <ns0:pt idx="783">
                  <ns0:v>0.56793171167373657</ns0:v>
                </ns0:pt>
                <ns0:pt idx="784">
                  <ns0:v>0.56786179542541504</ns0:v>
                </ns0:pt>
                <ns0:pt idx="785">
                  <ns0:v>0.56768327951431274</ns0:v>
                </ns0:pt>
                <ns0:pt idx="786">
                  <ns0:v>0.56729447841644287</ns0:v>
                </ns0:pt>
                <ns0:pt idx="787">
                  <ns0:v>0.56696814298629761</ns0:v>
                </ns0:pt>
                <ns0:pt idx="788">
                  <ns0:v>0.56675112247467041</ns0:v>
                </ns0:pt>
                <ns0:pt idx="789">
                  <ns0:v>0.56664270162582397</ns0:v>
                </ns0:pt>
                <ns0:pt idx="790">
                  <ns0:v>0.56760746240615845</ns0:v>
                </ns0:pt>
                <ns0:pt idx="791">
                  <ns0:v>0.56858038902282715</ns0:v>
                </ns0:pt>
                <ns0:pt idx="792">
                  <ns0:v>0.56934851408004761</ns0:v>
                </ns0:pt>
                <ns0:pt idx="793">
                  <ns0:v>0.56974732875823975</ns0:v>
                </ns0:pt>
                <ns0:pt idx="794">
                  <ns0:v>0.56966561079025269</ns0:v>
                </ns0:pt>
                <ns0:pt idx="795">
                  <ns0:v>0.56904172897338867</ns0:v>
                </ns0:pt>
                <ns0:pt idx="796">
                  <ns0:v>0.56786090135574341</ns0:v>
                </ns0:pt>
                <ns0:pt idx="797">
                  <ns0:v>0.56623071432113647</ns0:v>
                </ns0:pt>
                <ns0:pt idx="798">
                  <ns0:v>0.56454753875732422</ns0:v>
                </ns0:pt>
                <ns0:pt idx="799">
                  <ns0:v>0.56369918584823608</ns0:v>
                </ns0:pt>
                <ns0:pt idx="800">
                  <ns0:v>0.56399333477020264</ns0:v>
                </ns0:pt>
                <ns0:pt idx="801">
                  <ns0:v>0.56534731388092041</ns0:v>
                </ns0:pt>
                <ns0:pt idx="802">
                  <ns0:v>0.56972229480743408</ns0:v>
                </ns0:pt>
                <ns0:pt idx="803">
                  <ns0:v>0.56931942701339722</ns0:v>
                </ns0:pt>
                <ns0:pt idx="804">
                  <ns0:v>0.56952452659606934</ns0:v>
                </ns0:pt>
                <ns0:pt idx="805">
                  <ns0:v>0.5704423189163208</ns0:v>
                </ns0:pt>
                <ns0:pt idx="806">
                  <ns0:v>0.57203996181488037</ns0:v>
                </ns0:pt>
                <ns0:pt idx="807">
                  <ns0:v>0.57421547174453735</ns0:v>
                </ns0:pt>
                <ns0:pt idx="808">
                  <ns0:v>0.576790452003479</ns0:v>
                </ns0:pt>
                <ns0:pt idx="809">
                  <ns0:v>0.57949155569076538</ns0:v>
                </ns0:pt>
                <ns0:pt idx="810">
                  <ns0:v>0.58172500133514404</ns0:v>
                </ns0:pt>
                <ns0:pt idx="811">
                  <ns0:v>0.5830875039100647</ns0:v>
                </ns0:pt>
                <ns0:pt idx="812">
                  <ns0:v>0.58373868465423584</ns0:v>
                </ns0:pt>
                <ns0:pt idx="813">
                  <ns0:v>0.58399325609207153</ns0:v>
                </ns0:pt>
                <ns0:pt idx="814">
                  <ns0:v>0.584178626537323</ns0:v>
                </ns0:pt>
                <ns0:pt idx="815">
                  <ns0:v>0.58621621131896973</ns0:v>
                </ns0:pt>
                <ns0:pt idx="816">
                  <ns0:v>0.58858746290206909</ns0:v>
                </ns0:pt>
                <ns0:pt idx="817">
                  <ns0:v>0.59126222133636475</ns0:v>
                </ns0:pt>
                <ns0:pt idx="818">
                  <ns0:v>0.5941922664642334</ns0:v>
                </ns0:pt>
                <ns0:pt idx="819">
                  <ns0:v>0.59732949733734131</ns0:v>
                </ns0:pt>
                <ns0:pt idx="820">
                  <ns0:v>0.60063707828521729</ns0:v>
                </ns0:pt>
                <ns0:pt idx="821">
                  <ns0:v>0.60409510135650635</ns0:v>
                </ns0:pt>
                <ns0:pt idx="822">
                  <ns0:v>0.60766404867172241</ns0:v>
                </ns0:pt>
                <ns0:pt idx="823">
                  <ns0:v>0.6113390326499939</ns0:v>
                </ns0:pt>
                <ns0:pt idx="824">
                  <ns0:v>0.61498409509658813</ns0:v>
                </ns0:pt>
                <ns0:pt idx="825">
                  <ns0:v>0.6185905933380127</ns0:v>
                </ns0:pt>
                <ns0:pt idx="826">
                  <ns0:v>0.62218731641769409</ns0:v>
                </ns0:pt>
                <ns0:pt idx="827">
                  <ns0:v>0.62584888935089111</ns0:v>
                </ns0:pt>
                <ns0:pt idx="828">
                  <ns0:v>0.62963330745697021</ns0:v>
                </ns0:pt>
                <ns0:pt idx="829">
                  <ns0:v>0.63360393047332764</ns0:v>
                </ns0:pt>
                <ns0:pt idx="830">
                  <ns0:v>0.63775867223739624</ns0:v>
                </ns0:pt>
                <ns0:pt idx="831">
                  <ns0:v>0.64208817481994629</ns0:v>
                </ns0:pt>
                <ns0:pt idx="832">
                  <ns0:v>0.64657884836196899</ns0:v>
                </ns0:pt>
                <ns0:pt idx="833">
                  <ns0:v>0.65123742818832397</ns0:v>
                </ns0:pt>
                <ns0:pt idx="834">
                  <ns0:v>0.65609109401702881</ns0:v>
                </ns0:pt>
                <ns0:pt idx="835">
                  <ns0:v>0.66127729415893555</ns0:v>
                </ns0:pt>
                <ns0:pt idx="836">
                  <ns0:v>0.66680574417114258</ns0:v>
                </ns0:pt>
                <ns0:pt idx="837">
                  <ns0:v>0.67221391201019287</ns0:v>
                </ns0:pt>
                <ns0:pt idx="838">
                  <ns0:v>0.67735135555267334</ns0:v>
                </ns0:pt>
                <ns0:pt idx="839">
                  <ns0:v>0.68217986822128296</ns0:v>
                </ns0:pt>
                <ns0:pt idx="840">
                  <ns0:v>0.6867181658744812</ns0:v>
                </ns0:pt>
                <ns0:pt idx="841">
                  <ns0:v>0.69104558229446411</ns0:v>
                </ns0:pt>
                <ns0:pt idx="842">
                  <ns0:v>0.69524872303009033</ns0:v>
                </ns0:pt>
                <ns0:pt idx="843">
                  <ns0:v>0.69940847158432007</ns0:v>
                </ns0:pt>
                <ns0:pt idx="844">
                  <ns0:v>0.70359587669372559</ns0:v>
                </ns0:pt>
                <ns0:pt idx="845">
                  <ns0:v>0.70786207914352417</ns0:v>
                </ns0:pt>
                <ns0:pt idx="846">
                  <ns0:v>0.71226722002029419</ns0:v>
                </ns0:pt>
                <ns0:pt idx="847">
                  <ns0:v>0.716896653175354</ns0:v>
                </ns0:pt>
                <ns0:pt idx="848">
                  <ns0:v>0.72180372476577759</ns0:v>
                </ns0:pt>
                <ns0:pt idx="849">
                  <ns0:v>0.72693634033203125</ns0:v>
                </ns0:pt>
                <ns0:pt idx="850">
                  <ns0:v>0.73157179355621338</ns0:v>
                </ns0:pt>
                <ns0:pt idx="851">
                  <ns0:v>0.73560476303100586</ns0:v>
                </ns0:pt>
                <ns0:pt idx="852">
                  <ns0:v>0.7390325665473938</ns0:v>
                </ns0:pt>
                <ns0:pt idx="853">
                  <ns0:v>0.74198448657989502</ns0:v>
                </ns0:pt>
                <ns0:pt idx="854">
                  <ns0:v>0.744620680809021</ns0:v>
                </ns0:pt>
                <ns0:pt idx="855">
                  <ns0:v>0.74710893630981445</ns0:v>
                </ns0:pt>
                <ns0:pt idx="856">
                  <ns0:v>0.74957418441772461</ns0:v>
                </ns0:pt>
                <ns0:pt idx="857">
                  <ns0:v>0.7520596981048584</ns0:v>
                </ns0:pt>
                <ns0:pt idx="858">
                  <ns0:v>0.75460594892501831</ns0:v>
                </ns0:pt>
                <ns0:pt idx="859">
                  <ns0:v>0.7572978138923645</ns0:v>
                </ns0:pt>
                <ns0:pt idx="860">
                  <ns0:v>0.76035737991333008</ns0:v>
                </ns0:pt>
                <ns0:pt idx="861">
                  <ns0:v>0.76388901472091675</ns0:v>
                </ns0:pt>
                <ns0:pt idx="862">
                  <ns0:v>0.76782852411270142</ns0:v>
                </ns0:pt>
                <ns0:pt idx="863">
                  <ns0:v>0.77142119407653809</ns0:v>
                </ns0:pt>
                <ns0:pt idx="864">
                  <ns0:v>0.77444982528686523</ns0:v>
                </ns0:pt>
                <ns0:pt idx="865">
                  <ns0:v>0.77692985534667969</ns0:v>
                </ns0:pt>
                <ns0:pt idx="866">
                  <ns0:v>0.77893662452697754</ns0:v>
                </ns0:pt>
                <ns0:pt idx="867">
                  <ns0:v>0.78065568208694458</ns0:v>
                </ns0:pt>
                <ns0:pt idx="868">
                  <ns0:v>0.78227102756500244</ns0:v>
                </ns0:pt>
                <ns0:pt idx="869">
                  <ns0:v>0.78390318155288696</ns0:v>
                </ns0:pt>
                <ns0:pt idx="870">
                  <ns0:v>0.78560996055603027</ns0:v>
                </ns0:pt>
                <ns0:pt idx="871">
                  <ns0:v>0.78739911317825317</ns0:v>
                </ns0:pt>
                <ns0:pt idx="872">
                  <ns0:v>0.78930753469467163</ns0:v>
                </ns0:pt>
                <ns0:pt idx="873">
                  <ns0:v>0.79145318269729614</ns0:v>
                </ns0:pt>
                <ns0:pt idx="874">
                  <ns0:v>0.79397141933441162</ns0:v>
                </ns0:pt>
                <ns0:pt idx="875">
                  <ns0:v>0.79718023538589478</ns0:v>
                </ns0:pt>
                <ns0:pt idx="876">
                  <ns0:v>0.8004610538482666</ns0:v>
                </ns0:pt>
                <ns0:pt idx="877">
                  <ns0:v>0.80360174179077148</ns0:v>
                </ns0:pt>
                <ns0:pt idx="878">
                  <ns0:v>0.80644315481185913</ns0:v>
                </ns0:pt>
                <ns0:pt idx="879">
                  <ns0:v>0.80890387296676636</ns0:v>
                </ns0:pt>
                <ns0:pt idx="880">
                  <ns0:v>0.81102544069290161</ns0:v>
                </ns0:pt>
                <ns0:pt idx="881">
                  <ns0:v>0.81289947032928467</ns0:v>
                </ns0:pt>
                <ns0:pt idx="882">
                  <ns0:v>0.81465601921081543</ns0:v>
                </ns0:pt>
                <ns0:pt idx="883">
                  <ns0:v>0.81637567281723022</ns0:v>
                </ns0:pt>
                <ns0:pt idx="884">
                  <ns0:v>0.81810760498046875</ns0:v>
                </ns0:pt>
                <ns0:pt idx="885">
                  <ns0:v>0.81990355253219604</ns0:v>
                </ns0:pt>
                <ns0:pt idx="886">
                  <ns0:v>0.821846604347229</ns0:v>
                </ns0:pt>
                <ns0:pt idx="887">
                  <ns0:v>0.82397675514221191</ns0:v>
                </ns0:pt>
                <ns0:pt idx="888">
                  <ns0:v>0.82626795768737793</ns0:v>
                </ns0:pt>
                <ns0:pt idx="889">
                  <ns0:v>0.82839995622634888</ns0:v>
                </ns0:pt>
                <ns0:pt idx="890">
                  <ns0:v>0.83025187253952026</ns0:v>
                </ns0:pt>
                <ns0:pt idx="891">
                  <ns0:v>0.83181267976760864</ns0:v>
                </ns0:pt>
                <ns0:pt idx="892">
                  <ns0:v>0.83313018083572388</ns0:v>
                </ns0:pt>
                <ns0:pt idx="893">
                  <ns0:v>0.83428686857223511</ns0:v>
                </ns0:pt>
                <ns0:pt idx="894">
                  <ns0:v>0.83537024259567261</ns0:v>
                </ns0:pt>
                <ns0:pt idx="895">
                  <ns0:v>0.83643049001693726</ns0:v>
                </ns0:pt>
                <ns0:pt idx="896">
                  <ns0:v>0.83750325441360474</ns0:v>
                </ns0:pt>
                <ns0:pt idx="897">
                  <ns0:v>0.838611900806427</ns0:v>
                </ns0:pt>
                <ns0:pt idx="898">
                  <ns0:v>0.83979707956314087</ns0:v>
                </ns0:pt>
                <ns0:pt idx="899">
                  <ns0:v>0.84116846323013306</ns0:v>
                </ns0:pt>
                <ns0:pt idx="900">
                  <ns0:v>0.84273457527160645</ns0:v>
                </ns0:pt>
                <ns0:pt idx="901">
                  <ns0:v>0.84427380561828613</ns0:v>
                </ns0:pt>
                <ns0:pt idx="902">
                  <ns0:v>0.84553307294845581</ns0:v>
                </ns0:pt>
                <ns0:pt idx="903">
                  <ns0:v>0.84641015529632568</ns0:v>
                </ns0:pt>
                <ns0:pt idx="904">
                  <ns0:v>0.8469092845916748</ns0:v>
                </ns0:pt>
                <ns0:pt idx="905">
                  <ns0:v>0.84705370664596558</ns0:v>
                </ns0:pt>
                <ns0:pt idx="906">
                  <ns0:v>0.84694647789001465</ns0:v>
                </ns0:pt>
                <ns0:pt idx="907">
                  <ns0:v>0.8466796875</ns0:v>
                </ns0:pt>
                <ns0:pt idx="908">
                  <ns0:v>0.84632432460784912</ns0:v>
                </ns0:pt>
                <ns0:pt idx="909">
                  <ns0:v>0.84591788053512573</ns0:v>
                </ns0:pt>
                <ns0:pt idx="910">
                  <ns0:v>0.84551376104354858</ns0:v>
                </ns0:pt>
                <ns0:pt idx="911">
                  <ns0:v>0.84527802467346191</ns0:v>
                </ns0:pt>
                <ns0:pt idx="912">
                  <ns0:v>0.8455204963684082</ns0:v>
                </ns0:pt>
                <ns0:pt idx="913">
                  <ns0:v>0.8465459942817688</ns0:v>
                </ns0:pt>
                <ns0:pt idx="914">
                  <ns0:v>0.84796255826950073</ns0:v>
                </ns0:pt>
                <ns0:pt idx="915">
                  <ns0:v>0.84918451309204102</ns0:v>
                </ns0:pt>
                <ns0:pt idx="916">
                  <ns0:v>0.84997063875198364</ns0:v>
                </ns0:pt>
                <ns0:pt idx="917">
                  <ns0:v>0.85023665428161621</ns0:v>
                </ns0:pt>
                <ns0:pt idx="918">
                  <ns0:v>0.85004675388336182</ns0:v>
                </ns0:pt>
                <ns0:pt idx="919">
                  <ns0:v>0.84954458475112915</ns0:v>
                </ns0:pt>
                <ns0:pt idx="920">
                  <ns0:v>0.84891027212142944</ns0:v>
                </ns0:pt>
                <ns0:pt idx="921">
                  <ns0:v>0.84825676679611206</ns0:v>
                </ns0:pt>
                <ns0:pt idx="922">
                  <ns0:v>0.8476482629776001</ns0:v>
                </ns0:pt>
                <ns0:pt idx="923">
                  <ns0:v>0.84714812040328979</ns0:v>
                </ns0:pt>
                <ns0:pt idx="924">
                  <ns0:v>0.84689950942993164</ns0:v>
                </ns0:pt>
                <ns0:pt idx="925">
                  <ns0:v>0.84709739685058594</ns0:v>
                </ns0:pt>
                <ns0:pt idx="926">
                  <ns0:v>0.84811943769454956</ns0:v>
                </ns0:pt>
                <ns0:pt idx="927">
                  <ns0:v>0.84948140382766724</ns0:v>
                </ns0:pt>
                <ns0:pt idx="928">
                  <ns0:v>0.85062026977539062</ns0:v>
                </ns0:pt>
                <ns0:pt idx="929">
                  <ns0:v>0.85128515958786011</ns0:v>
                </ns0:pt>
                <ns0:pt idx="930">
                  <ns0:v>0.85147607326507568</ns0:v>
                </ns0:pt>
                <ns0:pt idx="931">
                  <ns0:v>0.85130906105041504</ns0:v>
                </ns0:pt>
                <ns0:pt idx="932">
                  <ns0:v>0.85098022222518921</ns0:v>
                </ns0:pt>
                <ns0:pt idx="933">
                  <ns0:v>0.85066789388656616</ns0:v>
                </ns0:pt>
                <ns0:pt idx="934">
                  <ns0:v>0.8504677414894104</ns0:v>
                </ns0:pt>
                <ns0:pt idx="935">
                  <ns0:v>0.85041266679763794</ns0:v>
                </ns0:pt>
                <ns0:pt idx="936">
                  <ns0:v>0.8504798412322998</ns0:v>
                </ns0:pt>
                <ns0:pt idx="937">
                  <ns0:v>0.85071617364883423</ns0:v>
                </ns0:pt>
                <ns0:pt idx="938">
                  <ns0:v>0.85129022598266602</ns0:v>
                </ns0:pt>
                <ns0:pt idx="939">
                  <ns0:v>0.85245591402053833</ns0:v>
                </ns0:pt>
                <ns0:pt idx="940">
                  <ns0:v>0.85383516550064087</ns0:v>
                </ns0:pt>
                <ns0:pt idx="941">
                  <ns0:v>0.8550531268119812</ns0:v>
                </ns0:pt>
                <ns0:pt idx="942">
                  <ns0:v>0.85591858625411987</ns0:v>
                </ns0:pt>
                <ns0:pt idx="943">
                  <ns0:v>0.85634458065032959</ns0:v>
                </ns0:pt>
                <ns0:pt idx="944">
                  <ns0:v>0.85638123750686646</ns0:v>
                </ns0:pt>
                <ns0:pt idx="945">
                  <ns0:v>0.85614210367202759</ns0:v>
                </ns0:pt>
                <ns0:pt idx="946">
                  <ns0:v>0.85577702522277832</ns0:v>
                </ns0:pt>
                <ns0:pt idx="947">
                  <ns0:v>0.85537809133529663</ns0:v>
                </ns0:pt>
                <ns0:pt idx="948">
                  <ns0:v>0.85500764846801758</ns0:v>
                </ns0:pt>
                <ns0:pt idx="949">
                  <ns0:v>0.85471206903457642</ns0:v>
                </ns0:pt>
                <ns0:pt idx="950">
                  <ns0:v>0.85458022356033325</ns0:v>
                </ns0:pt>
                <ns0:pt idx="951">
                  <ns0:v>0.85478699207305908</ns0:v>
                </ns0:pt>
                <ns0:pt idx="952">
                  <ns0:v>0.85561364889144897</ns0:v>
                </ns0:pt>
                <ns0:pt idx="953">
                  <ns0:v>0.85674524307250977</ns0:v>
                </ns0:pt>
                <ns0:pt idx="954">
                  <ns0:v>0.85787582397460938</ns0:v>
                </ns0:pt>
                <ns0:pt idx="955">
                  <ns0:v>0.85878908634185791</ns0:v>
                </ns0:pt>
                <ns0:pt idx="956">
                  <ns0:v>0.85928374528884888</ns0:v>
                </ns0:pt>
                <ns0:pt idx="957">
                  <ns0:v>0.85933846235275269</ns0:v>
                </ns0:pt>
                <ns0:pt idx="958">
                  <ns0:v>0.85904699563980103</ns0:v>
                </ns0:pt>
                <ns0:pt idx="959">
                  <ns0:v>0.85856795310974121</ns0:v>
                </ns0:pt>
                <ns0:pt idx="960">
                  <ns0:v>0.85802942514419556</ns0:v>
                </ns0:pt>
                <ns0:pt idx="961">
                  <ns0:v>0.8575129508972168</ns0:v>
                </ns0:pt>
                <ns0:pt idx="962">
                  <ns0:v>0.85708367824554443</ns0:v>
                </ns0:pt>
                <ns0:pt idx="963">
                  <ns0:v>0.85686856508255005</ns0:v>
                </ns0:pt>
                <ns0:pt idx="964">
                  <ns0:v>0.85702645778656006</ns0:v>
                </ns0:pt>
                <ns0:pt idx="965">
                  <ns0:v>0.8579515814781189</ns0:v>
                </ns0:pt>
                <ns0:pt idx="966">
                  <ns0:v>0.85914593935012817</ns0:v>
                </ns0:pt>
                <ns0:pt idx="967">
                  <ns0:v>0.8601793646812439</ns0:v>
                </ns0:pt>
                <ns0:pt idx="968">
                  <ns0:v>0.86089497804641724</ns0:v>
                </ns0:pt>
                <ns0:pt idx="969">
                  <ns0:v>0.86119699478149414</ns0:v>
                </ns0:pt>
                <ns0:pt idx="970">
                  <ns0:v>0.86114060878753662</ns0:v>
                </ns0:pt>
                <ns0:pt idx="971">
                  <ns0:v>0.86082452535629272</ns0:v>
                </ns0:pt>
                <ns0:pt idx="972">
                  <ns0:v>0.86039304733276367</ns0:v>
                </ns0:pt>
                <ns0:pt idx="973">
                  <ns0:v>0.85992830991744995</ns0:v>
                </ns0:pt>
                <ns0:pt idx="974">
                  <ns0:v>0.85949021577835083</ns0:v>
                </ns0:pt>
                <ns0:pt idx="975">
                  <ns0:v>0.85914820432662964</ns0:v>
                </ns0:pt>
                <ns0:pt idx="976">
                  <ns0:v>0.85901862382888794</ns0:v>
                </ns0:pt>
                <ns0:pt idx="977">
                  <ns0:v>0.85927766561508179</ns0:v>
                </ns0:pt>
                <ns0:pt idx="978">
                  <ns0:v>0.86026555299758911</ns0:v>
                </ns0:pt>
                <ns0:pt idx="979">
                  <ns0:v>0.86144471168518066</ns0:v>
                </ns0:pt>
                <ns0:pt idx="980">
                  <ns0:v>0.86241793632507324</ns0:v>
                </ns0:pt>
                <ns0:pt idx="981">
                  <ns0:v>0.8630484938621521</ns0:v>
                </ns0:pt>
                <ns0:pt idx="982">
                  <ns0:v>0.86319762468338013</ns0:v>
                </ns0:pt>
                <ns0:pt idx="983">
                  <ns0:v>0.8629070520401001</ns0:v>
                </ns0:pt>
                <ns0:pt idx="984">
                  <ns0:v>0.86231589317321777</ns0:v>
                </ns0:pt>
                <ns0:pt idx="985">
                  <ns0:v>0.86157280206680298</ns0:v>
                </ns0:pt>
                <ns0:pt idx="986">
                  <ns0:v>0.86080628633499146</ns0:v>
                </ns0:pt>
                <ns0:pt idx="987">
                  <ns0:v>0.86007499694824219</ns0:v>
                </ns0:pt>
                <ns0:pt idx="988">
                  <ns0:v>0.8594704270362854</ns0:v>
                </ns0:pt>
                <ns0:pt idx="989">
                  <ns0:v>0.8591541051864624</ns0:v>
                </ns0:pt>
                <ns0:pt idx="990">
                  <ns0:v>0.85927236080169678</ns0:v>
                </ns0:pt>
                <ns0:pt idx="991">
                  <ns0:v>0.86020445823669434</ns0:v>
                </ns0:pt>
                <ns0:pt idx="992">
                  <ns0:v>0.86157667636871338</ns0:v>
                </ns0:pt>
                <ns0:pt idx="993">
                  <ns0:v>0.86286795139312744</ns0:v>
                </ns0:pt>
                <ns0:pt idx="994">
                  <ns0:v>0.86384177207946777</ns0:v>
                </ns0:pt>
                <ns0:pt idx="995">
                  <ns0:v>0.86435401439666748</ns0:v>
                </ns0:pt>
                <ns0:pt idx="996">
                  <ns0:v>0.86444360017776489</ns0:v>
                </ns0:pt>
                <ns0:pt idx="997">
                  <ns0:v>0.86422175168991089</ns0:v>
                </ns0:pt>
                <ns0:pt idx="998">
                  <ns0:v>0.86384737491607666</ns0:v>
                </ns0:pt>
                <ns0:pt idx="999">
                  <ns0:v>0.86343663930892944</ns0:v>
                </ns0:pt>
                <ns0:pt idx="1000">
                  <ns0:v>0.86305952072143555</ns0:v>
                </ns0:pt>
                <ns0:pt idx="1001">
                  <ns0:v>0.86277997493743896</ns0:v>
                </ns0:pt>
                <ns0:pt idx="1002">
                  <ns0:v>0.86270451545715332</ns0:v>
                </ns0:pt>
                <ns0:pt idx="1003">
                  <ns0:v>0.86295598745346069</ns0:v>
                </ns0:pt>
                <ns0:pt idx="1004">
                  <ns0:v>0.863910973072052</ns0:v>
                </ns0:pt>
                <ns0:pt idx="1005">
                  <ns0:v>0.86501884460449219</ns0:v>
                </ns0:pt>
                <ns0:pt idx="1006">
                  <ns0:v>0.86602681875228882</ns0:v>
                </ns0:pt>
                <ns0:pt idx="1007">
                  <ns0:v>0.86682617664337158</ns0:v>
                </ns0:pt>
                <ns0:pt idx="1008">
                  <ns0:v>0.86728692054748535</ns0:v>
                </ns0:pt>
                <ns0:pt idx="1009">
                  <ns0:v>0.86740338802337646</ns0:v>
                </ns0:pt>
                <ns0:pt idx="1010">
                  <ns0:v>0.86726659536361694</ns0:v>
                </ns0:pt>
                <ns0:pt idx="1011">
                  <ns0:v>0.86698257923126221</ns0:v>
                </ns0:pt>
                <ns0:pt idx="1012">
                  <ns0:v>0.86663359403610229</ns0:v>
                </ns0:pt>
                <ns0:pt idx="1013">
                  <ns0:v>0.86626291275024414</ns0:v>
                </ns0:pt>
                <ns0:pt idx="1014">
                  <ns0:v>0.86594831943511963</ns0:v>
                </ns0:pt>
                <ns0:pt idx="1015">
                  <ns0:v>0.86584645509719849</ns0:v>
                </ns0:pt>
                <ns0:pt idx="1016">
                  <ns0:v>0.86604845523834229</ns0:v>
                </ns0:pt>
                <ns0:pt idx="1017">
                  <ns0:v>0.866779625415802</ns0:v>
                </ns0:pt>
                <ns0:pt idx="1018">
                  <ns0:v>0.86770689487457275</ns0:v>
                </ns0:pt>
                <ns0:pt idx="1019">
                  <ns0:v>0.86849707365036011</ns0:v>
                </ns0:pt>
                <ns0:pt idx="1020">
                  <ns0:v>0.86900657415390015</ns0:v>
                </ns0:pt>
                <ns0:pt idx="1021">
                  <ns0:v>0.86915016174316406</ns0:v>
                </ns0:pt>
                <ns0:pt idx="1022">
                  <ns0:v>0.86898374557495117</ns0:v>
                </ns0:pt>
                <ns0:pt idx="1023">
                  <ns0:v>0.86859667301177979</ns0:v>
                </ns0:pt>
                <ns0:pt idx="1024">
                  <ns0:v>0.86810141801834106</ns0:v>
                </ns0:pt>
                <ns0:pt idx="1025">
                  <ns0:v>0.86757993698120117</ns0:v>
                </ns0:pt>
                <ns0:pt idx="1026">
                  <ns0:v>0.86708676815032959</ns0:v>
                </ns0:pt>
                <ns0:pt idx="1027">
                  <ns0:v>0.86669212579727173</ns0:v>
                </ns0:pt>
                <ns0:pt idx="1028">
                  <ns0:v>0.86655271053314209</ns0:v>
                </ns0:pt>
                <ns0:pt idx="1029">
                  <ns0:v>0.86674255132675171</ns0:v>
                </ns0:pt>
                <ns0:pt idx="1030">
                  <ns0:v>0.86773252487182617</ns0:v>
                </ns0:pt>
                <ns0:pt idx="1031">
                  <ns0:v>0.86890333890914917</ns0:v>
                </ns0:pt>
                <ns0:pt idx="1032">
                  <ns0:v>0.8699689507484436</ns0:v>
                </ns0:pt>
                <ns0:pt idx="1033">
                  <ns0:v>0.87080496549606323</ns0:v>
                </ns0:pt>
                <ns0:pt idx="1034">
                  <ns0:v>0.87129729986190796</ns0:v>
                </ns0:pt>
                <ns0:pt idx="1035">
                  <ns0:v>0.87145483493804932</ns0:v>
                </ns0:pt>
                <ns0:pt idx="1036">
                  <ns0:v>0.87136262655258179</ns0:v>
                </ns0:pt>
                <ns0:pt idx="1037">
                  <ns0:v>0.87113642692565918</ns0:v>
                </ns0:pt>
                <ns0:pt idx="1038">
                  <ns0:v>0.87086111307144165</ns0:v>
                </ns0:pt>
                <ns0:pt idx="1039">
                  <ns0:v>0.87061220407485962</ns0:v>
                </ns0:pt>
                <ns0:pt idx="1040">
                  <ns0:v>0.87042391300201416</ns0:v>
                </ns0:pt>
                <ns0:pt idx="1041">
                  <ns0:v>0.87045347690582275</ns0:v>
                </ns0:pt>
                <ns0:pt idx="1042">
                  <ns0:v>0.87075197696685791</ns0:v>
                </ns0:pt>
                <ns0:pt idx="1043">
                  <ns0:v>0.87156409025192261</ns0:v>
                </ns0:pt>
                <ns0:pt idx="1044">
                  <ns0:v>0.87246894836425781</ns0:v>
                </ns0:pt>
                <ns0:pt idx="1045">
                  <ns0:v>0.87328648567199707</ns0:v>
                </ns0:pt>
                <ns0:pt idx="1046">
                  <ns0:v>0.87389451265335083</ns0:v>
                </ns0:pt>
                <ns0:pt idx="1047">
                  <ns0:v>0.87420386075973511</ns0:v>
                </ns0:pt>
                <ns0:pt idx="1048">
                  <ns0:v>0.87423604726791382</ns0:v>
                </ns0:pt>
                <ns0:pt idx="1049">
                  <ns0:v>0.87405198812484741</ns0:v>
                </ns0:pt>
                <ns0:pt idx="1050">
                  <ns0:v>0.87373316287994385</ns0:v>
                </ns0:pt>
                <ns0:pt idx="1051">
                  <ns0:v>0.87334024906158447</ns0:v>
                </ns0:pt>
                <ns0:pt idx="1052">
                  <ns0:v>0.87293016910552979</ns0:v>
                </ns0:pt>
                <ns0:pt idx="1053">
                  <ns0:v>0.87256890535354614</ns0:v>
                </ns0:pt>
                <ns0:pt idx="1054">
                  <ns0:v>0.87244850397109985</ns0:v>
                </ns0:pt>
                <ns0:pt idx="1055">
                  <ns0:v>0.87246435880661011</ns0:v>
                </ns0:pt>
                <ns0:pt idx="1056">
                  <ns0:v>0.8730158805847168</ns0:v>
                </ns0:pt>
                <ns0:pt idx="1057">
                  <ns0:v>0.87357538938522339</ns0:v>
                </ns0:pt>
                <ns0:pt idx="1058">
                  <ns0:v>0.8739280104637146</ns0:v>
                </ns0:pt>
                <ns0:pt idx="1059">
                  <ns0:v>0.87409853935241699</ns0:v>
                </ns0:pt>
                <ns0:pt idx="1060">
                  <ns0:v>0.87411969900131226</ns0:v>
                </ns0:pt>
                <ns0:pt idx="1061">
                  <ns0:v>0.87408447265625</ns0:v>
                </ns0:pt>
                <ns0:pt idx="1062">
                  <ns0:v>0.87406468391418457</ns0:v>
                </ns0:pt>
                <ns0:pt idx="1063">
                  <ns0:v>0.87410473823547363</ns0:v>
                </ns0:pt>
                <ns0:pt idx="1064">
                  <ns0:v>0.87419629096984863</ns0:v>
                </ns0:pt>
                <ns0:pt idx="1065">
                  <ns0:v>0.87436318397521973</ns0:v>
                </ns0:pt>
                <ns0:pt idx="1066">
                  <ns0:v>0.8746180534362793</ns0:v>
                </ns0:pt>
                <ns0:pt idx="1067">
                  <ns0:v>0.87506353855133057</ns0:v>
                </ns0:pt>
                <ns0:pt idx="1068">
                  <ns0:v>0.87563395500183105</ns0:v>
                </ns0:pt>
                <ns0:pt idx="1069">
                  <ns0:v>0.87644517421722412</ns0:v>
                </ns0:pt>
                <ns0:pt idx="1070">
                  <ns0:v>0.87714123725891113</ns0:v>
                </ns0:pt>
                <ns0:pt idx="1071">
                  <ns0:v>0.87766104936599731</ns0:v>
                </ns0:pt>
                <ns0:pt idx="1072">
                  <ns0:v>0.87800973653793335</ns0:v>
                </ns0:pt>
                <ns0:pt idx="1073">
                  <ns0:v>0.87825667858123779</ns0:v>
                </ns0:pt>
                <ns0:pt idx="1074">
                  <ns0:v>0.8784601092338562</ns0:v>
                </ns0:pt>
                <ns0:pt idx="1075">
                  <ns0:v>0.87867403030395508</ns0:v>
                </ns0:pt>
                <ns0:pt idx="1076">
                  <ns0:v>0.87893694639205933</ns0:v>
                </ns0:pt>
                <ns0:pt idx="1077">
                  <ns0:v>0.87926244735717773</ns0:v>
                </ns0:pt>
                <ns0:pt idx="1078">
                  <ns0:v>0.87966054677963257</ns0:v>
                </ns0:pt>
                <ns0:pt idx="1079">
                  <ns0:v>0.88013005256652832</ns0:v>
                </ns0:pt>
                <ns0:pt idx="1080">
                  <ns0:v>0.88077062368392944</ns0:v>
                </ns0:pt>
                <ns0:pt idx="1081">
                  <ns0:v>0.881572425365448</ns0:v>
                </ns0:pt>
                <ns0:pt idx="1082">
                  <ns0:v>0.88243681192398071</ns0:v>
                </ns0:pt>
                <ns0:pt idx="1083">
                  <ns0:v>0.88328629732131958</ns0:v>
                </ns0:pt>
                <ns0:pt idx="1084">
                  <ns0:v>0.88398748636245728</ns0:v>
                </ns0:pt>
                <ns0:pt idx="1085">
                  <ns0:v>0.88442766666412354</ns0:v>
                </ns0:pt>
                <ns0:pt idx="1086">
                  <ns0:v>0.88457697629928589</ns0:v>
                </ns0:pt>
                <ns0:pt idx="1087">
                  <ns0:v>0.88446509838104248</ns0:v>
                </ns0:pt>
                <ns0:pt idx="1088">
                  <ns0:v>0.88417482376098633</ns0:v>
                </ns0:pt>
                <ns0:pt idx="1089">
                  <ns0:v>0.88378369808197021</ns0:v>
                </ns0:pt>
                <ns0:pt idx="1090">
                  <ns0:v>0.88335728645324707</ns0:v>
                </ns0:pt>
                <ns0:pt idx="1091">
                  <ns0:v>0.88293731212615967</ns0:v>
                </ns0:pt>
                <ns0:pt idx="1092">
                  <ns0:v>0.88267076015472412</ns0:v>
                </ns0:pt>
                <ns0:pt idx="1093">
                  <ns0:v>0.88265800476074219</ns0:v>
                </ns0:pt>
                <ns0:pt idx="1094">
                  <ns0:v>0.88307100534439087</ns0:v>
                </ns0:pt>
                <ns0:pt idx="1095">
                  <ns0:v>0.88363653421401978</ns0:v>
                </ns0:pt>
                <ns0:pt idx="1096">
                  <ns0:v>0.88415151834487915</ns0:v>
                </ns0:pt>
                <ns0:pt idx="1097">
                  <ns0:v>0.88450968265533447</ns0:v>
                </ns0:pt>
                <ns0:pt idx="1098">
                  <ns0:v>0.88461118936538696</ns0:v>
                </ns0:pt>
                <ns0:pt idx="1099">
                  <ns0:v>0.88447248935699463</ns0:v>
                </ns0:pt>
                <ns0:pt idx="1100">
                  <ns0:v>0.88415151834487915</ns0:v>
                </ns0:pt>
                <ns0:pt idx="1101">
                  <ns0:v>0.88371539115905762</ns0:v>
                </ns0:pt>
                <ns0:pt idx="1102">
                  <ns0:v>0.88321226835250854</ns0:v>
                </ns0:pt>
                <ns0:pt idx="1103">
                  <ns0:v>0.88268524408340454</ns0:v>
                </ns0:pt>
                <ns0:pt idx="1104">
                  <ns0:v>0.88220506906509399</ns0:v>
                </ns0:pt>
                <ns0:pt idx="1105">
                  <ns0:v>0.88194787502288818</ns0:v>
                </ns0:pt>
                <ns0:pt idx="1106">
                  <ns0:v>0.88187104463577271</ns0:v>
                </ns0:pt>
                <ns0:pt idx="1107">
                  <ns0:v>0.88214987516403198</ns0:v>
                </ns0:pt>
                <ns0:pt idx="1108">
                  <ns0:v>0.8823246955871582</ns0:v>
                </ns0:pt>
                <ns0:pt idx="1109">
                  <ns0:v>0.88228851556777954</ns0:v>
                </ns0:pt>
                <ns0:pt idx="1110">
                  <ns0:v>0.88200873136520386</ns0:v>
                </ns0:pt>
                <ns0:pt idx="1111">
                  <ns0:v>0.88145983219146729</ns0:v>
                </ns0:pt>
                <ns0:pt idx="1112">
                  <ns0:v>0.880706787109375</ns0:v>
                </ns0:pt>
                <ns0:pt idx="1113">
                  <ns0:v>0.87984120845794678</ns0:v>
                </ns0:pt>
                <ns0:pt idx="1114">
                  <ns0:v>0.87893152236938477</ns0:v>
                </ns0:pt>
                <ns0:pt idx="1115">
                  <ns0:v>0.8780059814453125</ns0:v>
                </ns0:pt>
                <ns0:pt idx="1116">
                  <ns0:v>0.87710088491439819</ns0:v>
                </ns0:pt>
                <ns0:pt idx="1117">
                  <ns0:v>0.87628066539764404</ns0:v>
                </ns0:pt>
                <ns0:pt idx="1118">
                  <ns0:v>0.87578338384628296</ns0:v>
                </ns0:pt>
                <ns0:pt idx="1119">
                  <ns0:v>0.87556928396224976</ns0:v>
                </ns0:pt>
                <ns0:pt idx="1120">
                  <ns0:v>0.87582677602767944</ns0:v>
                </ns0:pt>
                <ns0:pt idx="1121">
                  <ns0:v>0.87592214345932007</ns0:v>
                </ns0:pt>
                <ns0:pt idx="1122">
                  <ns0:v>0.87572842836380005</ns0:v>
                </ns0:pt>
                <ns0:pt idx="1123">
                  <ns0:v>0.87525159120559692</ns0:v>
                </ns0:pt>
                <ns0:pt idx="1124">
                  <ns0:v>0.87454557418823242</ns0:v>
                </ns0:pt>
                <ns0:pt idx="1125">
                  <ns0:v>0.87372756004333496</ns0:v>
                </ns0:pt>
                <ns0:pt idx="1126">
                  <ns0:v>0.8728829026222229</ns0:v>
                </ns0:pt>
                <ns0:pt idx="1127">
                  <ns0:v>0.87207967042922974</ns0:v>
                </ns0:pt>
                <ns0:pt idx="1128">
                  <ns0:v>0.87134474515914917</ns0:v>
                </ns0:pt>
                <ns0:pt idx="1129">
                  <ns0:v>0.87070471048355103</ns0:v>
                </ns0:pt>
                <ns0:pt idx="1130">
                  <ns0:v>0.8702283501625061</ns0:v>
                </ns0:pt>
                <ns0:pt idx="1131">
                  <ns0:v>0.8701164722442627</ns0:v>
                </ns0:pt>
                <ns0:pt idx="1132">
                  <ns0:v>0.87050849199295044</ns0:v>
                </ns0:pt>
                <ns0:pt idx="1133">
                  <ns0:v>0.8713265061378479</ns0:v>
                </ns0:pt>
                <ns0:pt idx="1134">
                  <ns0:v>0.87202763557434082</ns0:v>
                </ns0:pt>
                <ns0:pt idx="1135">
                  <ns0:v>0.87244683504104614</ns0:v>
                </ns0:pt>
                <ns0:pt idx="1136">
                  <ns0:v>0.87253618240356445</ns0:v>
                </ns0:pt>
                <ns0:pt idx="1137">
                  <ns0:v>0.87232100963592529</ns0:v>
                </ns0:pt>
                <ns0:pt idx="1138">
                  <ns0:v>0.87190210819244385</ns0:v>
                </ns0:pt>
                <ns0:pt idx="1139">
                  <ns0:v>0.87140882015228271</ns0:v>
                </ns0:pt>
                <ns0:pt idx="1140">
                  <ns0:v>0.87094110250473022</ns0:v>
                </ns0:pt>
                <ns0:pt idx="1141">
                  <ns0:v>0.87055838108062744</ns0:v>
                </ns0:pt>
                <ns0:pt idx="1142">
                  <ns0:v>0.8702806830406189</ns0:v>
                </ns0:pt>
                <ns0:pt idx="1143">
                  <ns0:v>0.87013328075408936</ns0:v>
                </ns0:pt>
                <ns0:pt idx="1144">
                  <ns0:v>0.87027931213378906</ns0:v>
                </ns0:pt>
                <ns0:pt idx="1145">
                  <ns0:v>0.87078064680099487</ns0:v>
                </ns0:pt>
                <ns0:pt idx="1146">
                  <ns0:v>0.87166327238082886</ns0:v>
                </ns0:pt>
                <ns0:pt idx="1147">
                  <ns0:v>0.87242341041564941</ns0:v>
                </ns0:pt>
                <ns0:pt idx="1148">
                  <ns0:v>0.87283152341842651</ns0:v>
                </ns0:pt>
                <ns0:pt idx="1149">
                  <ns0:v>0.87282896041870117</ns0:v>
                </ns0:pt>
                <ns0:pt idx="1150">
                  <ns0:v>0.87246352434158325</ns0:v>
                </ns0:pt>
                <ns0:pt idx="1151">
                  <ns0:v>0.87185609340667725</ns0:v>
                </ns0:pt>
                <ns0:pt idx="1152">
                  <ns0:v>0.87114524841308594</ns0:v>
                </ns0:pt>
                <ns0:pt idx="1153">
                  <ns0:v>0.87042808532714844</ns0:v>
                </ns0:pt>
                <ns0:pt idx="1154">
                  <ns0:v>0.8697512149810791</ns0:v>
                </ns0:pt>
                <ns0:pt idx="1155">
                  <ns0:v>0.86915457248687744</ns0:v>
                </ns0:pt>
                <ns0:pt idx="1156">
                  <ns0:v>0.86870801448822021</ns0:v>
                </ns0:pt>
                <ns0:pt idx="1157">
                  <ns0:v>0.86863398551940918</ns0:v>
                </ns0:pt>
                <ns0:pt idx="1158">
                  <ns0:v>0.86917334794998169</ns0:v>
                </ns0:pt>
                <ns0:pt idx="1159">
                  <ns0:v>0.87013250589370728</ns0:v>
                </ns0:pt>
                <ns0:pt idx="1160">
                  <ns0:v>0.87095504999160767</ns0:v>
                </ns0:pt>
                <ns0:pt idx="1161">
                  <ns0:v>0.87146681547164917</ns0:v>
                </ns0:pt>
                <ns0:pt idx="1162">
                  <ns0:v>0.87159913778305054</ns0:v>
                </ns0:pt>
                <ns0:pt idx="1163">
                  <ns0:v>0.87138825654983521</ns0:v>
                </ns0:pt>
                <ns0:pt idx="1164">
                  <ns0:v>0.8709719181060791</ns0:v>
                </ns0:pt>
                <ns0:pt idx="1165">
                  <ns0:v>0.87048798799514771</ns0:v>
                </ns0:pt>
                <ns0:pt idx="1166">
                  <ns0:v>0.87001872062683105</ns0:v>
                </ns0:pt>
                <ns0:pt idx="1167">
                  <ns0:v>0.86958885192871094</ns0:v>
                </ns0:pt>
                <ns0:pt idx="1168">
                  <ns0:v>0.8692513108253479</ns0:v>
                </ns0:pt>
                <ns0:pt idx="1169">
                  <ns0:v>0.86911183595657349</ns0:v>
                </ns0:pt>
                <ns0:pt idx="1170">
                  <ns0:v>0.86927121877670288</ns0:v>
                </ns0:pt>
                <ns0:pt idx="1171">
                  <ns0:v>0.8700060248374939</ns0:v>
                </ns0:pt>
                <ns0:pt idx="1172">
                  <ns0:v>0.87095934152603149</ns0:v>
                </ns0:pt>
                <ns0:pt idx="1173">
                  <ns0:v>0.87177449464797974</ns0:v>
                </ns0:pt>
                <ns0:pt idx="1174">
                  <ns0:v>0.87228798866271973</ns0:v>
                </ns0:pt>
                <ns0:pt idx="1175">
                  <ns0:v>0.87240439653396606</ns0:v>
                </ns0:pt>
                <ns0:pt idx="1176">
                  <ns0:v>0.87219077348709106</ns0:v>
                </ns0:pt>
                <ns0:pt idx="1177">
                  <ns0:v>0.87173581123352051</ns0:v>
                </ns0:pt>
                <ns0:pt idx="1178">
                  <ns0:v>0.87116736173629761</ns0:v>
                </ns0:pt>
                <ns0:pt idx="1179">
                  <ns0:v>0.87056654691696167</ns0:v>
                </ns0:pt>
                <ns0:pt idx="1180">
                  <ns0:v>0.86998224258422852</ns0:v>
                </ns0:pt>
                <ns0:pt idx="1181">
                  <ns0:v>0.86947387456893921</ns0:v>
                </ns0:pt>
                <ns0:pt idx="1182">
                  <ns0:v>0.86913490295410156</ns0:v>
                </ns0:pt>
                <ns0:pt idx="1183">
                  <ns0:v>0.86914795637130737</ns0:v>
                </ns0:pt>
                <ns0:pt idx="1184">
                  <ns0:v>0.86977136135101318</ns0:v>
                </ns0:pt>
                <ns0:pt idx="1185">
                  <ns0:v>0.87071824073791504</ns0:v>
                </ns0:pt>
                <ns0:pt idx="1186">
                  <ns0:v>0.87156510353088379</ns0:v>
                </ns0:pt>
                <ns0:pt idx="1187">
                  <ns0:v>0.87213355302810669</ns0:v>
                </ns0:pt>
                <ns0:pt idx="1188">
                  <ns0:v>0.87229067087173462</ns0:v>
                </ns0:pt>
                <ns0:pt idx="1189">
                  <ns0:v>0.87202447652816772</ns0:v>
                </ns0:pt>
                <ns0:pt idx="1190">
                  <ns0:v>0.87310147285461426</ns0:v>
                </ns0:pt>
                <ns0:pt idx="1191">
                  <ns0:v>0.87351304292678833</ns0:v>
                </ns0:pt>
                <ns0:pt idx="1192">
                  <ns0:v>0.87315768003463745</ns0:v>
                </ns0:pt>
                <ns0:pt idx="1193">
                  <ns0:v>0.87197983264923096</ns0:v>
                </ns0:pt>
                <ns0:pt idx="1194">
                  <ns0:v>0.86999481916427612</ns0:v>
                </ns0:pt>
                <ns0:pt idx="1195">
                  <ns0:v>0.86746037006378174</ns0:v>
                </ns0:pt>
                <ns0:pt idx="1196">
                  <ns0:v>0.86482936143875122</ns0:v>
                </ns0:pt>
                <ns0:pt idx="1197">
                  <ns0:v>0.86319839954376221</ns0:v>
                </ns0:pt>
                <ns0:pt idx="1198">
                  <ns0:v>0.86312812566757202</ns0:v>
                </ns0:pt>
                <ns0:pt idx="1199">
                  <ns0:v>0.86458081007003784</ns0:v>
                </ns0:pt>
                <ns0:pt idx="1200">
                  <ns0:v>0.86720877885818481</ns0:v>
                </ns0:pt>
                <ns0:pt idx="1201">
                  <ns0:v>0.87039369344711304</ns0:v>
                </ns0:pt>
              </ns0:numCache>
            </ns0:numRef>
          </ns0:yVal>
          <ns0:smooth val="0"/>
        </ns0:ser>
        <ns0:axId val="11"/>
        <ns0:axId val="12"/>
      </ns0:scatterChart>
      <ns0:valAx>
        <ns0:axId val="1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2"/>
        <ns0:crossesAt val="-0.2"/>
        <ns0:crossBetween val="midCat"/>
        <ns0:majorUnit val="5.0"/>
      </ns0:valAx>
      <ns0:valAx>
        <ns0:axId val="12"/>
        <ns0:scaling>
          <ns0:orientation val="minMax"/>
          <ns0:max val="1.2000000000000002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19"/>
          <ns0:y val="0.01"/>
          <ns0:w val="0.39"/>
          <ns0:h val="0.26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/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2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4"/>
          <ns0:y val="0.1"/>
          <ns0:w val="0.5"/>
          <ns0:h val="0.5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0.0077737304382026196</ns0:v>
                </ns0:pt>
                <ns0:pt idx="3">
                  <ns0:v>0.006991170346736908</ns0:v>
                </ns0:pt>
                <ns0:pt idx="4">
                  <ns0:v>0.0067787757143378258</ns0:v>
                </ns0:pt>
                <ns0:pt idx="5">
                  <ns0:v>0.0066527803428471088</ns0:v>
                </ns0:pt>
                <ns0:pt idx="6">
                  <ns0:v>0.0062835570424795151</ns0:v>
                </ns0:pt>
                <ns0:pt idx="7">
                  <ns0:v>0.005743891466408968</ns0:v>
                </ns0:pt>
                <ns0:pt idx="8">
                  <ns0:v>0.006411772221326828</ns0:v>
                </ns0:pt>
                <ns0:pt idx="9">
                  <ns0:v>0.0074381856247782707</ns0:v>
                </ns0:pt>
                <ns0:pt idx="10">
                  <ns0:v>0.0084541253745555878</ns0:v>
                </ns0:pt>
                <ns0:pt idx="11">
                  <ns0:v>0.0093548782169818878</ns0:v>
                </ns0:pt>
                <ns0:pt idx="12">
                  <ns0:v>0.010206217877566814</ns0:v>
                </ns0:pt>
                <ns0:pt idx="13">
                  <ns0:v>0.010300235822796822</ns0:v>
                </ns0:pt>
                <ns0:pt idx="14">
                  <ns0:v>0.01020605955272913</ns0:v>
                </ns0:pt>
                <ns0:pt idx="15">
                  <ns0:v>0.010344848968088627</ns0:v>
                </ns0:pt>
                <ns0:pt idx="16">
                  <ns0:v>0.011070108041167259</ns0:v>
                </ns0:pt>
                <ns0:pt idx="17">
                  <ns0:v>0.011723924428224564</ns0:v>
                </ns0:pt>
                <ns0:pt idx="18">
                  <ns0:v>0.013042662292718887</ns0:v>
                </ns0:pt>
                <ns0:pt idx="19">
                  <ns0:v>0.013240300118923187</ns0:v>
                </ns0:pt>
                <ns0:pt idx="20">
                  <ns0:v>0.013997540809214115</ns0:v>
                </ns0:pt>
                <ns0:pt idx="21">
                  <ns0:v>0.015222812071442604</ns0:v>
                </ns0:pt>
                <ns0:pt idx="22">
                  <ns0:v>0.016478374600410461</ns0:v>
                </ns0:pt>
                <ns0:pt idx="23">
                  <ns0:v>0.017802147194743156</ns0:v>
                </ns0:pt>
                <ns0:pt idx="24">
                  <ns0:v>0.019798951223492622</ns0:v>
                </ns0:pt>
                <ns0:pt idx="25">
                  <ns0:v>0.021657254546880722</ns0:v>
                </ns0:pt>
                <ns0:pt idx="26">
                  <ns0:v>0.023495607078075409</ns0:v>
                </ns0:pt>
                <ns0:pt idx="27">
                  <ns0:v>0.025473322719335556</ns0:v>
                </ns0:pt>
                <ns0:pt idx="28">
                  <ns0:v>0.027558078989386559</ns0:v>
                </ns0:pt>
                <ns0:pt idx="29">
                  <ns0:v>0.02944641187787056</ns0:v>
                </ns0:pt>
                <ns0:pt idx="30">
                  <ns0:v>0.03147796168923378</ns0:v>
                </ns0:pt>
                <ns0:pt idx="31">
                  <ns0:v>0.033553034067153931</ns0:v>
                </ns0:pt>
                <ns0:pt idx="32">
                  <ns0:v>0.035798162221908569</ns0:v>
                </ns0:pt>
                <ns0:pt idx="33">
                  <ns0:v>0.037105046212673187</ns0:v>
                </ns0:pt>
                <ns0:pt idx="34">
                  <ns0:v>0.038443345576524734</ns0:v>
                </ns0:pt>
                <ns0:pt idx="35">
                  <ns0:v>0.040025919675827026</ns0:v>
                </ns0:pt>
                <ns0:pt idx="36">
                  <ns0:v>0.041541080921888351</ns0:v>
                </ns0:pt>
                <ns0:pt idx="37">
                  <ns0:v>0.043137170374393463</ns0:v>
                </ns0:pt>
                <ns0:pt idx="38">
                  <ns0:v>0.045774828642606735</ns0:v>
                </ns0:pt>
                <ns0:pt idx="39">
                  <ns0:v>0.04795895516872406</ns0:v>
                </ns0:pt>
                <ns0:pt idx="40">
                  <ns0:v>0.050348185002803802</ns0:v>
                </ns0:pt>
                <ns0:pt idx="41">
                  <ns0:v>0.052086520940065384</ns0:v>
                </ns0:pt>
                <ns0:pt idx="42">
                  <ns0:v>0.053436197340488434</ns0:v>
                </ns0:pt>
                <ns0:pt idx="43">
                  <ns0:v>0.054391935467720032</ns0:v>
                </ns0:pt>
                <ns0:pt idx="44">
                  <ns0:v>0.055686298757791519</ns0:v>
                </ns0:pt>
                <ns0:pt idx="45">
                  <ns0:v>0.056860562413930893</ns0:v>
                </ns0:pt>
                <ns0:pt idx="46">
                  <ns0:v>0.058646377176046371</ns0:v>
                </ns0:pt>
                <ns0:pt idx="47">
                  <ns0:v>0.060669135302305222</ns0:v>
                </ns0:pt>
                <ns0:pt idx="48">
                  <ns0:v>0.062782898545265198</ns0:v>
                </ns0:pt>
                <ns0:pt idx="49">
                  <ns0:v>0.064167067408561707</ns0:v>
                </ns0:pt>
                <ns0:pt idx="50">
                  <ns0:v>0.065997086465358734</ns0:v>
                </ns0:pt>
                <ns0:pt idx="51">
                  <ns0:v>0.067566864192485809</ns0:v>
                </ns0:pt>
                <ns0:pt idx="52">
                  <ns0:v>0.068663202226161957</ns0:v>
                </ns0:pt>
                <ns0:pt idx="53">
                  <ns0:v>0.070038110017776489</ns0:v>
                </ns0:pt>
                <ns0:pt idx="54">
                  <ns0:v>0.071690946817398071</ns0:v>
                </ns0:pt>
                <ns0:pt idx="55">
                  <ns0:v>0.073273055255413055</ns0:v>
                </ns0:pt>
                <ns0:pt idx="56">
                  <ns0:v>0.074712030589580536</ns0:v>
                </ns0:pt>
                <ns0:pt idx="57">
                  <ns0:v>0.076338261365890503</ns0:v>
                </ns0:pt>
                <ns0:pt idx="58">
                  <ns0:v>0.078243181109428406</ns0:v>
                </ns0:pt>
                <ns0:pt idx="59">
                  <ns0:v>0.07999817281961441</ns0:v>
                </ns0:pt>
                <ns0:pt idx="60">
                  <ns0:v>0.081586152315139771</ns0:v>
                </ns0:pt>
                <ns0:pt idx="61">
                  <ns0:v>0.083871848881244659</ns0:v>
                </ns0:pt>
                <ns0:pt idx="62">
                  <ns0:v>0.085886679589748383</ns0:v>
                </ns0:pt>
                <ns0:pt idx="63">
                  <ns0:v>0.087738282978534698</ns0:v>
                </ns0:pt>
                <ns0:pt idx="64">
                  <ns0:v>0.090411685407161713</ns0:v>
                </ns0:pt>
                <ns0:pt idx="65">
                  <ns0:v>0.093076132237911224</ns0:v>
                </ns0:pt>
                <ns0:pt idx="66">
                  <ns0:v>0.095850557088851929</ns0:v>
                </ns0:pt>
                <ns0:pt idx="67">
                  <ns0:v>0.098790533840656281</ns0:v>
                </ns0:pt>
                <ns0:pt idx="68">
                  <ns0:v>0.10178007930517197</ns0:v>
                </ns0:pt>
                <ns0:pt idx="69">
                  <ns0:v>0.10457317531108856</ns0:v>
                </ns0:pt>
                <ns0:pt idx="70">
                  <ns0:v>0.10670880973339081</ns0:v>
                </ns0:pt>
                <ns0:pt idx="71">
                  <ns0:v>0.10821026563644409</ns0:v>
                </ns0:pt>
                <ns0:pt idx="72">
                  <ns0:v>0.1095084547996521</ns0:v>
                </ns0:pt>
                <ns0:pt idx="73">
                  <ns0:v>0.11013951897621155</ns0:v>
                </ns0:pt>
                <ns0:pt idx="74">
                  <ns0:v>0.11109746247529984</ns0:v>
                </ns0:pt>
                <ns0:pt idx="75">
                  <ns0:v>0.11195332556962967</ns0:v>
                </ns0:pt>
                <ns0:pt idx="76">
                  <ns0:v>0.11328918486833572</ns0:v>
                </ns0:pt>
                <ns0:pt idx="77">
                  <ns0:v>0.11477572470903397</ns0:v>
                </ns0:pt>
                <ns0:pt idx="78">
                  <ns0:v>0.11617740988731384</ns0:v>
                </ns0:pt>
                <ns0:pt idx="79">
                  <ns0:v>0.11726263165473938</ns0:v>
                </ns0:pt>
                <ns0:pt idx="80">
                  <ns0:v>0.11831627041101456</ns0:v>
                </ns0:pt>
                <ns0:pt idx="81">
                  <ns0:v>0.11972291767597198</ns0:v>
                </ns0:pt>
                <ns0:pt idx="82">
                  <ns0:v>0.12107685953378677</ns0:v>
                </ns0:pt>
                <ns0:pt idx="83">
                  <ns0:v>0.12215661257505417</ns0:v>
                </ns0:pt>
                <ns0:pt idx="84">
                  <ns0:v>0.12311884760856628</ns0:v>
                </ns0:pt>
                <ns0:pt idx="85">
                  <ns0:v>0.12487514317035675</ns0:v>
                </ns0:pt>
                <ns0:pt idx="86">
                  <ns0:v>0.12603451311588287</ns0:v>
                </ns0:pt>
                <ns0:pt idx="87">
                  <ns0:v>0.12751895189285278</ns0:v>
                </ns0:pt>
                <ns0:pt idx="88">
                  <ns0:v>0.12872497737407684</ns0:v>
                </ns0:pt>
                <ns0:pt idx="89">
                  <ns0:v>0.12965896725654602</ns0:v>
                </ns0:pt>
                <ns0:pt idx="90">
                  <ns0:v>0.13017986714839935</ns0:v>
                </ns0:pt>
                <ns0:pt idx="91">
                  <ns0:v>0.13062332570552826</ns0:v>
                </ns0:pt>
                <ns0:pt idx="92">
                  <ns0:v>0.13070005178451538</ns0:v>
                </ns0:pt>
                <ns0:pt idx="93">
                  <ns0:v>0.13040050864219666</ns0:v>
                </ns0:pt>
                <ns0:pt idx="94">
                  <ns0:v>0.13011671602725983</ns0:v>
                </ns0:pt>
                <ns0:pt idx="95">
                  <ns0:v>0.13050512969493866</ns0:v>
                </ns0:pt>
                <ns0:pt idx="96">
                  <ns0:v>0.13124473392963409</ns0:v>
                </ns0:pt>
                <ns0:pt idx="97">
                  <ns0:v>0.13190744817256927</ns0:v>
                </ns0:pt>
                <ns0:pt idx="98">
                  <ns0:v>0.13335734605789185</ns0:v>
                </ns0:pt>
                <ns0:pt idx="99">
                  <ns0:v>0.13466472923755646</ns0:v>
                </ns0:pt>
                <ns0:pt idx="100">
                  <ns0:v>0.13593123853206635</ns0:v>
                </ns0:pt>
                <ns0:pt idx="101">
                  <ns0:v>0.13705781102180481</ns0:v>
                </ns0:pt>
                <ns0:pt idx="102">
                  <ns0:v>0.13850921392440796</ns0:v>
                </ns0:pt>
                <ns0:pt idx="103">
                  <ns0:v>0.13984361290931702</ns0:v>
                </ns0:pt>
                <ns0:pt idx="104">
                  <ns0:v>0.14126816391944885</ns0:v>
                </ns0:pt>
                <ns0:pt idx="105">
                  <ns0:v>0.14270120859146118</ns0:v>
                </ns0:pt>
                <ns0:pt idx="106">
                  <ns0:v>0.14414598047733307</ns0:v>
                </ns0:pt>
                <ns0:pt idx="107">
                  <ns0:v>0.14568181335926056</ns0:v>
                </ns0:pt>
                <ns0:pt idx="108">
                  <ns0:v>0.14722175896167755</ns0:v>
                </ns0:pt>
                <ns0:pt idx="109">
                  <ns0:v>0.1489153653383255</ns0:v>
                </ns0:pt>
                <ns0:pt idx="110">
                  <ns0:v>0.14981159567832947</ns0:v>
                </ns0:pt>
                <ns0:pt idx="111">
                  <ns0:v>0.15059354901313782</ns0:v>
                </ns0:pt>
                <ns0:pt idx="112">
                  <ns0:v>0.15076878666877747</ns0:v>
                </ns0:pt>
                <ns0:pt idx="113">
                  <ns0:v>0.15085144340991974</ns0:v>
                </ns0:pt>
                <ns0:pt idx="114">
                  <ns0:v>0.15076805651187897</ns0:v>
                </ns0:pt>
                <ns0:pt idx="115">
                  <ns0:v>0.15116094052791595</ns0:v>
                </ns0:pt>
                <ns0:pt idx="116">
                  <ns0:v>0.15185065567493439</ns0:v>
                </ns0:pt>
                <ns0:pt idx="117">
                  <ns0:v>0.15231788158416748</ns0:v>
                </ns0:pt>
                <ns0:pt idx="118">
                  <ns0:v>0.15339832007884979</ns0:v>
                </ns0:pt>
                <ns0:pt idx="119">
                  <ns0:v>0.15460081398487091</ns0:v>
                </ns0:pt>
                <ns0:pt idx="120">
                  <ns0:v>0.15530270338058472</ns0:v>
                </ns0:pt>
                <ns0:pt idx="121">
                  <ns0:v>0.15598282217979431</ns0:v>
                </ns0:pt>
                <ns0:pt idx="122">
                  <ns0:v>0.1570621132850647</ns0:v>
                </ns0:pt>
                <ns0:pt idx="123">
                  <ns0:v>0.15802460908889771</ns0:v>
                </ns0:pt>
                <ns0:pt idx="124">
                  <ns0:v>0.15911252796649933</ns0:v>
                </ns0:pt>
                <ns0:pt idx="125">
                  <ns0:v>0.16030023992061615</ns0:v>
                </ns0:pt>
                <ns0:pt idx="126">
                  <ns0:v>0.16143091022968292</ns0:v>
                </ns0:pt>
                <ns0:pt idx="127">
                  <ns0:v>0.16257680952548981</ns0:v>
                </ns0:pt>
                <ns0:pt idx="128">
                  <ns0:v>0.16379642486572266</ns0:v>
                </ns0:pt>
                <ns0:pt idx="129">
                  <ns0:v>0.16442427039146423</ns0:v>
                </ns0:pt>
                <ns0:pt idx="130">
                  <ns0:v>0.16475780308246613</ns0:v>
                </ns0:pt>
                <ns0:pt idx="131">
                  <ns0:v>0.16497400403022766</ns0:v>
                </ns0:pt>
                <ns0:pt idx="132">
                  <ns0:v>0.1655847430229187</ns0:v>
                </ns0:pt>
                <ns0:pt idx="133">
                  <ns0:v>0.1663682758808136</ns0:v>
                </ns0:pt>
                <ns0:pt idx="134">
                  <ns0:v>0.16682787239551544</ns0:v>
                </ns0:pt>
                <ns0:pt idx="135">
                  <ns0:v>0.1673215925693512</ns0:v>
                </ns0:pt>
                <ns0:pt idx="136">
                  <ns0:v>0.16781410574913025</ns0:v>
                </ns0:pt>
                <ns0:pt idx="137">
                  <ns0:v>0.16869509220123291</ns0:v>
                </ns0:pt>
                <ns0:pt idx="138">
                  <ns0:v>0.16928572952747345</ns0:v>
                </ns0:pt>
                <ns0:pt idx="139">
                  <ns0:v>0.17018780112266541</ns0:v>
                </ns0:pt>
                <ns0:pt idx="140">
                  <ns0:v>0.17088976502418518</ns0:v>
                </ns0:pt>
                <ns0:pt idx="141">
                  <ns0:v>0.17063787579536438</ns0:v>
                </ns0:pt>
                <ns0:pt idx="142">
                  <ns0:v>0.17093169689178467</ns0:v>
                </ns0:pt>
                <ns0:pt idx="143">
                  <ns0:v>0.17107658088207245</ns0:v>
                </ns0:pt>
                <ns0:pt idx="144">
                  <ns0:v>0.17102046310901642</ns0:v>
                </ns0:pt>
                <ns0:pt idx="145">
                  <ns0:v>0.17124706506729126</ns0:v>
                </ns0:pt>
                <ns0:pt idx="146">
                  <ns0:v>0.17145495116710663</ns0:v>
                </ns0:pt>
                <ns0:pt idx="147">
                  <ns0:v>0.17138557136058807</ns0:v>
                </ns0:pt>
                <ns0:pt idx="148">
                  <ns0:v>0.1712198406457901</ns0:v>
                </ns0:pt>
                <ns0:pt idx="149">
                  <ns0:v>0.17154578864574432</ns0:v>
                </ns0:pt>
                <ns0:pt idx="150">
                  <ns0:v>0.17163561284542084</ns0:v>
                </ns0:pt>
                <ns0:pt idx="151">
                  <ns0:v>0.171879842877388</ns0:v>
                </ns0:pt>
                <ns0:pt idx="152">
                  <ns0:v>0.17158277332782745</ns0:v>
                </ns0:pt>
                <ns0:pt idx="153">
                  <ns0:v>0.17062291502952576</ns0:v>
                </ns0:pt>
                <ns0:pt idx="154">
                  <ns0:v>0.16964004933834076</ns0:v>
                </ns0:pt>
                <ns0:pt idx="155">
                  <ns0:v>0.16876311600208282</ns0:v>
                </ns0:pt>
                <ns0:pt idx="156">
                  <ns0:v>0.16822317242622375</ns0:v>
                </ns0:pt>
                <ns0:pt idx="157">
                  <ns0:v>0.1671387106180191</ns0:v>
                </ns0:pt>
                <ns0:pt idx="158">
                  <ns0:v>0.16575139760971069</ns0:v>
                </ns0:pt>
                <ns0:pt idx="159">
                  <ns0:v>0.16440711915493011</ns0:v>
                </ns0:pt>
                <ns0:pt idx="160">
                  <ns0:v>0.16310340166091919</ns0:v>
                </ns0:pt>
                <ns0:pt idx="161">
                  <ns0:v>0.1609070748090744</ns0:v>
                </ns0:pt>
                <ns0:pt idx="162">
                  <ns0:v>0.15863220393657684</ns0:v>
                </ns0:pt>
                <ns0:pt idx="163">
                  <ns0:v>0.15692688524723053</ns0:v>
                </ns0:pt>
                <ns0:pt idx="164">
                  <ns0:v>0.15524241328239441</ns0:v>
                </ns0:pt>
                <ns0:pt idx="165">
                  <ns0:v>0.1535937488079071</ns0:v>
                </ns0:pt>
                <ns0:pt idx="166">
                  <ns0:v>0.15373650193214417</ns0:v>
                </ns0:pt>
                <ns0:pt idx="167">
                  <ns0:v>0.15402524173259735</ns0:v>
                </ns0:pt>
                <ns0:pt idx="168">
                  <ns0:v>0.1544443666934967</ns0:v>
                </ns0:pt>
                <ns0:pt idx="169">
                  <ns0:v>0.15505148470401764</ns0:v>
                </ns0:pt>
                <ns0:pt idx="170">
                  <ns0:v>0.15559457242488861</ns0:v>
                </ns0:pt>
                <ns0:pt idx="171">
                  <ns0:v>0.15581832826137543</ns0:v>
                </ns0:pt>
                <ns0:pt idx="172">
                  <ns0:v>0.15601277351379395</ns0:v>
                </ns0:pt>
                <ns0:pt idx="173">
                  <ns0:v>0.15571548044681549</ns0:v>
                </ns0:pt>
                <ns0:pt idx="174">
                  <ns0:v>0.15448445081710815</ns0:v>
                </ns0:pt>
                <ns0:pt idx="175">
                  <ns0:v>0.15317600965499878</ns0:v>
                </ns0:pt>
                <ns0:pt idx="176">
                  <ns0:v>0.15184348821640015</ns0:v>
                </ns0:pt>
                <ns0:pt idx="177">
                  <ns0:v>0.15083916485309601</ns0:v>
                </ns0:pt>
                <ns0:pt idx="178">
                  <ns0:v>0.15022999048233032</ns0:v>
                </ns0:pt>
                <ns0:pt idx="179">
                  <ns0:v>0.15013712644577026</ns0:v>
                </ns0:pt>
                <ns0:pt idx="180">
                  <ns0:v>0.15008944272994995</ns0:v>
                </ns0:pt>
                <ns0:pt idx="181">
                  <ns0:v>0.14981263875961304</ns0:v>
                </ns0:pt>
                <ns0:pt idx="182">
                  <ns0:v>0.14918680489063263</ns0:v>
                </ns0:pt>
                <ns0:pt idx="183">
                  <ns0:v>0.14881214499473572</ns0:v>
                </ns0:pt>
                <ns0:pt idx="184">
                  <ns0:v>0.14784091711044312</ns0:v>
                </ns0:pt>
                <ns0:pt idx="185">
                  <ns0:v>0.14691600203514099</ns0:v>
                </ns0:pt>
                <ns0:pt idx="186">
                  <ns0:v>0.14725667238235474</ns0:v>
                </ns0:pt>
                <ns0:pt idx="187">
                  <ns0:v>0.14791317284107208</ns0:v>
                </ns0:pt>
                <ns0:pt idx="188">
                  <ns0:v>0.14931587874889374</ns0:v>
                </ns0:pt>
                <ns0:pt idx="189">
                  <ns0:v>0.15064689517021179</ns0:v>
                </ns0:pt>
                <ns0:pt idx="190">
                  <ns0:v>0.15241841971874237</ns0:v>
                </ns0:pt>
                <ns0:pt idx="191">
                  <ns0:v>0.15334706008434296</ns0:v>
                </ns0:pt>
                <ns0:pt idx="192">
                  <ns0:v>0.1543416827917099</ns0:v>
                </ns0:pt>
                <ns0:pt idx="193">
                  <ns0:v>0.15443938970565796</ns0:v>
                </ns0:pt>
                <ns0:pt idx="194">
                  <ns0:v>0.15393896400928497</ns0:v>
                </ns0:pt>
                <ns0:pt idx="195">
                  <ns0:v>0.15307417511940002</ns0:v>
                </ns0:pt>
                <ns0:pt idx="196">
                  <ns0:v>0.15249632298946381</ns0:v>
                </ns0:pt>
                <ns0:pt idx="197">
                  <ns0:v>0.15187220275402069</ns0:v>
                </ns0:pt>
                <ns0:pt idx="198">
                  <ns0:v>0.15141014754772186</ns0:v>
                </ns0:pt>
                <ns0:pt idx="199">
                  <ns0:v>0.15107347071170807</ns0:v>
                </ns0:pt>
                <ns0:pt idx="200">
                  <ns0:v>0.15150327980518341</ns0:v>
                </ns0:pt>
                <ns0:pt idx="201">
                  <ns0:v>0.15135160088539124</ns0:v>
                </ns0:pt>
                <ns0:pt idx="202">
                  <ns0:v>0.15140871703624725</ns0:v>
                </ns0:pt>
                <ns0:pt idx="203">
                  <ns0:v>0.15138982236385345</ns0:v>
                </ns0:pt>
                <ns0:pt idx="204">
                  <ns0:v>0.1510390043258667</ns0:v>
                </ns0:pt>
                <ns0:pt idx="205">
                  <ns0:v>0.15081198513507843</ns0:v>
                </ns0:pt>
                <ns0:pt idx="206">
                  <ns0:v>0.15062224864959717</ns0:v>
                </ns0:pt>
                <ns0:pt idx="207">
                  <ns0:v>0.15074919164180756</ns0:v>
                </ns0:pt>
                <ns0:pt idx="208">
                  <ns0:v>0.15148501098155975</ns0:v>
                </ns0:pt>
                <ns0:pt idx="209">
                  <ns0:v>0.15285716950893402</ns0:v>
                </ns0:pt>
                <ns0:pt idx="210">
                  <ns0:v>0.15421348810195923</ns0:v>
                </ns0:pt>
                <ns0:pt idx="211">
                  <ns0:v>0.15529492497444153</ns0:v>
                </ns0:pt>
                <ns0:pt idx="212">
                  <ns0:v>0.15617416799068451</ns0:v>
                </ns0:pt>
                <ns0:pt idx="213">
                  <ns0:v>0.15685556828975677</ns0:v>
                </ns0:pt>
                <ns0:pt idx="214">
                  <ns0:v>0.15732207894325256</ns0:v>
                </ns0:pt>
                <ns0:pt idx="215">
                  <ns0:v>0.15652208030223846</ns0:v>
                </ns0:pt>
                <ns0:pt idx="216">
                  <ns0:v>0.15531162917613983</ns0:v>
                </ns0:pt>
                <ns0:pt idx="217">
                  <ns0:v>0.15336494147777557</ns0:v>
                </ns0:pt>
                <ns0:pt idx="218">
                  <ns0:v>0.15176491439342499</ns0:v>
                </ns0:pt>
                <ns0:pt idx="219">
                  <ns0:v>0.1507580429315567</ns0:v>
                </ns0:pt>
                <ns0:pt idx="220">
                  <ns0:v>0.15018774569034576</ns0:v>
                </ns0:pt>
                <ns0:pt idx="221">
                  <ns0:v>0.14948128163814545</ns0:v>
                </ns0:pt>
                <ns0:pt idx="222">
                  <ns0:v>0.14873106777667999</ns0:v>
                </ns0:pt>
                <ns0:pt idx="223">
                  <ns0:v>0.14857780933380127</ns0:v>
                </ns0:pt>
                <ns0:pt idx="224">
                  <ns0:v>0.14856073260307312</ns0:v>
                </ns0:pt>
                <ns0:pt idx="225">
                  <ns0:v>0.14769886434078217</ns0:v>
                </ns0:pt>
                <ns0:pt idx="226">
                  <ns0:v>0.14741323888301849</ns0:v>
                </ns0:pt>
                <ns0:pt idx="227">
                  <ns0:v>0.14698952436447144</ns0:v>
                </ns0:pt>
                <ns0:pt idx="228">
                  <ns0:v>0.14672958850860596</ns0:v>
                </ns0:pt>
                <ns0:pt idx="229">
                  <ns0:v>0.14669379591941833</ns0:v>
                </ns0:pt>
                <ns0:pt idx="230">
                  <ns0:v>0.14675374329090118</ns0:v>
                </ns0:pt>
                <ns0:pt idx="231">
                  <ns0:v>0.14697761833667755</ns0:v>
                </ns0:pt>
                <ns0:pt idx="232">
                  <ns0:v>0.14745979011058807</ns0:v>
                </ns0:pt>
                <ns0:pt idx="233">
                  <ns0:v>0.14819245040416718</ns0:v>
                </ns0:pt>
                <ns0:pt idx="234">
                  <ns0:v>0.14884212613105774</ns0:v>
                </ns0:pt>
                <ns0:pt idx="235">
                  <ns0:v>0.14928597211837769</ns0:v>
                </ns0:pt>
                <ns0:pt idx="236">
                  <ns0:v>0.14990447461605072</ns0:v>
                </ns0:pt>
                <ns0:pt idx="237">
                  <ns0:v>0.15020589530467987</ns0:v>
                </ns0:pt>
                <ns0:pt idx="238">
                  <ns0:v>0.14929915964603424</ns0:v>
                </ns0:pt>
                <ns0:pt idx="239">
                  <ns0:v>0.1484181135892868</ns0:v>
                </ns0:pt>
                <ns0:pt idx="240">
                  <ns0:v>0.14846304059028625</ns0:v>
                </ns0:pt>
                <ns0:pt idx="241">
                  <ns0:v>0.14902222156524658</ns0:v>
                </ns0:pt>
                <ns0:pt idx="242">
                  <ns0:v>0.15012365579605103</ns0:v>
                </ns0:pt>
                <ns0:pt idx="243">
                  <ns0:v>0.15170630812644958</ns0:v>
                </ns0:pt>
                <ns0:pt idx="244">
                  <ns0:v>0.15332423150539398</ns0:v>
                </ns0:pt>
                <ns0:pt idx="245">
                  <ns0:v>0.15374195575714111</ns0:v>
                </ns0:pt>
                <ns0:pt idx="246">
                  <ns0:v>0.1541019082069397</ns0:v>
                </ns0:pt>
                <ns0:pt idx="247">
                  <ns0:v>0.1547379344701767</ns0:v>
                </ns0:pt>
                <ns0:pt idx="248">
                  <ns0:v>0.15493354201316833</ns0:v>
                </ns0:pt>
                <ns0:pt idx="249">
                  <ns0:v>0.15514200925827026</ns0:v>
                </ns0:pt>
                <ns0:pt idx="250">
                  <ns0:v>0.15680941939353943</ns0:v>
                </ns0:pt>
                <ns0:pt idx="251">
                  <ns0:v>0.15853345394134521</ns0:v>
                </ns0:pt>
                <ns0:pt idx="252">
                  <ns0:v>0.16048608720302582</ns0:v>
                </ns0:pt>
                <ns0:pt idx="253">
                  <ns0:v>0.16267210245132446</ns0:v>
                </ns0:pt>
                <ns0:pt idx="254">
                  <ns0:v>0.16507279872894287</ns0:v>
                </ns0:pt>
                <ns0:pt idx="255">
                  <ns0:v>0.16707901656627655</ns0:v>
                </ns0:pt>
                <ns0:pt idx="256">
                  <ns0:v>0.16861151158809662</ns0:v>
                </ns0:pt>
                <ns0:pt idx="257">
                  <ns0:v>0.16950893402099609</ns0:v>
                </ns0:pt>
                <ns0:pt idx="258">
                  <ns0:v>0.16901923716068268</ns0:v>
                </ns0:pt>
                <ns0:pt idx="259">
                  <ns0:v>0.16841314733028412</ns0:v>
                </ns0:pt>
                <ns0:pt idx="260">
                  <ns0:v>0.16819910705089569</ns0:v>
                </ns0:pt>
                <ns0:pt idx="261">
                  <ns0:v>0.16815817356109619</ns0:v>
                </ns0:pt>
                <ns0:pt idx="262">
                  <ns0:v>0.16840803623199463</ns0:v>
                </ns0:pt>
                <ns0:pt idx="263">
                  <ns0:v>0.16935144364833832</ns0:v>
                </ns0:pt>
                <ns0:pt idx="264">
                  <ns0:v>0.17054525017738342</ns0:v>
                </ns0:pt>
                <ns0:pt idx="265">
                  <ns0:v>0.17076119780540466</ns0:v>
                </ns0:pt>
                <ns0:pt idx="266">
                  <ns0:v>0.17062662541866302</ns0:v>
                </ns0:pt>
                <ns0:pt idx="267">
                  <ns0:v>0.17028270661830902</ns0:v>
                </ns0:pt>
                <ns0:pt idx="268">
                  <ns0:v>0.16912956535816193</ns0:v>
                </ns0:pt>
                <ns0:pt idx="269">
                  <ns0:v>0.16799157857894897</ns0:v>
                </ns0:pt>
                <ns0:pt idx="270">
                  <ns0:v>0.16769811511039734</ns0:v>
                </ns0:pt>
                <ns0:pt idx="271">
                  <ns0:v>0.16771356761455536</ns0:v>
                </ns0:pt>
                <ns0:pt idx="272">
                  <ns0:v>0.16821423172950745</ns0:v>
                </ns0:pt>
                <ns0:pt idx="273">
                  <ns0:v>0.16910625994205475</ns0:v>
                </ns0:pt>
                <ns0:pt idx="274">
                  <ns0:v>0.16979065537452698</ns0:v>
                </ns0:pt>
                <ns0:pt idx="275">
                  <ns0:v>0.16950519382953644</ns0:v>
                </ns0:pt>
                <ns0:pt idx="276">
                  <ns0:v>0.16915582120418549</ns0:v>
                </ns0:pt>
                <ns0:pt idx="277">
                  <ns0:v>0.16857962310314178</ns0:v>
                </ns0:pt>
                <ns0:pt idx="278">
                  <ns0:v>0.1676945686340332</ns0:v>
                </ns0:pt>
                <ns0:pt idx="279">
                  <ns0:v>0.1664886474609375</ns0:v>
                </ns0:pt>
                <ns0:pt idx="280">
                  <ns0:v>0.16590613126754761</ns0:v>
                </ns0:pt>
                <ns0:pt idx="281">
                  <ns0:v>0.16523127257823944</ns0:v>
                </ns0:pt>
                <ns0:pt idx="282">
                  <ns0:v>0.16508880257606506</ns0:v>
                </ns0:pt>
                <ns0:pt idx="283">
                  <ns0:v>0.16577473282814026</ns0:v>
                </ns0:pt>
                <ns0:pt idx="284">
                  <ns0:v>0.16664408147335052</ns0:v>
                </ns0:pt>
                <ns0:pt idx="285">
                  <ns0:v>0.16693313419818878</ns0:v>
                </ns0:pt>
                <ns0:pt idx="286">
                  <ns0:v>0.16645282506942749</ns0:v>
                </ns0:pt>
                <ns0:pt idx="287">
                  <ns0:v>0.16570423543453217</ns0:v>
                </ns0:pt>
                <ns0:pt idx="288">
                  <ns0:v>0.1647505909204483</ns0:v>
                </ns0:pt>
                <ns0:pt idx="289">
                  <ns0:v>0.16354425251483917</ns0:v>
                </ns0:pt>
                <ns0:pt idx="290">
                  <ns0:v>0.16349092125892639</ns0:v>
                </ns0:pt>
                <ns0:pt idx="291">
                  <ns0:v>0.16379988193511963</ns0:v>
                </ns0:pt>
                <ns0:pt idx="292">
                  <ns0:v>0.16425800323486328</ns0:v>
                </ns0:pt>
                <ns0:pt idx="293">
                  <ns0:v>0.16507154703140259</ns0:v>
                </ns0:pt>
                <ns0:pt idx="294">
                  <ns0:v>0.16627003252506256</ns0:v>
                </ns0:pt>
                <ns0:pt idx="295">
                  <ns0:v>0.16773666441440582</ns0:v>
                </ns0:pt>
                <ns0:pt idx="296">
                  <ns0:v>0.16916730999946594</ns0:v>
                </ns0:pt>
                <ns0:pt idx="297">
                  <ns0:v>0.1700894683599472</ns0:v>
                </ns0:pt>
                <ns0:pt idx="298">
                  <ns0:v>0.17045873403549194</ns0:v>
                </ns0:pt>
                <ns0:pt idx="299">
                  <ns0:v>0.17061878740787506</ns0:v>
                </ns0:pt>
                <ns0:pt idx="300">
                  <ns0:v>0.17023837566375732</ns0:v>
                </ns0:pt>
                <ns0:pt idx="301">
                  <ns0:v>0.17003317177295685</ns0:v>
                </ns0:pt>
                <ns0:pt idx="302">
                  <ns0:v>0.16989231109619141</ns0:v>
                </ns0:pt>
                <ns0:pt idx="303">
                  <ns0:v>0.16995438933372498</ns0:v>
                </ns0:pt>
                <ns0:pt idx="304">
                  <ns0:v>0.17043194174766541</ns0:v>
                </ns0:pt>
                <ns0:pt idx="305">
                  <ns0:v>0.17049229145050049</ns0:v>
                </ns0:pt>
                <ns0:pt idx="306">
                  <ns0:v>0.17092929780483246</ns0:v>
                </ns0:pt>
                <ns0:pt idx="307">
                  <ns0:v>0.1714407354593277</ns0:v>
                </ns0:pt>
                <ns0:pt idx="308">
                  <ns0:v>0.17176967859268188</ns0:v>
                </ns0:pt>
                <ns0:pt idx="309">
                  <ns0:v>0.17125612497329712</ns0:v>
                </ns0:pt>
                <ns0:pt idx="310">
                  <ns0:v>0.17094630002975464</ns0:v>
                </ns0:pt>
                <ns0:pt idx="311">
                  <ns0:v>0.17081905901432037</ns0:v>
                </ns0:pt>
                <ns0:pt idx="312">
                  <ns0:v>0.17097608745098114</ns0:v>
                </ns0:pt>
                <ns0:pt idx="313">
                  <ns0:v>0.17065505683422089</ns0:v>
                </ns0:pt>
                <ns0:pt idx="314">
                  <ns0:v>0.17034989595413208</ns0:v>
                </ns0:pt>
                <ns0:pt idx="315">
                  <ns0:v>0.16974395513534546</ns0:v>
                </ns0:pt>
                <ns0:pt idx="316">
                  <ns0:v>0.16924600303173065</ns0:v>
                </ns0:pt>
                <ns0:pt idx="317">
                  <ns0:v>0.16925853490829468</ns0:v>
                </ns0:pt>
                <ns0:pt idx="318">
                  <ns0:v>0.16954372823238373</ns0:v>
                </ns0:pt>
                <ns0:pt idx="319">
                  <ns0:v>0.16906543076038361</ns0:v>
                </ns0:pt>
                <ns0:pt idx="320">
                  <ns0:v>0.16833414137363434</ns0:v>
                </ns0:pt>
                <ns0:pt idx="321">
                  <ns0:v>0.16753828525543213</ns0:v>
                </ns0:pt>
                <ns0:pt idx="322">
                  <ns0:v>0.16648723185062408</ns0:v>
                </ns0:pt>
                <ns0:pt idx="323">
                  <ns0:v>0.16560648381710052</ns0:v>
                </ns0:pt>
                <ns0:pt idx="324">
                  <ns0:v>0.16589973866939545</ns0:v>
                </ns0:pt>
                <ns0:pt idx="325">
                  <ns0:v>0.16650637984275818</ns0:v>
                </ns0:pt>
                <ns0:pt idx="326">
                  <ns0:v>0.16660621762275696</ns0:v>
                </ns0:pt>
                <ns0:pt idx="327">
                  <ns0:v>0.16648821532726288</ns0:v>
                </ns0:pt>
                <ns0:pt idx="328">
                  <ns0:v>0.16634233295917511</ns0:v>
                </ns0:pt>
                <ns0:pt idx="329">
                  <ns0:v>0.16504448652267456</ns0:v>
                </ns0:pt>
                <ns0:pt idx="330">
                  <ns0:v>0.16376872360706329</ns0:v>
                </ns0:pt>
                <ns0:pt idx="331">
                  <ns0:v>0.16212329268455505</ns0:v>
                </ns0:pt>
                <ns0:pt idx="332">
                  <ns0:v>0.16020433604717255</ns0:v>
                </ns0:pt>
                <ns0:pt idx="333">
                  <ns0:v>0.1577298492193222</ns0:v>
                </ns0:pt>
                <ns0:pt idx="334">
                  <ns0:v>0.15636099874973297</ns0:v>
                </ns0:pt>
                <ns0:pt idx="335">
                  <ns0:v>0.15497933328151703</ns0:v>
                </ns0:pt>
                <ns0:pt idx="336">
                  <ns0:v>0.15385657548904419</ns0:v>
                </ns0:pt>
                <ns0:pt idx="337">
                  <ns0:v>0.1528305858373642</ns0:v>
                </ns0:pt>
                <ns0:pt idx="338">
                  <ns0:v>0.15247201919555664</ns0:v>
                </ns0:pt>
                <ns0:pt idx="339">
                  <ns0:v>0.15211111307144165</ns0:v>
                </ns0:pt>
                <ns0:pt idx="340">
                  <ns0:v>0.15181633830070496</ns0:v>
                </ns0:pt>
                <ns0:pt idx="341">
                  <ns0:v>0.15133781731128693</ns0:v>
                </ns0:pt>
                <ns0:pt idx="342">
                  <ns0:v>0.15066516399383545</ns0:v>
                </ns0:pt>
                <ns0:pt idx="343">
                  <ns0:v>0.14961299300193787</ns0:v>
                </ns0:pt>
                <ns0:pt idx="344">
                  <ns0:v>0.14891043305397034</ns0:v>
                </ns0:pt>
                <ns0:pt idx="345">
                  <ns0:v>0.14849674701690674</ns0:v>
                </ns0:pt>
                <ns0:pt idx="346">
                  <ns0:v>0.14827753603458405</ns0:v>
                </ns0:pt>
                <ns0:pt idx="347">
                  <ns0:v>0.14823681116104126</ns0:v>
                </ns0:pt>
                <ns0:pt idx="348">
                  <ns0:v>0.1481153815984726</ns0:v>
                </ns0:pt>
                <ns0:pt idx="349">
                  <ns0:v>0.14704957604408264</ns0:v>
                </ns0:pt>
                <ns0:pt idx="350">
                  <ns0:v>0.14615201950073242</ns0:v>
                </ns0:pt>
                <ns0:pt idx="351">
                  <ns0:v>0.14511436223983765</ns0:v>
                </ns0:pt>
                <ns0:pt idx="352">
                  <ns0:v>0.14401693642139435</ns0:v>
                </ns0:pt>
                <ns0:pt idx="353">
                  <ns0:v>0.14277328550815582</ns0:v>
                </ns0:pt>
                <ns0:pt idx="354">
                  <ns0:v>0.14266170561313629</ns0:v>
                </ns0:pt>
                <ns0:pt idx="355">
                  <ns0:v>0.14272394776344299</ns0:v>
                </ns0:pt>
                <ns0:pt idx="356">
                  <ns0:v>0.14232945442199707</ns0:v>
                </ns0:pt>
                <ns0:pt idx="357">
                  <ns0:v>0.14235061407089233</ns0:v>
                </ns0:pt>
                <ns0:pt idx="358">
                  <ns0:v>0.14284241199493408</ns0:v>
                </ns0:pt>
                <ns0:pt idx="359">
                  <ns0:v>0.14294295012950897</ns0:v>
                </ns0:pt>
                <ns0:pt idx="360">
                  <ns0:v>0.14309659600257874</ns0:v>
                </ns0:pt>
                <ns0:pt idx="361">
                  <ns0:v>0.14362797141075134</ns0:v>
                </ns0:pt>
                <ns0:pt idx="362">
                  <ns0:v>0.14400239288806915</ns0:v>
                </ns0:pt>
                <ns0:pt idx="363">
                  <ns0:v>0.1444469690322876</ns0:v>
                </ns0:pt>
                <ns0:pt idx="364">
                  <ns0:v>0.14499965310096741</ns0:v>
                </ns0:pt>
                <ns0:pt idx="365">
                  <ns0:v>0.14565832912921906</ns0:v>
                </ns0:pt>
                <ns0:pt idx="366">
                  <ns0:v>0.14618661999702454</ns0:v>
                </ns0:pt>
                <ns0:pt idx="367">
                  <ns0:v>0.14634090662002563</ns0:v>
                </ns0:pt>
                <ns0:pt idx="368">
                  <ns0:v>0.1465785801410675</ns0:v>
                </ns0:pt>
                <ns0:pt idx="369">
                  <ns0:v>0.14643225073814392</ns0:v>
                </ns0:pt>
                <ns0:pt idx="370">
                  <ns0:v>0.14612510800361633</ns0:v>
                </ns0:pt>
                <ns0:pt idx="371">
                  <ns0:v>0.14573770761489868</ns0:v>
                </ns0:pt>
                <ns0:pt idx="372">
                  <ns0:v>0.14539869129657745</ns0:v>
                </ns0:pt>
                <ns0:pt idx="373">
                  <ns0:v>0.14507648348808289</ns0:v>
                </ns0:pt>
                <ns0:pt idx="374">
                  <ns0:v>0.14496195316314697</ns0:v>
                </ns0:pt>
                <ns0:pt idx="375">
                  <ns0:v>0.14475323259830475</ns0:v>
                </ns0:pt>
                <ns0:pt idx="376">
                  <ns0:v>0.14505894482135773</ns0:v>
                </ns0:pt>
                <ns0:pt idx="377">
                  <ns0:v>0.14546604454517365</ns0:v>
                </ns0:pt>
                <ns0:pt idx="378">
                  <ns0:v>0.14687995612621307</ns0:v>
                </ns0:pt>
                <ns0:pt idx="379">
                  <ns0:v>0.14809739589691162</ns0:v>
                </ns0:pt>
                <ns0:pt idx="380">
                  <ns0:v>0.14917963743209839</ns0:v>
                </ns0:pt>
                <ns0:pt idx="381">
                  <ns0:v>0.15104122459888458</ns0:v>
                </ns0:pt>
                <ns0:pt idx="382">
                  <ns0:v>0.15237466990947723</ns0:v>
                </ns0:pt>
                <ns0:pt idx="383">
                  <ns0:v>0.15336357057094574</ns0:v>
                </ns0:pt>
                <ns0:pt idx="384">
                  <ns0:v>0.15454085171222687</ns0:v>
                </ns0:pt>
                <ns0:pt idx="385">
                  <ns0:v>0.15583841502666473</ns0:v>
                </ns0:pt>
                <ns0:pt idx="386">
                  <ns0:v>0.15657415986061096</ns0:v>
                </ns0:pt>
                <ns0:pt idx="387">
                  <ns0:v>0.15731480717658997</ns0:v>
                </ns0:pt>
                <ns0:pt idx="388">
                  <ns0:v>0.15760780870914459</ns0:v>
                </ns0:pt>
                <ns0:pt idx="389">
                  <ns0:v>0.15808747708797455</ns0:v>
                </ns0:pt>
                <ns0:pt idx="390">
                  <ns0:v>0.15812602639198303</ns0:v>
                </ns0:pt>
                <ns0:pt idx="391">
                  <ns0:v>0.15811383724212646</ns0:v>
                </ns0:pt>
                <ns0:pt idx="392">
                  <ns0:v>0.15836779773235321</ns0:v>
                </ns0:pt>
                <ns0:pt idx="393">
                  <ns0:v>0.15893316268920898</ns0:v>
                </ns0:pt>
                <ns0:pt idx="394">
                  <ns0:v>0.15988762676715851</ns0:v>
                </ns0:pt>
                <ns0:pt idx="395">
                  <ns0:v>0.16096727550029755</ns0:v>
                </ns0:pt>
                <ns0:pt idx="396">
                  <ns0:v>0.16179098188877106</ns0:v>
                </ns0:pt>
                <ns0:pt idx="397">
                  <ns0:v>0.16259652376174927</ns0:v>
                </ns0:pt>
                <ns0:pt idx="398">
                  <ns0:v>0.16374731063842773</ns0:v>
                </ns0:pt>
                <ns0:pt idx="399">
                  <ns0:v>0.16473746299743652</ns0:v>
                </ns0:pt>
                <ns0:pt idx="400">
                  <ns0:v>0.16573014855384827</ns0:v>
                </ns0:pt>
                <ns0:pt idx="401">
                  <ns0:v>0.16668957471847534</ns0:v>
                </ns0:pt>
                <ns0:pt idx="402">
                  <ns0:v>0.16156664490699768</ns0:v>
                </ns0:pt>
                <ns0:pt idx="403">
                  <ns0:v>0.1612381637096405</ns0:v>
                </ns0:pt>
                <ns0:pt idx="404">
                  <ns0:v>0.16171024739742279</ns0:v>
                </ns0:pt>
                <ns0:pt idx="405">
                  <ns0:v>0.16274248063564301</ns0:v>
                </ns0:pt>
                <ns0:pt idx="406">
                  <ns0:v>0.16487690806388855</ns0:v>
                </ns0:pt>
                <ns0:pt idx="407">
                  <ns0:v>0.16704303026199341</ns0:v>
                </ns0:pt>
                <ns0:pt idx="408">
                  <ns0:v>0.16921983659267426</ns0:v>
                </ns0:pt>
                <ns0:pt idx="409">
                  <ns0:v>0.17153233289718628</ns0:v>
                </ns0:pt>
                <ns0:pt idx="410">
                  <ns0:v>0.17338773608207703</ns0:v>
                </ns0:pt>
                <ns0:pt idx="411">
                  <ns0:v>0.17493417859077454</ns0:v>
                </ns0:pt>
                <ns0:pt idx="412">
                  <ns0:v>0.17728608846664429</ns0:v>
                </ns0:pt>
                <ns0:pt idx="413">
                  <ns0:v>0.17942266166210175</ns0:v>
                </ns0:pt>
                <ns0:pt idx="414">
                  <ns0:v>0.18144197762012482</ns0:v>
                </ns0:pt>
                <ns0:pt idx="415">
                  <ns0:v>0.18451027572154999</ns0:v>
                </ns0:pt>
                <ns0:pt idx="416">
                  <ns0:v>0.18770179152488708</ns0:v>
                </ns0:pt>
                <ns0:pt idx="417">
                  <ns0:v>0.19038157165050507</ns0:v>
                </ns0:pt>
                <ns0:pt idx="418">
                  <ns0:v>0.19307379424571991</ns0:v>
                </ns0:pt>
                <ns0:pt idx="419">
                  <ns0:v>0.19532454013824463</ns0:v>
                </ns0:pt>
                <ns0:pt idx="420">
                  <ns0:v>0.19725358486175537</ns0:v>
                </ns0:pt>
                <ns0:pt idx="421">
                  <ns0:v>0.19881214201450348</ns0:v>
                </ns0:pt>
                <ns0:pt idx="422">
                  <ns0:v>0.20148755609989166</ns0:v>
                </ns0:pt>
                <ns0:pt idx="423">
                  <ns0:v>0.20441293716430664</ns0:v>
                </ns0:pt>
                <ns0:pt idx="424">
                  <ns0:v>0.20718730986118317</ns0:v>
                </ns0:pt>
                <ns0:pt idx="425">
                  <ns0:v>0.21037839353084564</ns0:v>
                </ns0:pt>
                <ns0:pt idx="426">
                  <ns0:v>0.21455879509449005</ns0:v>
                </ns0:pt>
                <ns0:pt idx="427">
                  <ns0:v>0.21876019239425659</ns0:v>
                </ns0:pt>
                <ns0:pt idx="428">
                  <ns0:v>0.22300738096237183</ns0:v>
                </ns0:pt>
                <ns0:pt idx="429">
                  <ns0:v>0.22762884199619293</ns0:v>
                </ns0:pt>
                <ns0:pt idx="430">
                  <ns0:v>0.23176214098930359</ns0:v>
                </ns0:pt>
                <ns0:pt idx="431">
                  <ns0:v>0.23506538569927216</ns0:v>
                </ns0:pt>
                <ns0:pt idx="432">
                  <ns0:v>0.23807008564472198</ns0:v>
                </ns0:pt>
                <ns0:pt idx="433">
                  <ns0:v>0.24114950001239777</ns0:v>
                </ns0:pt>
                <ns0:pt idx="434">
                  <ns0:v>0.24394431710243225</ns0:v>
                </ns0:pt>
                <ns0:pt idx="435">
                  <ns0:v>0.2470555454492569</ns0:v>
                </ns0:pt>
                <ns0:pt idx="436">
                  <ns0:v>0.25001898407936096</ns0:v>
                </ns0:pt>
                <ns0:pt idx="437">
                  <ns0:v>0.25195875763893127</ns0:v>
                </ns0:pt>
                <ns0:pt idx="438">
                  <ns0:v>0.25375282764434814</ns0:v>
                </ns0:pt>
                <ns0:pt idx="439">
                  <ns0:v>0.25581443309783936</ns0:v>
                </ns0:pt>
                <ns0:pt idx="440">
                  <ns0:v>0.25798597931861877</ns0:v>
                </ns0:pt>
                <ns0:pt idx="441">
                  <ns0:v>0.26012885570526123</ns0:v>
                </ns0:pt>
                <ns0:pt idx="442">
                  <ns0:v>0.26295626163482666</ns0:v>
                </ns0:pt>
                <ns0:pt idx="443">
                  <ns0:v>0.2660747766494751</ns0:v>
                </ns0:pt>
                <ns0:pt idx="444">
                  <ns0:v>0.26865860819816589</ns0:v>
                </ns0:pt>
                <ns0:pt idx="445">
                  <ns0:v>0.27139946818351746</ns0:v>
                </ns0:pt>
                <ns0:pt idx="446">
                  <ns0:v>0.27436482906341553</ns0:v>
                </ns0:pt>
                <ns0:pt idx="447">
                  <ns0:v>0.27690446376800537</ns0:v>
                </ns0:pt>
                <ns0:pt idx="448">
                  <ns0:v>0.27939283847808838</ns0:v>
                </ns0:pt>
                <ns0:pt idx="449">
                  <ns0:v>0.28253859281539917</ns0:v>
                </ns0:pt>
                <ns0:pt idx="450">
                  <ns0:v>0.28566360473632812</ns0:v>
                </ns0:pt>
                <ns0:pt idx="451">
                  <ns0:v>0.28863602876663208</ns0:v>
                </ns0:pt>
                <ns0:pt idx="452">
                  <ns0:v>0.29158684611320496</ns0:v>
                </ns0:pt>
                <ns0:pt idx="453">
                  <ns0:v>0.29441002011299133</ns0:v>
                </ns0:pt>
                <ns0:pt idx="454">
                  <ns0:v>0.29644238948822021</ns0:v>
                </ns0:pt>
                <ns0:pt idx="455">
                  <ns0:v>0.29852363467216492</ns0:v>
                </ns0:pt>
                <ns0:pt idx="456">
                  <ns0:v>0.30036142468452454</ns0:v>
                </ns0:pt>
                <ns0:pt idx="457">
                  <ns0:v>0.30210110545158386</ns0:v>
                </ns0:pt>
                <ns0:pt idx="458">
                  <ns0:v>0.30383676290512085</ns0:v>
                </ns0:pt>
                <ns0:pt idx="459">
                  <ns0:v>0.30597221851348877</ns0:v>
                </ns0:pt>
                <ns0:pt idx="460">
                  <ns0:v>0.30815756320953369</ns0:v>
                </ns0:pt>
                <ns0:pt idx="461">
                  <ns0:v>0.31038051843643188</ns0:v>
                </ns0:pt>
                <ns0:pt idx="462">
                  <ns0:v>0.31305688619613647</ns0:v>
                </ns0:pt>
                <ns0:pt idx="463">
                  <ns0:v>0.31621861457824707</ns0:v>
                </ns0:pt>
                <ns0:pt idx="464">
                  <ns0:v>0.31925284862518311</ns0:v>
                </ns0:pt>
                <ns0:pt idx="465">
                  <ns0:v>0.32172158360481262</ns0:v>
                </ns0:pt>
                <ns0:pt idx="466">
                  <ns0:v>0.32502886652946472</ns0:v>
                </ns0:pt>
                <ns0:pt idx="467">
                  <ns0:v>0.32785090804100037</ns0:v>
                </ns0:pt>
                <ns0:pt idx="468">
                  <ns0:v>0.33064034581184387</ns0:v>
                </ns0:pt>
                <ns0:pt idx="469">
                  <ns0:v>0.33433452248573303</ns0:v>
                </ns0:pt>
                <ns0:pt idx="470">
                  <ns0:v>0.33785277605056763</ns0:v>
                </ns0:pt>
                <ns0:pt idx="471">
                  <ns0:v>0.34107768535614014</ns0:v>
                </ns0:pt>
                <ns0:pt idx="472">
                  <ns0:v>0.34412488341331482</ns0:v>
                </ns0:pt>
                <ns0:pt idx="473">
                  <ns0:v>0.3468019962310791</ns0:v>
                </ns0:pt>
                <ns0:pt idx="474">
                  <ns0:v>0.34911835193634033</ns0:v>
                </ns0:pt>
                <ns0:pt idx="475">
                  <ns0:v>0.3508191704750061</ns0:v>
                </ns0:pt>
                <ns0:pt idx="476">
                  <ns0:v>0.35201472043991089</ns0:v>
                </ns0:pt>
                <ns0:pt idx="477">
                  <ns0:v>0.35273933410644531</ns0:v>
                </ns0:pt>
                <ns0:pt idx="478">
                  <ns0:v>0.35301601886749268</ns0:v>
                </ns0:pt>
                <ns0:pt idx="479">
                  <ns0:v>0.3530535101890564</ns0:v>
                </ns0:pt>
                <ns0:pt idx="480">
                  <ns0:v>0.3531213104724884</ns0:v>
                </ns0:pt>
                <ns0:pt idx="481">
                  <ns0:v>0.35359260439872742</ns0:v>
                </ns0:pt>
                <ns0:pt idx="482">
                  <ns0:v>0.35336986184120178</ns0:v>
                </ns0:pt>
                <ns0:pt idx="483">
                  <ns0:v>0.35303342342376709</ns0:v>
                </ns0:pt>
                <ns0:pt idx="484">
                  <ns0:v>0.35224494338035583</ns0:v>
                </ns0:pt>
                <ns0:pt idx="485">
                  <ns0:v>0.3514898419380188</ns0:v>
                </ns0:pt>
                <ns0:pt idx="486">
                  <ns0:v>0.35082873702049255</ns0:v>
                </ns0:pt>
                <ns0:pt idx="487">
                  <ns0:v>0.34990927577018738</ns0:v>
                </ns0:pt>
                <ns0:pt idx="488">
                  <ns0:v>0.34885120391845703</ns0:v>
                </ns0:pt>
                <ns0:pt idx="489">
                  <ns0:v>0.34819480776786804</ns0:v>
                </ns0:pt>
                <ns0:pt idx="490">
                  <ns0:v>0.34813803434371948</ns0:v>
                </ns0:pt>
                <ns0:pt idx="491">
                  <ns0:v>0.34741228818893433</ns0:v>
                </ns0:pt>
                <ns0:pt idx="492">
                  <ns0:v>0.34708482027053833</ns0:v>
                </ns0:pt>
                <ns0:pt idx="493">
                  <ns0:v>0.34659489989280701</ns0:v>
                </ns0:pt>
                <ns0:pt idx="494">
                  <ns0:v>0.34580126404762268</ns0:v>
                </ns0:pt>
                <ns0:pt idx="495">
                  <ns0:v>0.34514510631561279</ns0:v>
                </ns0:pt>
                <ns0:pt idx="496">
                  <ns0:v>0.34454384446144104</ns0:v>
                </ns0:pt>
                <ns0:pt idx="497">
                  <ns0:v>0.34469187259674072</ns0:v>
                </ns0:pt>
                <ns0:pt idx="498">
                  <ns0:v>0.34477344155311584</ns0:v>
                </ns0:pt>
                <ns0:pt idx="499">
                  <ns0:v>0.3448127806186676</ns0:v>
                </ns0:pt>
                <ns0:pt idx="500">
                  <ns0:v>0.34514355659484863</ns0:v>
                </ns0:pt>
                <ns0:pt idx="501">
                  <ns0:v>0.34550055861473083</ns0:v>
                </ns0:pt>
                <ns0:pt idx="502">
                  <ns0:v>0.34533816576004028</ns0:v>
                </ns0:pt>
                <ns0:pt idx="503">
                  <ns0:v>0.34555506706237793</ns0:v>
                </ns0:pt>
                <ns0:pt idx="504">
                  <ns0:v>0.34582564234733582</ns0:v>
                </ns0:pt>
                <ns0:pt idx="505">
                  <ns0:v>0.3461725115776062</ns0:v>
                </ns0:pt>
                <ns0:pt idx="506">
                  <ns0:v>0.34604400396347046</ns0:v>
                </ns0:pt>
                <ns0:pt idx="507">
                  <ns0:v>0.34679919481277466</ns0:v>
                </ns0:pt>
                <ns0:pt idx="508">
                  <ns0:v>0.34733748435974121</ns0:v>
                </ns0:pt>
                <ns0:pt idx="509">
                  <ns0:v>0.34840643405914307</ns0:v>
                </ns0:pt>
                <ns0:pt idx="510">
                  <ns0:v>0.34961166977882385</ns0:v>
                </ns0:pt>
                <ns0:pt idx="511">
                  <ns0:v>0.35138261318206787</ns0:v>
                </ns0:pt>
                <ns0:pt idx="512">
                  <ns0:v>0.35306704044342041</ns0:v>
                </ns0:pt>
                <ns0:pt idx="513">
                  <ns0:v>0.35446435213088989</ns0:v>
                </ns0:pt>
                <ns0:pt idx="514">
                  <ns0:v>0.35561683773994446</ns0:v>
                </ns0:pt>
                <ns0:pt idx="515">
                  <ns0:v>0.35630998015403748</ns0:v>
                </ns0:pt>
                <ns0:pt idx="516">
                  <ns0:v>0.35679569840431213</ns0:v>
                </ns0:pt>
                <ns0:pt idx="517">
                  <ns0:v>0.35700196027755737</ns0:v>
                </ns0:pt>
                <ns0:pt idx="518">
                  <ns0:v>0.35682430863380432</ns0:v>
                </ns0:pt>
                <ns0:pt idx="519">
                  <ns0:v>0.35613784193992615</ns0:v>
                </ns0:pt>
                <ns0:pt idx="520">
                  <ns0:v>0.35538974404335022</ns0:v>
                </ns0:pt>
                <ns0:pt idx="521">
                  <ns0:v>0.35451167821884155</ns0:v>
                </ns0:pt>
                <ns0:pt idx="522">
                  <ns0:v>0.35297143459320068</ns0:v>
                </ns0:pt>
                <ns0:pt idx="523">
                  <ns0:v>0.35128238797187805</ns0:v>
                </ns0:pt>
                <ns0:pt idx="524">
                  <ns0:v>0.34997597336769104</ns0:v>
                </ns0:pt>
                <ns0:pt idx="525">
                  <ns0:v>0.34885203838348389</ns0:v>
                </ns0:pt>
                <ns0:pt idx="526">
                  <ns0:v>0.34739616513252258</ns0:v>
                </ns0:pt>
                <ns0:pt idx="527">
                  <ns0:v>0.3470175564289093</ns0:v>
                </ns0:pt>
                <ns0:pt idx="528">
                  <ns0:v>0.34691783785820007</ns0:v>
                </ns0:pt>
                <ns0:pt idx="529">
                  <ns0:v>0.34698784351348877</ns0:v>
                </ns0:pt>
                <ns0:pt idx="530">
                  <ns0:v>0.34723040461540222</ns0:v>
                </ns0:pt>
                <ns0:pt idx="531">
                  <ns0:v>0.34818974137306213</ns0:v>
                </ns0:pt>
                <ns0:pt idx="532">
                  <ns0:v>0.34910640120506287</ns0:v>
                </ns0:pt>
                <ns0:pt idx="533">
                  <ns0:v>0.35008570551872253</ns0:v>
                </ns0:pt>
                <ns0:pt idx="534">
                  <ns0:v>0.35042434930801392</ns0:v>
                </ns0:pt>
                <ns0:pt idx="535">
                  <ns0:v>0.35048142075538635</ns0:v>
                </ns0:pt>
                <ns0:pt idx="536">
                  <ns0:v>0.35052761435508728</ns0:v>
                </ns0:pt>
                <ns0:pt idx="537">
                  <ns0:v>0.35046181082725525</ns0:v>
                </ns0:pt>
                <ns0:pt idx="538">
                  <ns0:v>0.35070478916168213</ns0:v>
                </ns0:pt>
                <ns0:pt idx="539">
                  <ns0:v>0.35059061646461487</ns0:v>
                </ns0:pt>
                <ns0:pt idx="540">
                  <ns0:v>0.3501458466053009</ns0:v>
                </ns0:pt>
                <ns0:pt idx="541">
                  <ns0:v>0.34956204891204834</ns0:v>
                </ns0:pt>
                <ns0:pt idx="542">
                  <ns0:v>0.34888207912445068</ns0:v>
                </ns0:pt>
                <ns0:pt idx="543">
                  <ns0:v>0.34811088442802429</ns0:v>
                </ns0:pt>
                <ns0:pt idx="544">
                  <ns0:v>0.3481307327747345</ns0:v>
                </ns0:pt>
                <ns0:pt idx="545">
                  <ns0:v>0.34812468290328979</ns0:v>
                </ns0:pt>
                <ns0:pt idx="546">
                  <ns0:v>0.34776410460472107</ns0:v>
                </ns0:pt>
                <ns0:pt idx="547">
                  <ns0:v>0.34769690036773682</ns0:v>
                </ns0:pt>
                <ns0:pt idx="548">
                  <ns0:v>0.34797894954681396</ns0:v>
                </ns0:pt>
                <ns0:pt idx="549">
                  <ns0:v>0.34807309508323669</ns0:v>
                </ns0:pt>
                <ns0:pt idx="550">
                  <ns0:v>0.34815654158592224</ns0:v>
                </ns0:pt>
                <ns0:pt idx="551">
                  <ns0:v>0.34894946217536926</ns0:v>
                </ns0:pt>
                <ns0:pt idx="552">
                  <ns0:v>0.34989333152770996</ns0:v>
                </ns0:pt>
                <ns0:pt idx="553">
                  <ns0:v>0.3504709005355835</ns0:v>
                </ns0:pt>
                <ns0:pt idx="554">
                  <ns0:v>0.35111409425735474</ns0:v>
                </ns0:pt>
                <ns0:pt idx="555">
                  <ns0:v>0.35243839025497437</ns0:v>
                </ns0:pt>
                <ns0:pt idx="556">
                  <ns0:v>0.3532804548740387</ns0:v>
                </ns0:pt>
                <ns0:pt idx="557">
                  <ns0:v>0.35418647527694702</ns0:v>
                </ns0:pt>
                <ns0:pt idx="558">
                  <ns0:v>0.35481545329093933</ns0:v>
                </ns0:pt>
                <ns0:pt idx="559">
                  <ns0:v>0.35508289933204651</ns0:v>
                </ns0:pt>
                <ns0:pt idx="560">
                  <ns0:v>0.35474815964698792</ns0:v>
                </ns0:pt>
                <ns0:pt idx="561">
                  <ns0:v>0.35373377799987793</ns0:v>
                </ns0:pt>
                <ns0:pt idx="562">
                  <ns0:v>0.35249242186546326</ns0:v>
                </ns0:pt>
                <ns0:pt idx="563">
                  <ns0:v>0.35075852274894714</ns0:v>
                </ns0:pt>
                <ns0:pt idx="564">
                  <ns0:v>0.34855219721794128</ns0:v>
                </ns0:pt>
                <ns0:pt idx="565">
                  <ns0:v>0.34692367911338806</ns0:v>
                </ns0:pt>
                <ns0:pt idx="566">
                  <ns0:v>0.34567871689796448</ns0:v>
                </ns0:pt>
                <ns0:pt idx="567">
                  <ns0:v>0.344331294298172</ns0:v>
                </ns0:pt>
                <ns0:pt idx="568">
                  <ns0:v>0.34365963935852051</ns0:v>
                </ns0:pt>
                <ns0:pt idx="569">
                  <ns0:v>0.34281691908836365</ns0:v>
                </ns0:pt>
                <ns0:pt idx="570">
                  <ns0:v>0.34141108393669128</ns0:v>
                </ns0:pt>
                <ns0:pt idx="571">
                  <ns0:v>0.34107685089111328</ns0:v>
                </ns0:pt>
                <ns0:pt idx="572">
                  <ns0:v>0.34045228362083435</ns0:v>
                </ns0:pt>
                <ns0:pt idx="573">
                  <ns0:v>0.33989349007606506</ns0:v>
                </ns0:pt>
                <ns0:pt idx="574">
                  <ns0:v>0.33949962258338928</ns0:v>
                </ns0:pt>
                <ns0:pt idx="575">
                  <ns0:v>0.33932459354400635</ns0:v>
                </ns0:pt>
                <ns0:pt idx="576">
                  <ns0:v>0.33900970220565796</ns0:v>
                </ns0:pt>
                <ns0:pt idx="577">
                  <ns0:v>0.33861905336380005</ns0:v>
                </ns0:pt>
                <ns0:pt idx="578">
                  <ns0:v>0.33822444081306458</ns0:v>
                </ns0:pt>
                <ns0:pt idx="579">
                  <ns0:v>0.33758372068405151</ns0:v>
                </ns0:pt>
                <ns0:pt idx="580">
                  <ns0:v>0.33576539158821106</ns0:v>
                </ns0:pt>
                <ns0:pt idx="581">
                  <ns0:v>0.33386120200157166</ns0:v>
                </ns0:pt>
                <ns0:pt idx="582">
                  <ns0:v>0.33155953884124756</ns0:v>
                </ns0:pt>
                <ns0:pt idx="583">
                  <ns0:v>0.32943680882453918</ns0:v>
                </ns0:pt>
                <ns0:pt idx="584">
                  <ns0:v>0.32729393243789673</ns0:v>
                </ns0:pt>
                <ns0:pt idx="585">
                  <ns0:v>0.32568863034248352</ns0:v>
                </ns0:pt>
                <ns0:pt idx="586">
                  <ns0:v>0.32442539930343628</ns0:v>
                </ns0:pt>
                <ns0:pt idx="587">
                  <ns0:v>0.32340213656425476</ns0:v>
                </ns0:pt>
                <ns0:pt idx="588">
                  <ns0:v>0.32286918163299561</ns0:v>
                </ns0:pt>
                <ns0:pt idx="589">
                  <ns0:v>0.32291701436042786</ns0:v>
                </ns0:pt>
                <ns0:pt idx="590">
                  <ns0:v>0.32241919636726379</ns0:v>
                </ns0:pt>
                <ns0:pt idx="591">
                  <ns0:v>0.32199299335479736</ns0:v>
                </ns0:pt>
                <ns0:pt idx="592">
                  <ns0:v>0.32148581743240356</ns0:v>
                </ns0:pt>
                <ns0:pt idx="593">
                  <ns0:v>0.32096213102340698</ns0:v>
                </ns0:pt>
                <ns0:pt idx="594">
                  <ns0:v>0.3209344744682312</ns0:v>
                </ns0:pt>
                <ns0:pt idx="595">
                  <ns0:v>0.32153376936912537</ns0:v>
                </ns0:pt>
                <ns0:pt idx="596">
                  <ns0:v>0.32185378670692444</ns0:v>
                </ns0:pt>
                <ns0:pt idx="597">
                  <ns0:v>0.32297074794769287</ns0:v>
                </ns0:pt>
                <ns0:pt idx="598">
                  <ns0:v>0.32379418611526489</ns0:v>
                </ns0:pt>
                <ns0:pt idx="599">
                  <ns0:v>0.32439923286437988</ns0:v>
                </ns0:pt>
                <ns0:pt idx="600">
                  <ns0:v>0.32440653443336487</ns0:v>
                </ns0:pt>
                <ns0:pt idx="601">
                  <ns0:v>0.32429271936416626</ns0:v>
                </ns0:pt>
                <ns0:pt idx="602">
                  <ns0:v>0.32356742024421692</ns0:v>
                </ns0:pt>
                <ns0:pt idx="603">
                  <ns0:v>0.32268765568733215</ns0:v>
                </ns0:pt>
                <ns0:pt idx="604">
                  <ns0:v>0.32174336910247803</ns0:v>
                </ns0:pt>
                <ns0:pt idx="605">
                  <ns0:v>0.32109978795051575</ns0:v>
                </ns0:pt>
                <ns0:pt idx="606">
                  <ns0:v>0.32084828615188599</ns0:v>
                </ns0:pt>
                <ns0:pt idx="607">
                  <ns0:v>0.32096898555755615</ns0:v>
                </ns0:pt>
                <ns0:pt idx="608">
                  <ns0:v>0.32132565975189209</ns0:v>
                </ns0:pt>
                <ns0:pt idx="609">
                  <ns0:v>0.32228046655654907</ns0:v>
                </ns0:pt>
                <ns0:pt idx="610">
                  <ns0:v>0.32247200608253479</ns0:v>
                </ns0:pt>
                <ns0:pt idx="611">
                  <ns0:v>0.32259970903396606</ns0:v>
                </ns0:pt>
                <ns0:pt idx="612">
                  <ns0:v>0.3230491578578949</ns0:v>
                </ns0:pt>
                <ns0:pt idx="613">
                  <ns0:v>0.32318595051765442</ns0:v>
                </ns0:pt>
                <ns0:pt idx="614">
                  <ns0:v>0.32335540652275085</ns0:v>
                </ns0:pt>
                <ns0:pt idx="615">
                  <ns0:v>0.32417035102844238</ns0:v>
                </ns0:pt>
                <ns0:pt idx="616">
                  <ns0:v>0.32491198182106018</ns0:v>
                </ns0:pt>
                <ns0:pt idx="617">
                  <ns0:v>0.32607048749923706</ns0:v>
                </ns0:pt>
                <ns0:pt idx="618">
                  <ns0:v>0.32754787802696228</ns0:v>
                </ns0:pt>
                <ns0:pt idx="619">
                  <ns0:v>0.32868510484695435</ns0:v>
                </ns0:pt>
                <ns0:pt idx="620">
                  <ns0:v>0.32956928014755249</ns0:v>
                </ns0:pt>
                <ns0:pt idx="621">
                  <ns0:v>0.33051884174346924</ns0:v>
                </ns0:pt>
                <ns0:pt idx="622">
                  <ns0:v>0.33037865161895752</ns0:v>
                </ns0:pt>
                <ns0:pt idx="623">
                  <ns0:v>0.33017408847808838</ns0:v>
                </ns0:pt>
                <ns0:pt idx="624">
                  <ns0:v>0.3296758234500885</ns0:v>
                </ns0:pt>
                <ns0:pt idx="625">
                  <ns0:v>0.32932284474372864</ns0:v>
                </ns0:pt>
                <ns0:pt idx="626">
                  <ns0:v>0.32913520932197571</ns0:v>
                </ns0:pt>
                <ns0:pt idx="627">
                  <ns0:v>0.32928630709648132</ns0:v>
                </ns0:pt>
                <ns0:pt idx="628">
                  <ns0:v>0.32967999577522278</ns0:v>
                </ns0:pt>
                <ns0:pt idx="629">
                  <ns0:v>0.33029988408088684</ns0:v>
                </ns0:pt>
                <ns0:pt idx="630">
                  <ns0:v>0.32994043827056885</ns0:v>
                </ns0:pt>
                <ns0:pt idx="631">
                  <ns0:v>0.32937666773796082</ns0:v>
                </ns0:pt>
                <ns0:pt idx="632">
                  <ns0:v>0.32896515727043152</ns0:v>
                </ns0:pt>
                <ns0:pt idx="633">
                  <ns0:v>0.32839581370353699</ns0:v>
                </ns0:pt>
                <ns0:pt idx="634">
                  <ns0:v>0.32806587219238281</ns0:v>
                </ns0:pt>
                <ns0:pt idx="635">
                  <ns0:v>0.32876119017601013</ns0:v>
                </ns0:pt>
                <ns0:pt idx="636">
                  <ns0:v>0.32996916770935059</ns0:v>
                </ns0:pt>
                <ns0:pt idx="637">
                  <ns0:v>0.33128729462623596</ns0:v>
                </ns0:pt>
                <ns0:pt idx="638">
                  <ns0:v>0.33261233568191528</ns0:v>
                </ns0:pt>
                <ns0:pt idx="639">
                  <ns0:v>0.33406558632850647</ns0:v>
                </ns0:pt>
                <ns0:pt idx="640">
                  <ns0:v>0.33527937531471252</ns0:v>
                </ns0:pt>
                <ns0:pt idx="641">
                  <ns0:v>0.33644890785217285</ns0:v>
                </ns0:pt>
                <ns0:pt idx="642">
                  <ns0:v>0.33711588382720947</ns0:v>
                </ns0:pt>
                <ns0:pt idx="643">
                  <ns0:v>0.33708474040031433</ns0:v>
                </ns0:pt>
                <ns0:pt idx="644">
                  <ns0:v>0.33638036251068115</ns0:v>
                </ns0:pt>
                <ns0:pt idx="645">
                  <ns0:v>0.33570438623428345</ns0:v>
                </ns0:pt>
                <ns0:pt idx="646">
                  <ns0:v>0.33482453227043152</ns0:v>
                </ns0:pt>
                <ns0:pt idx="647">
                  <ns0:v>0.33427247405052185</ns0:v>
                </ns0:pt>
                <ns0:pt idx="648">
                  <ns0:v>0.33428174257278442</ns0:v>
                </ns0:pt>
                <ns0:pt idx="649">
                  <ns0:v>0.33485954999923706</ns0:v>
                </ns0:pt>
                <ns0:pt idx="650">
                  <ns0:v>0.33465394377708435</ns0:v>
                </ns0:pt>
                <ns0:pt idx="651">
                  <ns0:v>0.3345181941986084</ns0:v>
                </ns0:pt>
                <ns0:pt idx="652">
                  <ns0:v>0.33434039354324341</ns0:v>
                </ns0:pt>
                <ns0:pt idx="653">
                  <ns0:v>0.33436158299446106</ns0:v>
                </ns0:pt>
                <ns0:pt idx="654">
                  <ns0:v>0.3348420262336731</ns0:v>
                </ns0:pt>
                <ns0:pt idx="655">
                  <ns0:v>0.33648356795310974</ns0:v>
                </ns0:pt>
                <ns0:pt idx="656">
                  <ns0:v>0.3379233181476593</ns0:v>
                </ns0:pt>
                <ns0:pt idx="657">
                  <ns0:v>0.34004130959510803</ns0:v>
                </ns0:pt>
                <ns0:pt idx="658">
                  <ns0:v>0.34213817119598389</ns0:v>
                </ns0:pt>
                <ns0:pt idx="659">
                  <ns0:v>0.34396785497665405</ns0:v>
                </ns0:pt>
                <ns0:pt idx="660">
                  <ns0:v>0.3455202579498291</ns0:v>
                </ns0:pt>
                <ns0:pt idx="661">
                  <ns0:v>0.3466869592666626</ns0:v>
                </ns0:pt>
                <ns0:pt idx="662">
                  <ns0:v>0.34712120890617371</ns0:v>
                </ns0:pt>
                <ns0:pt idx="663">
                  <ns0:v>0.34719887375831604</ns0:v>
                </ns0:pt>
                <ns0:pt idx="664">
                  <ns0:v>0.34691107273101807</ns0:v>
                </ns0:pt>
                <ns0:pt idx="665">
                  <ns0:v>0.34695816040039062</ns0:v>
                </ns0:pt>
                <ns0:pt idx="666">
                  <ns0:v>0.34695151448249817</ns0:v>
                </ns0:pt>
                <ns0:pt idx="667">
                  <ns0:v>0.34700322151184082</ns0:v>
                </ns0:pt>
                <ns0:pt idx="668">
                  <ns0:v>0.34733089804649353</ns0:v>
                </ns0:pt>
                <ns0:pt idx="669">
                  <ns0:v>0.34826228022575378</ns0:v>
                </ns0:pt>
                <ns0:pt idx="670">
                  <ns0:v>0.348533034324646</ns0:v>
                </ns0:pt>
                <ns0:pt idx="671">
                  <ns0:v>0.34898066520690918</ns0:v>
                </ns0:pt>
                <ns0:pt idx="672">
                  <ns0:v>0.34941238164901733</ns0:v>
                </ns0:pt>
                <ns0:pt idx="673">
                  <ns0:v>0.34947949647903442</ns0:v>
                </ns0:pt>
                <ns0:pt idx="674">
                  <ns0:v>0.34955066442489624</ns0:v>
                </ns0:pt>
                <ns0:pt idx="675">
                  <ns0:v>0.35067939758300781</ns0:v>
                </ns0:pt>
                <ns0:pt idx="676">
                  <ns0:v>0.35190093517303467</ns0:v>
                </ns0:pt>
                <ns0:pt idx="677">
                  <ns0:v>0.35381320118904114</ns0:v>
                </ns0:pt>
                <ns0:pt idx="678">
                  <ns0:v>0.35514941811561584</ns0:v>
                </ns0:pt>
                <ns0:pt idx="679">
                  <ns0:v>0.356260746717453</ns0:v>
                </ns0:pt>
                <ns0:pt idx="680">
                  <ns0:v>0.35706722736358643</ns0:v>
                </ns0:pt>
                <ns0:pt idx="681">
                  <ns0:v>0.35793477296829224</ns0:v>
                </ns0:pt>
                <ns0:pt idx="682">
                  <ns0:v>0.35819453001022339</ns0:v>
                </ns0:pt>
                <ns0:pt idx="683">
                  <ns0:v>0.35834410786628723</ns0:v>
                </ns0:pt>
                <ns0:pt idx="684">
                  <ns0:v>0.35788971185684204</ns0:v>
                </ns0:pt>
                <ns0:pt idx="685">
                  <ns0:v>0.35752761363983154</ns0:v>
                </ns0:pt>
                <ns0:pt idx="686">
                  <ns0:v>0.35669299960136414</ns0:v>
                </ns0:pt>
                <ns0:pt idx="687">
                  <ns0:v>0.35524794459342957</ns0:v>
                </ns0:pt>
                <ns0:pt idx="688">
                  <ns0:v>0.35435310006141663</ns0:v>
                </ns0:pt>
                <ns0:pt idx="689">
                  <ns0:v>0.35422688722610474</ns0:v>
                </ns0:pt>
                <ns0:pt idx="690">
                  <ns0:v>0.35387420654296875</ns0:v>
                </ns0:pt>
                <ns0:pt idx="691">
                  <ns0:v>0.3532080352306366</ns0:v>
                </ns0:pt>
                <ns0:pt idx="692">
                  <ns0:v>0.35315757989883423</ns0:v>
                </ns0:pt>
                <ns0:pt idx="693">
                  <ns0:v>0.35307559370994568</ns0:v>
                </ns0:pt>
                <ns0:pt idx="694">
                  <ns0:v>0.35301035642623901</ns0:v>
                </ns0:pt>
                <ns0:pt idx="695">
                  <ns0:v>0.35396695137023926</ns0:v>
                </ns0:pt>
                <ns0:pt idx="696">
                  <ns0:v>0.35521525144577026</ns0:v>
                </ns0:pt>
                <ns0:pt idx="697">
                  <ns0:v>0.35649937391281128</ns0:v>
                </ns0:pt>
                <ns0:pt idx="698">
                  <ns0:v>0.35752612352371216</ns0:v>
                </ns0:pt>
                <ns0:pt idx="699">
                  <ns0:v>0.35782119631767273</ns0:v>
                </ns0:pt>
                <ns0:pt idx="700">
                  <ns0:v>0.3578646183013916</ns0:v>
                </ns0:pt>
                <ns0:pt idx="701">
                  <ns0:v>0.35780835151672363</ns0:v>
                </ns0:pt>
                <ns0:pt idx="702">
                  <ns0:v>0.35662677884101868</ns0:v>
                </ns0:pt>
                <ns0:pt idx="703">
                  <ns0:v>0.3554653525352478</ns0:v>
                </ns0:pt>
                <ns0:pt idx="704">
                  <ns0:v>0.35412335395812988</ns0:v>
                </ns0:pt>
                <ns0:pt idx="705">
                  <ns0:v>0.3527539074420929</ns0:v>
                </ns0:pt>
                <ns0:pt idx="706">
                  <ns0:v>0.35163131356239319</ns0:v>
                </ns0:pt>
                <ns0:pt idx="707">
                  <ns0:v>0.35039851069450378</ns0:v>
                </ns0:pt>
                <ns0:pt idx="708">
                  <ns0:v>0.34897902607917786</ns0:v>
                </ns0:pt>
                <ns0:pt idx="709">
                  <ns0:v>0.34808176755905151</ns0:v>
                </ns0:pt>
                <ns0:pt idx="710">
                  <ns0:v>0.34703290462493896</ns0:v>
                </ns0:pt>
                <ns0:pt idx="711">
                  <ns0:v>0.34548565745353699</ns0:v>
                </ns0:pt>
                <ns0:pt idx="712">
                  <ns0:v>0.34504249691963196</ns0:v>
                </ns0:pt>
                <ns0:pt idx="713">
                  <ns0:v>0.34440049529075623</ns0:v>
                </ns0:pt>
                <ns0:pt idx="714">
                  <ns0:v>0.34301578998565674</ns0:v>
                </ns0:pt>
                <ns0:pt idx="715">
                  <ns0:v>0.34164524078369141</ns0:v>
                </ns0:pt>
                <ns0:pt idx="716">
                  <ns0:v>0.34077811241149902</ns0:v>
                </ns0:pt>
                <ns0:pt idx="717">
                  <ns0:v>0.3397870659828186</ns0:v>
                </ns0:pt>
                <ns0:pt idx="718">
                  <ns0:v>0.33908027410507202</ns0:v>
                </ns0:pt>
                <ns0:pt idx="719">
                  <ns0:v>0.33849078416824341</ns0:v>
                </ns0:pt>
                <ns0:pt idx="720">
                  <ns0:v>0.33795341849327087</ns0:v>
                </ns0:pt>
                <ns0:pt idx="721">
                  <ns0:v>0.337127685546875</ns0:v>
                </ns0:pt>
                <ns0:pt idx="722">
                  <ns0:v>0.33635163307189941</ns0:v>
                </ns0:pt>
                <ns0:pt idx="723">
                  <ns0:v>0.33547800779342651</ns0:v>
                </ns0:pt>
                <ns0:pt idx="724">
                  <ns0:v>0.33460137248039246</ns0:v>
                </ns0:pt>
                <ns0:pt idx="725">
                  <ns0:v>0.33362221717834473</ns0:v>
                </ns0:pt>
                <ns0:pt idx="726">
                  <ns0:v>0.33243602514266968</ns0:v>
                </ns0:pt>
                <ns0:pt idx="727">
                  <ns0:v>0.33175688982009888</ns0:v>
                </ns0:pt>
                <ns0:pt idx="728">
                  <ns0:v>0.33127006888389587</ns0:v>
                </ns0:pt>
                <ns0:pt idx="729">
                  <ns0:v>0.33094418048858643</ns0:v>
                </ns0:pt>
                <ns0:pt idx="730">
                  <ns0:v>0.33077403903007507</ns0:v>
                </ns0:pt>
                <ns0:pt idx="731">
                  <ns0:v>0.3305676281452179</ns0:v>
                </ns0:pt>
                <ns0:pt idx="732">
                  <ns0:v>0.3299139142036438</ns0:v>
                </ns0:pt>
                <ns0:pt idx="733">
                  <ns0:v>0.32971140742301941</ns0:v>
                </ns0:pt>
                <ns0:pt idx="734">
                  <ns0:v>0.32995316386222839</ns0:v>
                </ns0:pt>
                <ns0:pt idx="735">
                  <ns0:v>0.33040350675582886</ns0:v>
                </ns0:pt>
                <ns0:pt idx="736">
                  <ns0:v>0.33190280199050903</ns0:v>
                </ns0:pt>
                <ns0:pt idx="737">
                  <ns0:v>0.33338099718093872</ns0:v>
                </ns0:pt>
                <ns0:pt idx="738">
                  <ns0:v>0.33503368496894836</ns0:v>
                </ns0:pt>
                <ns0:pt idx="739">
                  <ns0:v>0.33676350116729736</ns0:v>
                </ns0:pt>
                <ns0:pt idx="740">
                  <ns0:v>0.33856093883514404</ns0:v>
                </ns0:pt>
                <ns0:pt idx="741">
                  <ns0:v>0.33993622660636902</ns0:v>
                </ns0:pt>
                <ns0:pt idx="742">
                  <ns0:v>0.34082412719726562</ns0:v>
                </ns0:pt>
                <ns0:pt idx="743">
                  <ns0:v>0.34091567993164062</ns0:v>
                </ns0:pt>
                <ns0:pt idx="744">
                  <ns0:v>0.34093433618545532</ns0:v>
                </ns0:pt>
                <ns0:pt idx="745">
                  <ns0:v>0.34121310710906982</ns0:v>
                </ns0:pt>
                <ns0:pt idx="746">
                  <ns0:v>0.34137475490570068</ns0:v>
                </ns0:pt>
                <ns0:pt idx="747">
                  <ns0:v>0.34157523512840271</ns0:v>
                </ns0:pt>
                <ns0:pt idx="748">
                  <ns0:v>0.34232920408248901</ns0:v>
                </ns0:pt>
                <ns0:pt idx="749">
                  <ns0:v>0.34302538633346558</ns0:v>
                </ns0:pt>
                <ns0:pt idx="750">
                  <ns0:v>0.34346294403076172</ns0:v>
                </ns0:pt>
                <ns0:pt idx="751">
                  <ns0:v>0.34374955296516418</ns0:v>
                </ns0:pt>
                <ns0:pt idx="752">
                  <ns0:v>0.34357956051826477</ns0:v>
                </ns0:pt>
                <ns0:pt idx="753">
                  <ns0:v>0.34355244040489197</ns0:v>
                </ns0:pt>
                <ns0:pt idx="754">
                  <ns0:v>0.34347298741340637</ns0:v>
                </ns0:pt>
                <ns0:pt idx="755">
                  <ns0:v>0.34250319004058838</ns0:v>
                </ns0:pt>
                <ns0:pt idx="756">
                  <ns0:v>0.341634601354599</ns0:v>
                </ns0:pt>
                <ns0:pt idx="757">
                  <ns0:v>0.34128281474113464</ns0:v>
                </ns0:pt>
                <ns0:pt idx="758">
                  <ns0:v>0.34082022309303284</ns0:v>
                </ns0:pt>
                <ns0:pt idx="759">
                  <ns0:v>0.34004238247871399</ns0:v>
                </ns0:pt>
                <ns0:pt idx="760">
                  <ns0:v>0.33952206373214722</ns0:v>
                </ns0:pt>
                <ns0:pt idx="761">
                  <ns0:v>0.33894461393356323</ns0:v>
                </ns0:pt>
                <ns0:pt idx="762">
                  <ns0:v>0.33856537938117981</ns0:v>
                </ns0:pt>
                <ns0:pt idx="763">
                  <ns0:v>0.33820560574531555</ns0:v>
                </ns0:pt>
                <ns0:pt idx="764">
                  <ns0:v>0.33821472525596619</ns0:v>
                </ns0:pt>
                <ns0:pt idx="765">
                  <ns0:v>0.33818981051445007</ns0:v>
                </ns0:pt>
                <ns0:pt idx="766">
                  <ns0:v>0.33791962265968323</ns0:v>
                </ns0:pt>
                <ns0:pt idx="767">
                  <ns0:v>0.33760422468185425</ns0:v>
                </ns0:pt>
                <ns0:pt idx="768">
                  <ns0:v>0.33767962455749512</ns0:v>
                </ns0:pt>
                <ns0:pt idx="769">
                  <ns0:v>0.33765926957130432</ns0:v>
                </ns0:pt>
                <ns0:pt idx="770">
                  <ns0:v>0.33689987659454346</ns0:v>
                </ns0:pt>
                <ns0:pt idx="771">
                  <ns0:v>0.33620250225067139</ns0:v>
                </ns0:pt>
                <ns0:pt idx="772">
                  <ns0:v>0.33539068698883057</ns0:v>
                </ns0:pt>
                <ns0:pt idx="773">
                  <ns0:v>0.33470308780670166</ns0:v>
                </ns0:pt>
                <ns0:pt idx="774">
                  <ns0:v>0.33482566475868225</ns0:v>
                </ns0:pt>
                <ns0:pt idx="775">
                  <ns0:v>0.33511653542518616</ns0:v>
                </ns0:pt>
                <ns0:pt idx="776">
                  <ns0:v>0.33569502830505371</ns0:v>
                </ns0:pt>
                <ns0:pt idx="777">
                  <ns0:v>0.33704033493995667</ns0:v>
                </ns0:pt>
                <ns0:pt idx="778">
                  <ns0:v>0.33755660057067871</ns0:v>
                </ns0:pt>
                <ns0:pt idx="779">
                  <ns0:v>0.33816054463386536</ns0:v>
                </ns0:pt>
                <ns0:pt idx="780">
                  <ns0:v>0.33972764015197754</ns0:v>
                </ns0:pt>
                <ns0:pt idx="781">
                  <ns0:v>0.34108620882034302</ns0:v>
                </ns0:pt>
                <ns0:pt idx="782">
                  <ns0:v>0.34247574210166931</ns0:v>
                </ns0:pt>
                <ns0:pt idx="783">
                  <ns0:v>0.34504443407058716</ns0:v>
                </ns0:pt>
                <ns0:pt idx="784">
                  <ns0:v>0.34771096706390381</ns0:v>
                </ns0:pt>
                <ns0:pt idx="785">
                  <ns0:v>0.3501228392124176</ns0:v>
                </ns0:pt>
                <ns0:pt idx="786">
                  <ns0:v>0.3522413969039917</ns0:v>
                </ns0:pt>
                <ns0:pt idx="787">
                  <ns0:v>0.35398483276367188</ns0:v>
                </ns0:pt>
                <ns0:pt idx="788">
                  <ns0:v>0.35543960332870483</ns0:v>
                </ns0:pt>
                <ns0:pt idx="789">
                  <ns0:v>0.35647293925285339</ns0:v>
                </ns0:pt>
                <ns0:pt idx="790">
                  <ns0:v>0.3564913272857666</ns0:v>
                </ns0:pt>
                <ns0:pt idx="791">
                  <ns0:v>0.35689982771873474</ns0:v>
                </ns0:pt>
                <ns0:pt idx="792">
                  <ns0:v>0.35764172673225403</ns0:v>
                </ns0:pt>
                <ns0:pt idx="793">
                  <ns0:v>0.35847485065460205</ns0:v>
                </ns0:pt>
                <ns0:pt idx="794">
                  <ns0:v>0.35941356420516968</ns0:v>
                </ns0:pt>
                <ns0:pt idx="795">
                  <ns0:v>0.3606509268283844</ns0:v>
                </ns0:pt>
                <ns0:pt idx="796">
                  <ns0:v>0.36193767189979553</ns0:v>
                </ns0:pt>
                <ns0:pt idx="797">
                  <ns0:v>0.3636060357093811</ns0:v>
                </ns0:pt>
                <ns0:pt idx="798">
                  <ns0:v>0.36505508422851562</ns0:v>
                </ns0:pt>
                <ns0:pt idx="799">
                  <ns0:v>0.36618015170097351</ns0:v>
                </ns0:pt>
                <ns0:pt idx="800">
                  <ns0:v>0.36768016219139099</ns0:v>
                </ns0:pt>
                <ns0:pt idx="801">
                  <ns0:v>0.36890825629234314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0.0033363865222781897</ns0:v>
                </ns0:pt>
                <ns0:pt idx="3">
                  <ns0:v>0.0040422119200229645</ns0:v>
                </ns0:pt>
                <ns0:pt idx="4">
                  <ns0:v>0.0047064316459000111</ns0:v>
                </ns0:pt>
                <ns0:pt idx="5">
                  <ns0:v>0.0053169350139796734</ns0:v>
                </ns0:pt>
                <ns0:pt idx="6">
                  <ns0:v>0.0058657079935073853</ns0:v>
                </ns0:pt>
                <ns0:pt idx="7">
                  <ns0:v>0.0063400277867913246</ns0:v>
                </ns0:pt>
                <ns0:pt idx="8">
                  <ns0:v>0.0067253746092319489</ns0:v>
                </ns0:pt>
                <ns0:pt idx="9">
                  <ns0:v>0.0070106023922562599</ns0:v>
                </ns0:pt>
                <ns0:pt idx="10">
                  <ns0:v>0.0071887304075062275</ns0:v>
                </ns0:pt>
                <ns0:pt idx="11">
                  <ns0:v>0.0072582978755235672</ns0:v>
                </ns0:pt>
                <ns0:pt idx="12">
                  <ns0:v>0.0072220098227262497</ns0:v>
                </ns0:pt>
                <ns0:pt idx="13">
                  <ns0:v>0.0070899203419685364</ns0:v>
                </ns0:pt>
                <ns0:pt idx="14">
                  <ns0:v>0.0068764574825763702</ns0:v>
                </ns0:pt>
                <ns0:pt idx="15">
                  <ns0:v>0.0068436674773693085</ns0:v>
                </ns0:pt>
                <ns0:pt idx="16">
                  <ns0:v>0.0067442599684000015</ns0:v>
                </ns0:pt>
                <ns0:pt idx="17">
                  <ns0:v>0.0066139400005340576</ns0:v>
                </ns0:pt>
                <ns0:pt idx="18">
                  <ns0:v>0.0065237525850534439</ns0:v>
                </ns0:pt>
                <ns0:pt idx="19">
                  <ns0:v>0.0064412658102810383</ns0:v>
                </ns0:pt>
                <ns0:pt idx="20">
                  <ns0:v>0.006318042054772377</ns0:v>
                </ns0:pt>
                <ns0:pt idx="21">
                  <ns0:v>0.0061419433914124966</ns0:v>
                </ns0:pt>
                <ns0:pt idx="22">
                  <ns0:v>0.0059214653447270393</ns0:v>
                </ns0:pt>
                <ns0:pt idx="23">
                  <ns0:v>0.0056786481291055679</ns0:v>
                </ns0:pt>
                <ns0:pt idx="24">
                  <ns0:v>0.0054394574835896492</ns0:v>
                </ns0:pt>
                <ns0:pt idx="25">
                  <ns0:v>0.0052118874154984951</ns0:v>
                </ns0:pt>
                <ns0:pt idx="26">
                  <ns0:v>0.0050232680514454842</ns0:v>
                </ns0:pt>
                <ns0:pt idx="27">
                  <ns0:v>0.0049016042612493038</ns0:v>
                </ns0:pt>
                <ns0:pt idx="28">
                  <ns0:v>0.0048466264270246029</ns0:v>
                </ns0:pt>
                <ns0:pt idx="29">
                  <ns0:v>0.004859287291765213</ns0:v>
                </ns0:pt>
                <ns0:pt idx="30">
                  <ns0:v>0.0049384473823010921</ns0:v>
                </ns0:pt>
                <ns0:pt idx="31">
                  <ns0:v>0.0050709866918623447</ns0:v>
                </ns0:pt>
                <ns0:pt idx="32">
                  <ns0:v>0.0052573131397366524</ns0:v>
                </ns0:pt>
                <ns0:pt idx="33">
                  <ns0:v>0.0054922746494412422</ns0:v>
                </ns0:pt>
                <ns0:pt idx="34">
                  <ns0:v>0.0057640466839075089</ns0:v>
                </ns0:pt>
                <ns0:pt idx="35">
                  <ns0:v>0.006062082014977932</ns0:v>
                </ns0:pt>
                <ns0:pt idx="36">
                  <ns0:v>0.0063750417903065681</ns0:v>
                </ns0:pt>
                <ns0:pt idx="37">
                  <ns0:v>0.0066987187601625919</ns0:v>
                </ns0:pt>
                <ns0:pt idx="38">
                  <ns0:v>0.0070209112018346786</ns0:v>
                </ns0:pt>
                <ns0:pt idx="39">
                  <ns0:v>0.0073302406817674637</ns0:v>
                </ns0:pt>
                <ns0:pt idx="40">
                  <ns0:v>0.0076165767386555672</ns0:v>
                </ns0:pt>
                <ns0:pt idx="41">
                  <ns0:v>0.0078692380338907242</ns0:v>
                </ns0:pt>
                <ns0:pt idx="42">
                  <ns0:v>0.008077617734670639</ns0:v>
                </ns0:pt>
                <ns0:pt idx="43">
                  <ns0:v>0.0082240691408514977</ns0:v>
                </ns0:pt>
                <ns0:pt idx="44">
                  <ns0:v>0.0082997195422649384</ns0:v>
                </ns0:pt>
                <ns0:pt idx="45">
                  <ns0:v>0.0082995407283306122</ns0:v>
                </ns0:pt>
                <ns0:pt idx="46">
                  <ns0:v>0.0082108788192272186</ns0:v>
                </ns0:pt>
                <ns0:pt idx="47">
                  <ns0:v>0.0080358888953924179</ns0:v>
                </ns0:pt>
                <ns0:pt idx="48">
                  <ns0:v>0.0077749043703079224</ns0:v>
                </ns0:pt>
                <ns0:pt idx="49">
                  <ns0:v>0.0074157160706818104</ns0:v>
                </ns0:pt>
                <ns0:pt idx="50">
                  <ns0:v>0.0069800801575183868</ns0:v>
                </ns0:pt>
                <ns0:pt idx="51">
                  <ns0:v>0.0064625679515302181</ns0:v>
                </ns0:pt>
                <ns0:pt idx="52">
                  <ns0:v>0.0058528590016067028</ns0:v>
                </ns0:pt>
                <ns0:pt idx="53">
                  <ns0:v>0.0051762796938419342</ns0:v>
                </ns0:pt>
                <ns0:pt idx="54">
                  <ns0:v>0.004451290238648653</ns0:v>
                </ns0:pt>
                <ns0:pt idx="55">
                  <ns0:v>0.0036937498953193426</ns0:v>
                </ns0:pt>
                <ns0:pt idx="56">
                  <ns0:v>0.002931142458692193</ns0:v>
                </ns0:pt>
                <ns0:pt idx="57">
                  <ns0:v>0.0021818885579705238</ns0:v>
                </ns0:pt>
                <ns0:pt idx="58">
                  <ns0:v>0.0014742889907211065</ns0:v>
                </ns0:pt>
                <ns0:pt idx="59">
                  <ns0:v>0.00083305075531825423</ns0:v>
                </ns0:pt>
                <ns0:pt idx="60">
                  <ns0:v>0.00029876164626330137</ns0:v>
                </ns0:pt>
                <ns0:pt idx="61">
                  <ns0:v>-0.00011447120778029785</ns0:v>
                </ns0:pt>
                <ns0:pt idx="62">
                  <ns0:v>-0.00039935775566846132</ns0:v>
                </ns0:pt>
                <ns0:pt idx="63">
                  <ns0:v>-0.00054574169917032123</ns0:v>
                </ns0:pt>
                <ns0:pt idx="64">
                  <ns0:v>-0.0005546663305722177</ns0:v>
                </ns0:pt>
                <ns0:pt idx="65">
                  <ns0:v>-0.00044959061779081821</ns0:v>
                </ns0:pt>
                <ns0:pt idx="66">
                  <ns0:v>-0.0002254565479233861</ns0:v>
                </ns0:pt>
                <ns0:pt idx="67">
                  <ns0:v>8.3162114606238902e-05</ns0:v>
                </ns0:pt>
                <ns0:pt idx="68">
                  <ns0:v>0.00045833628973923624</ns0:v>
                </ns0:pt>
                <ns0:pt idx="69">
                  <ns0:v>0.00087451800936833024</ns0:v>
                </ns0:pt>
                <ns0:pt idx="70">
                  <ns0:v>0.001300447154790163</ns0:v>
                </ns0:pt>
                <ns0:pt idx="71">
                  <ns0:v>0.0017078076489269733</ns0:v>
                </ns0:pt>
                <ns0:pt idx="72">
                  <ns0:v>0.0020479392260313034</ns0:v>
                </ns0:pt>
                <ns0:pt idx="73">
                  <ns0:v>0.0023590917699038982</ns0:v>
                </ns0:pt>
                <ns0:pt idx="74">
                  <ns0:v>0.0025838455185294151</ns0:v>
                </ns0:pt>
                <ns0:pt idx="75">
                  <ns0:v>0.0027189478278160095</ns0:v>
                </ns0:pt>
                <ns0:pt idx="76">
                  <ns0:v>0.0027563869953155518</ns0:v>
                </ns0:pt>
                <ns0:pt idx="77">
                  <ns0:v>0.0026986456941813231</ns0:v>
                </ns0:pt>
                <ns0:pt idx="78">
                  <ns0:v>0.0025468629319220781</ns0:v>
                </ns0:pt>
                <ns0:pt idx="79">
                  <ns0:v>0.0023083544801920652</ns0:v>
                </ns0:pt>
                <ns0:pt idx="80">
                  <ns0:v>0.0019955688621848822</ns0:v>
                </ns0:pt>
                <ns0:pt idx="81">
                  <ns0:v>0.0016213479684665799</ns0:v>
                </ns0:pt>
                <ns0:pt idx="82">
                  <ns0:v>0.001199731370434165</ns0:v>
                </ns0:pt>
                <ns0:pt idx="83">
                  <ns0:v>0.00074190512532368302</ns0:v>
                </ns0:pt>
                <ns0:pt idx="84">
                  <ns0:v>0.00026339147007092834</ns0:v>
                </ns0:pt>
                <ns0:pt idx="85">
                  <ns0:v>-0.0002304600493516773</ns0:v>
                </ns0:pt>
                <ns0:pt idx="86">
                  <ns0:v>-0.00072025076951831579</ns0:v>
                </ns0:pt>
                <ns0:pt idx="87">
                  <ns0:v>-0.0011876276694238186</ns0:v>
                </ns0:pt>
                <ns0:pt idx="88">
                  <ns0:v>-0.0016209617024287581</ns0:v>
                </ns0:pt>
                <ns0:pt idx="89">
                  <ns0:v>-0.0020139242988079786</ns0:v>
                </ns0:pt>
                <ns0:pt idx="90">
                  <ns0:v>-0.0023437130730599165</ns0:v>
                </ns0:pt>
                <ns0:pt idx="91">
                  <ns0:v>-0.0026115372311323881</ns0:v>
                </ns0:pt>
                <ns0:pt idx="92">
                  <ns0:v>-0.0027900934219360352</ns0:v>
                </ns0:pt>
                <ns0:pt idx="93">
                  <ns0:v>-0.0028781997971236706</ns0:v>
                </ns0:pt>
                <ns0:pt idx="94">
                  <ns0:v>-0.0028605225961655378</ns0:v>
                </ns0:pt>
                <ns0:pt idx="95">
                  <ns0:v>-0.0027511520311236382</ns0:v>
                </ns0:pt>
                <ns0:pt idx="96">
                  <ns0:v>-0.0025324749294668436</ns0:v>
                </ns0:pt>
                <ns0:pt idx="97">
                  <ns0:v>-0.0022126322146505117</ns0:v>
                </ns0:pt>
                <ns0:pt idx="98">
                  <ns0:v>-0.0018246178515255451</ns0:v>
                </ns0:pt>
                <ns0:pt idx="99">
                  <ns0:v>-0.0013465643860399723</ns0:v>
                </ns0:pt>
                <ns0:pt idx="100">
                  <ns0:v>-0.00082052318612113595</ns0:v>
                </ns0:pt>
                <ns0:pt idx="101">
                  <ns0:v>-0.00026374348090030253</ns0:v>
                </ns0:pt>
                <ns0:pt idx="102">
                  <ns0:v>0.00029225024627521634</ns0:v>
                </ns0:pt>
                <ns0:pt idx="103">
                  <ns0:v>0.00080688169691711664</ns0:v>
                </ns0:pt>
                <ns0:pt idx="104">
                  <ns0:v>0.0012703795218840241</ns0:v>
                </ns0:pt>
                <ns0:pt idx="105">
                  <ns0:v>0.0016681307461112738</ns0:v>
                </ns0:pt>
                <ns0:pt idx="106">
                  <ns0:v>0.001979367109015584</ns0:v>
                </ns0:pt>
                <ns0:pt idx="107">
                  <ns0:v>0.0021926427725702524</ns0:v>
                </ns0:pt>
                <ns0:pt idx="108">
                  <ns0:v>0.0023316389415413141</ns0:v>
                </ns0:pt>
                <ns0:pt idx="109">
                  <ns0:v>0.0023802448995411396</ns0:v>
                </ns0:pt>
                <ns0:pt idx="110">
                  <ns0:v>0.0023357917089015245</ns0:v>
                </ns0:pt>
                <ns0:pt idx="111">
                  <ns0:v>0.0022049942053854465</ns0:v>
                </ns0:pt>
                <ns0:pt idx="112">
                  <ns0:v>0.0019954475574195385</ns0:v>
                </ns0:pt>
                <ns0:pt idx="113">
                  <ns0:v>0.0017156144604086876</ns0:v>
                </ns0:pt>
                <ns0:pt idx="114">
                  <ns0:v>0.0013903159415349364</ns0:v>
                </ns0:pt>
                <ns0:pt idx="115">
                  <ns0:v>0.0010319841094315052</ns0:v>
                </ns0:pt>
                <ns0:pt idx="116">
                  <ns0:v>0.00064520689193159342</ns0:v>
                </ns0:pt>
                <ns0:pt idx="117">
                  <ns0:v>0.00024827686138451099</ns0:v>
                </ns0:pt>
                <ns0:pt idx="118">
                  <ns0:v>-0.00015318853547796607</ns0:v>
                </ns0:pt>
                <ns0:pt idx="119">
                  <ns0:v>-0.00054716633167117834</ns0:v>
                </ns0:pt>
                <ns0:pt idx="120">
                  <ns0:v>-0.00089471496175974607</ns0:v>
                </ns0:pt>
                <ns0:pt idx="121">
                  <ns0:v>-0.0012237066403031349</ns0:v>
                </ns0:pt>
                <ns0:pt idx="122">
                  <ns0:v>-0.001471069292165339</ns0:v>
                </ns0:pt>
                <ns0:pt idx="123">
                  <ns0:v>-0.0016655868384987116</ns0:v>
                </ns0:pt>
                <ns0:pt idx="124">
                  <ns0:v>-0.0017988304607570171</ns0:v>
                </ns0:pt>
                <ns0:pt idx="125">
                  <ns0:v>-0.0018559631425887346</ns0:v>
                </ns0:pt>
                <ns0:pt idx="126">
                  <ns0:v>-0.0018173515563830733</ns0:v>
                </ns0:pt>
                <ns0:pt idx="127">
                  <ns0:v>-0.0016919816844165325</ns0:v>
                </ns0:pt>
                <ns0:pt idx="128">
                  <ns0:v>-0.0014713668497279286</ns0:v>
                </ns0:pt>
                <ns0:pt idx="129">
                  <ns0:v>-0.0011729378020390868</ns0:v>
                </ns0:pt>
                <ns0:pt idx="130">
                  <ns0:v>-0.00081878784112632275</ns0:v>
                </ns0:pt>
                <ns0:pt idx="131">
                  <ns0:v>-0.00042436787043698132</ns0:v>
                </ns0:pt>
                <ns0:pt idx="132">
                  <ns0:v>6.3912011682987213e-06</ns0:v>
                </ns0:pt>
                <ns0:pt idx="133">
                  <ns0:v>0.00040758334216661751</ns0:v>
                </ns0:pt>
                <ns0:pt idx="134">
                  <ns0:v>0.00079874508082866669</ns0:v>
                </ns0:pt>
                <ns0:pt idx="135">
                  <ns0:v>0.0011349433334544301</ns0:v>
                </ns0:pt>
                <ns0:pt idx="136">
                  <ns0:v>0.001415191451087594</ns0:v>
                </ns0:pt>
                <ns0:pt idx="137">
                  <ns0:v>0.0016276504611596465</ns0:v>
                </ns0:pt>
                <ns0:pt idx="138">
                  <ns0:v>0.0017881572712212801</ns0:v>
                </ns0:pt>
                <ns0:pt idx="139">
                  <ns0:v>0.001845090533606708</ns0:v>
                </ns0:pt>
                <ns0:pt idx="140">
                  <ns0:v>0.0018207378452643752</ns0:v>
                </ns0:pt>
                <ns0:pt idx="141">
                  <ns0:v>0.0017116725211963058</ns0:v>
                </ns0:pt>
                <ns0:pt idx="142">
                  <ns0:v>0.0015213486040011048</ns0:v>
                </ns0:pt>
                <ns0:pt idx="143">
                  <ns0:v>0.0012689107097685337</ns0:v>
                </ns0:pt>
                <ns0:pt idx="144">
                  <ns0:v>0.0009732305770739913</ns0:v>
                </ns0:pt>
                <ns0:pt idx="145">
                  <ns0:v>0.00060495082288980484</ns0:v>
                </ns0:pt>
                <ns0:pt idx="146">
                  <ns0:v>0.00022737849212717265</ns0:v>
                </ns0:pt>
                <ns0:pt idx="147">
                  <ns0:v>-0.00017848200513981283</ns0:v>
                </ns0:pt>
                <ns0:pt idx="148">
                  <ns0:v>-0.00059796089772135019</ns0:v>
                </ns0:pt>
                <ns0:pt idx="149">
                  <ns0:v>-0.0010052734287455678</ns0:v>
                </ns0:pt>
                <ns0:pt idx="150">
                  <ns0:v>-0.0013975888723507524</ns0:v>
                </ns0:pt>
                <ns0:pt idx="151">
                  <ns0:v>-0.0017772206338122487</ns0:v>
                </ns0:pt>
                <ns0:pt idx="152">
                  <ns0:v>-0.0021111988462507725</ns0:v>
                </ns0:pt>
                <ns0:pt idx="153">
                  <ns0:v>-0.0023826614487916231</ns0:v>
                </ns0:pt>
                <ns0:pt idx="154">
                  <ns0:v>-0.0025934032164514065</ns0:v>
                </ns0:pt>
                <ns0:pt idx="155">
                  <ns0:v>-0.0027273900341242552</ns0:v>
                </ns0:pt>
                <ns0:pt idx="156">
                  <ns0:v>-0.0027662890497595072</ns0:v>
                </ns0:pt>
                <ns0:pt idx="157">
                  <ns0:v>-0.0027248659171164036</ns0:v>
                </ns0:pt>
                <ns0:pt idx="158">
                  <ns0:v>-0.0025598360225558281</ns0:v>
                </ns0:pt>
                <ns0:pt idx="159">
                  <ns0:v>-0.0023468267172574997</ns0:v>
                </ns0:pt>
                <ns0:pt idx="160">
                  <ns0:v>-0.0020461543463170528</ns0:v>
                </ns0:pt>
                <ns0:pt idx="161">
                  <ns0:v>-0.0016743077430874109</ns0:v>
                </ns0:pt>
                <ns0:pt idx="162">
                  <ns0:v>-0.0012601841008290648</ns0:v>
                </ns0:pt>
                <ns0:pt idx="163">
                  <ns0:v>-0.00080160936340689659</ns0:v>
                </ns0:pt>
                <ns0:pt idx="164">
                  <ns0:v>-0.00035753395059145987</ns0:v>
                </ns0:pt>
                <ns0:pt idx="165">
                  <ns0:v>4.4466622057370842e-05</ns0:v>
                </ns0:pt>
                <ns0:pt idx="166">
                  <ns0:v>0.00040687571163289249</ns0:v>
                </ns0:pt>
                <ns0:pt idx="167">
                  <ns0:v>0.0007192316697910428</ns0:v>
                </ns0:pt>
                <ns0:pt idx="168">
                  <ns0:v>0.00096904521342366934</ns0:v>
                </ns0:pt>
                <ns0:pt idx="169">
                  <ns0:v>0.0011259086895734072</ns0:v>
                </ns0:pt>
                <ns0:pt idx="170">
                  <ns0:v>0.0012269997969269753</ns0:v>
                </ns0:pt>
                <ns0:pt idx="171">
                  <ns0:v>0.0012466314947232604</ns0:v>
                </ns0:pt>
                <ns0:pt idx="172">
                  <ns0:v>0.0011910684406757355</ns0:v>
                </ns0:pt>
                <ns0:pt idx="173">
                  <ns0:v>0.0010587167926132679</ns0:v>
                </ns0:pt>
                <ns0:pt idx="174">
                  <ns0:v>0.00085923954611644149</ns0:v>
                </ns0:pt>
                <ns0:pt idx="175">
                  <ns0:v>0.00061247980920597911</ns0:v>
                </ns0:pt>
                <ns0:pt idx="176">
                  <ns0:v>0.00033088072086684406</ns0:v>
                </ns0:pt>
                <ns0:pt idx="177">
                  <ns0:v>1.6281921489280649e-05</ns0:v>
                </ns0:pt>
                <ns0:pt idx="178">
                  <ns0:v>-0.00032098949304781854</ns0:v>
                </ns0:pt>
                <ns0:pt idx="179">
                  <ns0:v>-0.00065541634103283286</ns0:v>
                </ns0:pt>
                <ns0:pt idx="180">
                  <ns0:v>-0.00097857881337404251</ns0:v>
                </ns0:pt>
                <ns0:pt idx="181">
                  <ns0:v>-0.0012809538748115301</ns0:v>
                </ns0:pt>
                <ns0:pt idx="182">
                  <ns0:v>-0.00154848862439394</ns0:v>
                </ns0:pt>
                <ns0:pt idx="183">
                  <ns0:v>-0.0017951496411114931</ns0:v>
                </ns0:pt>
                <ns0:pt idx="184">
                  <ns0:v>-0.0019678284879773855</ns0:v>
                </ns0:pt>
                <ns0:pt idx="185">
                  <ns0:v>-0.0020749098621308804</ns0:v>
                </ns0:pt>
                <ns0:pt idx="186">
                  <ns0:v>-0.0021192883141338825</ns0:v>
                </ns0:pt>
                <ns0:pt idx="187">
                  <ns0:v>-0.0020968515891581774</ns0:v>
                </ns0:pt>
                <ns0:pt idx="188">
                  <ns0:v>-0.002043519401922822</ns0:v>
                </ns0:pt>
                <ns0:pt idx="189">
                  <ns0:v>-0.0018675295868888497</ns0:v>
                </ns0:pt>
                <ns0:pt idx="190">
                  <ns0:v>-0.0016155859921127558</ns0:v>
                </ns0:pt>
                <ns0:pt idx="191">
                  <ns0:v>-0.0012947543291375041</ns0:v>
                </ns0:pt>
                <ns0:pt idx="192">
                  <ns0:v>-0.00093021598877385259</ns0:v>
                </ns0:pt>
                <ns0:pt idx="193">
                  <ns0:v>-0.00052189553389325738</ns0:v>
                </ns0:pt>
                <ns0:pt idx="194">
                  <ns0:v>-0.00010503661178518087</ns0:v>
                </ns0:pt>
                <ns0:pt idx="195">
                  <ns0:v>0.00028136128094047308</ns0:v>
                </ns0:pt>
                <ns0:pt idx="196">
                  <ns0:v>0.00064188934629783034</ns0:v>
                </ns0:pt>
                <ns0:pt idx="197">
                  <ns0:v>0.00096650613704696298</ns0:v>
                </ns0:pt>
                <ns0:pt idx="198">
                  <ns0:v>0.0012412216747179627</ns0:v>
                </ns0:pt>
                <ns0:pt idx="199">
                  <ns0:v>0.0014505684375762939</ns0:v>
                </ns0:pt>
                <ns0:pt idx="200">
                  <ns0:v>0.0015776195796206594</ns0:v>
                </ns0:pt>
                <ns0:pt idx="201">
                  <ns0:v>0.0016367558855563402</ns0:v>
                </ns0:pt>
                <ns0:pt idx="202">
                  <ns0:v>0.0016204697312787175</ns0:v>
                </ns0:pt>
                <ns0:pt idx="203">
                  <ns0:v>0.0015383382560685277</ns0:v>
                </ns0:pt>
                <ns0:pt idx="204">
                  <ns0:v>0.0013890269910916686</ns0:v>
                </ns0:pt>
                <ns0:pt idx="205">
                  <ns0:v>0.0011881856480613351</ns0:v>
                </ns0:pt>
                <ns0:pt idx="206">
                  <ns0:v>0.00094019027892500162</ns0:v>
                </ns0:pt>
                <ns0:pt idx="207">
                  <ns0:v>0.00065077841281890869</ns0:v>
                </ns0:pt>
                <ns0:pt idx="208">
                  <ns0:v>0.00032679678406566381</ns0:v>
                </ns0:pt>
                <ns0:pt idx="209">
                  <ns0:v>-4.8453362069267314e-06</ns0:v>
                </ns0:pt>
                <ns0:pt idx="210">
                  <ns0:v>-0.00034130309359170496</ns0:v>
                </ns0:pt>
                <ns0:pt idx="211">
                  <ns0:v>-0.00066682673059403896</ns0:v>
                </ns0:pt>
                <ns0:pt idx="212">
                  <ns0:v>-0.00096702919108793139</ns0:v>
                </ns0:pt>
                <ns0:pt idx="213">
                  <ns0:v>-0.0012463047169148922</ns0:v>
                </ns0:pt>
                <ns0:pt idx="214">
                  <ns0:v>-0.001474283984862268</ns0:v>
                </ns0:pt>
                <ns0:pt idx="215">
                  <ns0:v>-0.0016870707040652633</ns0:v>
                </ns0:pt>
                <ns0:pt idx="216">
                  <ns0:v>-0.0018167513189837337</ns0:v>
                </ns0:pt>
                <ns0:pt idx="217">
                  <ns0:v>-0.0018702446250244975</ns0:v>
                </ns0:pt>
                <ns0:pt idx="218">
                  <ns0:v>-0.0018446567701175809</ns0:v>
                </ns0:pt>
                <ns0:pt idx="219">
                  <ns0:v>-0.0017718729795888066</ns0:v>
                </ns0:pt>
                <ns0:pt idx="220">
                  <ns0:v>-0.0015834722435101867</ns0:v>
                </ns0:pt>
                <ns0:pt idx="221">
                  <ns0:v>-0.0013419319875538349</ns0:v>
                </ns0:pt>
                <ns0:pt idx="222">
                  <ns0:v>-0.0010439519537612796</ns0:v>
                </ns0:pt>
                <ns0:pt idx="223">
                  <ns0:v>-0.00072705233469605446</ns0:v>
                </ns0:pt>
                <ns0:pt idx="224">
                  <ns0:v>-0.0003777414676733315</ns0:v>
                </ns0:pt>
                <ns0:pt idx="225">
                  <ns0:v>-2.7000438421964645e-05</ns0:v>
                </ns0:pt>
                <ns0:pt idx="226">
                  <ns0:v>0.00032204791205003858</ns0:v>
                </ns0:pt>
                <ns0:pt idx="227">
                  <ns0:v>0.00064159487374126911</ns0:v>
                </ns0:pt>
                <ns0:pt idx="228">
                  <ns0:v>0.00091546331532299519</ns0:v>
                </ns0:pt>
                <ns0:pt idx="229">
                  <ns0:v>0.0011541541898623109</ns0:v>
                </ns0:pt>
                <ns0:pt idx="230">
                  <ns0:v>0.0013342605670914054</ns0:v>
                </ns0:pt>
                <ns0:pt idx="231">
                  <ns0:v>0.0014341851929202676</ns0:v>
                </ns0:pt>
                <ns0:pt idx="232">
                  <ns0:v>0.0014698144514113665</ns0:v>
                </ns0:pt>
                <ns0:pt idx="233">
                  <ns0:v>0.0014318989124149084</ns0:v>
                </ns0:pt>
                <ns0:pt idx="234">
                  <ns0:v>0.0013393716653808951</ns0:v>
                </ns0:pt>
                <ns0:pt idx="235">
                  <ns0:v>0.0011867296416312456</ns0:v>
                </ns0:pt>
                <ns0:pt idx="236">
                  <ns0:v>0.00098000164143741131</ns0:v>
                </ns0:pt>
                <ns0:pt idx="237">
                  <ns0:v>0.00072594702942296863</ns0:v>
                </ns0:pt>
                <ns0:pt idx="238">
                  <ns0:v>0.00044982432154938579</ns0:v>
                </ns0:pt>
                <ns0:pt idx="239">
                  <ns0:v>0.00012199604680063203</ns0:v>
                </ns0:pt>
                <ns0:pt idx="240">
                  <ns0:v>-0.00016554258763790131</ns0:v>
                </ns0:pt>
                <ns0:pt idx="241">
                  <ns0:v>-0.00047602073755115271</ns0:v>
                </ns0:pt>
                <ns0:pt idx="242">
                  <ns0:v>-0.00078682659659534693</ns0:v>
                </ns0:pt>
                <ns0:pt idx="243">
                  <ns0:v>-0.0011010889429599047</ns0:v>
                </ns0:pt>
                <ns0:pt idx="244">
                  <ns0:v>-0.0013512669829651713</ns0:v>
                </ns0:pt>
                <ns0:pt idx="245">
                  <ns0:v>-0.0015946989879012108</ns0:v>
                </ns0:pt>
                <ns0:pt idx="246">
                  <ns0:v>-0.0017652249662205577</ns0:v>
                </ns0:pt>
                <ns0:pt idx="247">
                  <ns0:v>-0.0018792382907122374</ns0:v>
                </ns0:pt>
                <ns0:pt idx="248">
                  <ns0:v>-0.0019068366382271051</ns0:v>
                </ns0:pt>
                <ns0:pt idx="249">
                  <ns0:v>-0.0018571063410490751</ns0:v>
                </ns0:pt>
                <ns0:pt idx="250">
                  <ns0:v>-0.0017115483060479164</ns0:v>
                </ns0:pt>
                <ns0:pt idx="251">
                  <ns0:v>-0.0015438145492225885</ns0:v>
                </ns0:pt>
                <ns0:pt idx="252">
                  <ns0:v>-0.0012980269966647029</ns0:v>
                </ns0:pt>
                <ns0:pt idx="253">
                  <ns0:v>-0.0010295815300196409</ns0:v>
                </ns0:pt>
                <ns0:pt idx="254">
                  <ns0:v>-0.00072699110023677349</ns0:v>
                </ns0:pt>
                <ns0:pt idx="255">
                  <ns0:v>-0.00033378147054463625</ns0:v>
                </ns0:pt>
                <ns0:pt idx="256">
                  <ns0:v>7.8237708294182085e-06</ns0:v>
                </ns0:pt>
                <ns0:pt idx="257">
                  <ns0:v>0.00035238129203207791</ns0:v>
                </ns0:pt>
                <ns0:pt idx="258">
                  <ns0:v>0.00065590336453169584</ns0:v>
                </ns0:pt>
                <ns0:pt idx="259">
                  <ns0:v>0.00090144993737339973</ns0:v>
                </ns0:pt>
                <ns0:pt idx="260">
                  <ns0:v>0.0011073239147663116</ns0:v>
                </ns0:pt>
                <ns0:pt idx="261">
                  <ns0:v>0.0012520012678578496</ns0:v>
                </ns0:pt>
                <ns0:pt idx="262">
                  <ns0:v>0.0013339299475774169</ns0:v>
                </ns0:pt>
                <ns0:pt idx="263">
                  <ns0:v>0.0013635256327688694</ns0:v>
                </ns0:pt>
                <ns0:pt idx="264">
                  <ns0:v>0.0013310519279912114</ns0:v>
                </ns0:pt>
                <ns0:pt idx="265">
                  <ns0:v>0.0012407584581524134</ns0:v>
                </ns0:pt>
                <ns0:pt idx="266">
                  <ns0:v>0.0010910280980169773</ns0:v>
                </ns0:pt>
                <ns0:pt idx="267">
                  <ns0:v>0.00089114072034135461</ns0:v>
                </ns0:pt>
                <ns0:pt idx="268">
                  <ns0:v>0.00065476319286972284</ns0:v>
                </ns0:pt>
                <ns0:pt idx="269">
                  <ns0:v>0.00038813502760604024</ns0:v>
                </ns0:pt>
                <ns0:pt idx="270">
                  <ns0:v>0.00011105556041002274</ns0:v>
                </ns0:pt>
                <ns0:pt idx="271">
                  <ns0:v>-0.00018349052697885782</ns0:v>
                </ns0:pt>
                <ns0:pt idx="272">
                  <ns0:v>-0.00047626957530155778</ns0:v>
                </ns0:pt>
                <ns0:pt idx="273">
                  <ns0:v>-0.0007511120056733489</ns0:v>
                </ns0:pt>
                <ns0:pt idx="274">
                  <ns0:v>-0.0010110534494742751</ns0:v>
                </ns0:pt>
                <ns0:pt idx="275">
                  <ns0:v>-0.0012471540831029415</ns0:v>
                </ns0:pt>
                <ns0:pt idx="276">
                  <ns0:v>-0.0014254110865294933</ns0:v>
                </ns0:pt>
                <ns0:pt idx="277">
                  <ns0:v>-0.0015520760789513588</ns0:v>
                </ns0:pt>
                <ns0:pt idx="278">
                  <ns0:v>-0.001586210448294878</ns0:v>
                </ns0:pt>
                <ns0:pt idx="279">
                  <ns0:v>-0.0015763310948386788</ns0:v>
                </ns0:pt>
                <ns0:pt idx="280">
                  <ns0:v>-0.001580060925334692</ns0:v>
                </ns0:pt>
                <ns0:pt idx="281">
                  <ns0:v>-0.0014368647243827581</ns0:v>
                </ns0:pt>
                <ns0:pt idx="282">
                  <ns0:v>-0.0012706865090876818</ns0:v>
                </ns0:pt>
                <ns0:pt idx="283">
                  <ns0:v>-0.0010329856304451823</ns0:v>
                </ns0:pt>
                <ns0:pt idx="284">
                  <ns0:v>-0.00076402857666835189</ns0:v>
                </ns0:pt>
                <ns0:pt idx="285">
                  <ns0:v>-0.00045960015268065035</ns0:v>
                </ns0:pt>
                <ns0:pt idx="286">
                  <ns0:v>-0.00014729438407812268</ns0:v>
                </ns0:pt>
                <ns0:pt idx="287">
                  <ns0:v>0.00018768649897538126</ns0:v>
                </ns0:pt>
                <ns0:pt idx="288">
                  <ns0:v>0.00047203988651745021</ns0:v>
                </ns0:pt>
                <ns0:pt idx="289">
                  <ns0:v>0.0007425736403092742</ns0:v>
                </ns0:pt>
                <ns0:pt idx="290">
                  <ns0:v>0.00094921985873952508</ns0:v>
                </ns0:pt>
                <ns0:pt idx="291">
                  <ns0:v>0.0011274978751316667</ns0:v>
                </ns0:pt>
                <ns0:pt idx="292">
                  <ns0:v>0.0012325653806328773</ns0:v>
                </ns0:pt>
                <ns0:pt idx="293">
                  <ns0:v>0.0012641034554690123</ns0:v>
                </ns0:pt>
                <ns0:pt idx="294">
                  <ns0:v>0.0012651783181354403</ns0:v>
                </ns0:pt>
                <ns0:pt idx="295">
                  <ns0:v>0.0012160498881712556</ns0:v>
                </ns0:pt>
                <ns0:pt idx="296">
                  <ns0:v>0.0011116662062704563</ns0:v>
                </ns0:pt>
                <ns0:pt idx="297">
                  <ns0:v>0.00094679847825318575</ns0:v>
                </ns0:pt>
                <ns0:pt idx="298">
                  <ns0:v>0.00074506521923467517</ns0:v>
                </ns0:pt>
                <ns0:pt idx="299">
                  <ns0:v>0.00050520396325737238</ns0:v>
                </ns0:pt>
                <ns0:pt idx="300">
                  <ns0:v>0.00024007010506466031</ns0:v>
                </ns0:pt>
                <ns0:pt idx="301">
                  <ns0:v>-2.4730283257667907e-05</ns0:v>
                </ns0:pt>
                <ns0:pt idx="302">
                  <ns0:v>-0.00030554606928490102</ns0:v>
                </ns0:pt>
                <ns0:pt idx="303">
                  <ns0:v>-0.0005811479059047997</ns0:v>
                </ns0:pt>
                <ns0:pt idx="304">
                  <ns0:v>-0.0008391836890950799</ns0:v>
                </ns0:pt>
                <ns0:pt idx="305">
                  <ns0:v>-0.0010692360810935497</ns0:v>
                </ns0:pt>
                <ns0:pt idx="306">
                  <ns0:v>-0.001292493543587625</ns0:v>
                </ns0:pt>
                <ns0:pt idx="307">
                  <ns0:v>-0.0014452647883445024</ns0:v>
                </ns0:pt>
                <ns0:pt idx="308">
                  <ns0:v>-0.0015400716802105308</ns0:v>
                </ns0:pt>
                <ns0:pt idx="309">
                  <ns0:v>-0.0015685074031352997</ns0:v>
                </ns0:pt>
                <ns0:pt idx="310">
                  <ns0:v>-0.0015569474780932069</ns0:v>
                </ns0:pt>
                <ns0:pt idx="311">
                  <ns0:v>-0.0014809150015935302</ns0:v>
                </ns0:pt>
                <ns0:pt idx="312">
                  <ns0:v>-0.0013490356504917145</ns0:v>
                </ns0:pt>
                <ns0:pt idx="313">
                  <ns0:v>-0.001157402410171926</ns0:v>
                </ns0:pt>
                <ns0:pt idx="314">
                  <ns0:v>-0.00093977875076234341</ns0:v>
                </ns0:pt>
                <ns0:pt idx="315">
                  <ns0:v>-0.00066306756343692541</ns0:v>
                </ns0:pt>
                <ns0:pt idx="316">
                  <ns0:v>-0.00039271614514291286</ns0:v>
                </ns0:pt>
                <ns0:pt idx="317">
                  <ns0:v>-2.795575164782349e-05</ns0:v>
                </ns0:pt>
                <ns0:pt idx="318">
                  <ns0:v>0.00030131149105727673</ns0:v>
                </ns0:pt>
                <ns0:pt idx="319">
                  <ns0:v>0.00057775044115260243</ns0:v>
                </ns0:pt>
                <ns0:pt idx="320">
                  <ns0:v>0.00080509402323514223</ns0:v>
                </ns0:pt>
                <ns0:pt idx="321">
                  <ns0:v>0.00099504552781581879</ns0:v>
                </ns0:pt>
                <ns0:pt idx="322">
                  <ns0:v>0.0011370321735739708</ns0:v>
                </ns0:pt>
                <ns0:pt idx="323">
                  <ns0:v>0.0012229371350258589</ns0:v>
                </ns0:pt>
                <ns0:pt idx="324">
                  <ns0:v>0.0012540292227640748</ns0:v>
                </ns0:pt>
                <ns0:pt idx="325">
                  <ns0:v>0.001241690362803638</ns0:v>
                </ns0:pt>
                <ns0:pt idx="326">
                  <ns0:v>0.0011642497265711427</ns0:v>
                </ns0:pt>
                <ns0:pt idx="327">
                  <ns0:v>0.0010419263271614909</ns0:v>
                </ns0:pt>
                <ns0:pt idx="328">
                  <ns0:v>0.00087324617197737098</ns0:v>
                </ns0:pt>
                <ns0:pt idx="329">
                  <ns0:v>0.00066262483596801758</ns0:v>
                </ns0:pt>
                <ns0:pt idx="330">
                  <ns0:v>0.00042972271330654621</ns0:v>
                </ns0:pt>
                <ns0:pt idx="331">
                  <ns0:v>0.00018432665092404932</ns0:v>
                </ns0:pt>
                <ns0:pt idx="332">
                  <ns0:v>-7.8494689660146832e-05</ns0:v>
                </ns0:pt>
                <ns0:pt idx="333">
                  <ns0:v>-0.00034039112506434321</ns0:v>
                </ns0:pt>
                <ns0:pt idx="334">
                  <ns0:v>-0.00059294654056429863</ns0:v>
                </ns0:pt>
                <ns0:pt idx="335">
                  <ns0:v>-0.00082203722558915615</ns0:v>
                </ns0:pt>
                <ns0:pt idx="336">
                  <ns0:v>-0.0010274071246385574</ns0:v>
                </ns0:pt>
                <ns0:pt idx="337">
                  <ns0:v>-0.0012065131450071931</ns0:v>
                </ns0:pt>
                <ns0:pt idx="338">
                  <ns0:v>-0.00132774468511343</ns0:v>
                </ns0:pt>
                <ns0:pt idx="339">
                  <ns0:v>-0.0013894519070163369</ns0:v>
                </ns0:pt>
                <ns0:pt idx="340">
                  <ns0:v>-0.0014081341214478016</ns0:v>
                </ns0:pt>
                <ns0:pt idx="341">
                  <ns0:v>-0.0013505640672519803</ns0:v>
                </ns0:pt>
                <ns0:pt idx="342">
                  <ns0:v>-0.0013065187959000468</ns0:v>
                </ns0:pt>
                <ns0:pt idx="343">
                  <ns0:v>-0.0011203406611457467</ns0:v>
                </ns0:pt>
                <ns0:pt idx="344">
                  <ns0:v>-0.00091928726760670543</ns0:v>
                </ns0:pt>
                <ns0:pt idx="345">
                  <ns0:v>-0.00068647786974906921</ns0:v>
                </ns0:pt>
                <ns0:pt idx="346">
                  <ns0:v>-0.000411046581575647</ns0:v>
                </ns0:pt>
                <ns0:pt idx="347">
                  <ns0:v>-0.00013711983046960086</ns0:v>
                </ns0:pt>
                <ns0:pt idx="348">
                  <ns0:v>0.00015307293506339192</ns0:v>
                </ns0:pt>
                <ns0:pt idx="349">
                  <ns0:v>0.00042097034747712314</ns0:v>
                </ns0:pt>
                <ns0:pt idx="350">
                  <ns0:v>0.00065684533910825849</ns0:v>
                </ns0:pt>
                <ns0:pt idx="351">
                  <ns0:v>0.00085083884187042713</ns0:v>
                </ns0:pt>
                <ns0:pt idx="352">
                  <ns0:v>0.0010118216741830111</ns0:v>
                </ns0:pt>
                <ns0:pt idx="353">
                  <ns0:v>0.0011280608596280217</ns0:v>
                </ns0:pt>
                <ns0:pt idx="354">
                  <ns0:v>0.0011975074885413051</ns0:v>
                </ns0:pt>
                <ns0:pt idx="355">
                  <ns0:v>0.0011985147139057517</ns0:v>
                </ns0:pt>
                <ns0:pt idx="356">
                  <ns0:v>0.0011548713082447648</ns0:v>
                </ns0:pt>
                <ns0:pt idx="357">
                  <ns0:v>0.0010700038401409984</ns0:v>
                </ns0:pt>
                <ns0:pt idx="358">
                  <ns0:v>0.00092697859508916736</ns0:v>
                </ns0:pt>
                <ns0:pt idx="359">
                  <ns0:v>0.00075661798473447561</ns0:v>
                </ns0:pt>
                <ns0:pt idx="360">
                  <ns0:v>0.00055189913837239146</ns0:v>
                </ns0:pt>
                <ns0:pt idx="361">
                  <ns0:v>0.00032351055415347219</ns0:v>
                </ns0:pt>
                <ns0:pt idx="362">
                  <ns0:v>7.760595326544717e-05</ns0:v>
                </ns0:pt>
                <ns0:pt idx="363">
                  <ns0:v>-0.00017365778330713511</ns0:v>
                </ns0:pt>
                <ns0:pt idx="364">
                  <ns0:v>-0.00042540923459455371</ns0:v>
                </ns0:pt>
                <ns0:pt idx="365">
                  <ns0:v>-0.00065494468435645103</ns0:v>
                </ns0:pt>
                <ns0:pt idx="366">
                  <ns0:v>-0.00087223679292947054</ns0:v>
                </ns0:pt>
                <ns0:pt idx="367">
                  <ns0:v>-0.0010496913455426693</ns0:v>
                </ns0:pt>
                <ns0:pt idx="368">
                  <ns0:v>-0.001235412317328155</ns0:v>
                </ns0:pt>
                <ns0:pt idx="369">
                  <ns0:v>-0.001342440489679575</ns0:v>
                </ns0:pt>
                <ns0:pt idx="370">
                  <ns0:v>-0.0013852077536284924</ns0:v>
                </ns0:pt>
                <ns0:pt idx="371">
                  <ns0:v>-0.0013806095812469721</ns0:v>
                </ns0:pt>
                <ns0:pt idx="372">
                  <ns0:v>-0.0013040932826697826</ns0:v>
                </ns0:pt>
                <ns0:pt idx="373">
                  <ns0:v>-0.0011924012796953321</ns0:v>
                </ns0:pt>
                <ns0:pt idx="374">
                  <ns0:v>-0.0010344814509153366</ns0:v>
                </ns0:pt>
                <ns0:pt idx="375">
                  <ns0:v>-0.00083527161041274667</ns0:v>
                </ns0:pt>
                <ns0:pt idx="376">
                  <ns0:v>-0.00057827105047181249</ns0:v>
                </ns0:pt>
                <ns0:pt idx="377">
                  <ns0:v>-0.00033781642559915781</ns0:v>
                </ns0:pt>
                <ns0:pt idx="378">
                  <ns0:v>-6.4172920247074217e-05</ns0:v>
                </ns0:pt>
                <ns0:pt idx="379">
                  <ns0:v>0.00019921701459679753</ns0:v>
                </ns0:pt>
                <ns0:pt idx="380">
                  <ns0:v>0.00047184512368403375</ns0:v>
                </ns0:pt>
                <ns0:pt idx="381">
                  <ns0:v>0.00069517875090241432</ns0:v>
                </ns0:pt>
                <ns0:pt idx="382">
                  <ns0:v>0.00087944039842113853</ns0:v>
                </ns0:pt>
                <ns0:pt idx="383">
                  <ns0:v>0.0010251175845041871</ns0:v>
                </ns0:pt>
                <ns0:pt idx="384">
                  <ns0:v>0.0011129084741696715</ns0:v>
                </ns0:pt>
                <ns0:pt idx="385">
                  <ns0:v>0.0011392068117856979</ns0:v>
                </ns0:pt>
                <ns0:pt idx="386">
                  <ns0:v>0.0011326425010338426</ns0:v>
                </ns0:pt>
                <ns0:pt idx="387">
                  <ns0:v>0.0010793042602017522</ns0:v>
                </ns0:pt>
                <ns0:pt idx="388">
                  <ns0:v>0.00097141991136595607</ns0:v>
                </ns0:pt>
                <ns0:pt idx="389">
                  <ns0:v>0.00083231215830892324</ns0:v>
                </ns0:pt>
                <ns0:pt idx="390">
                  <ns0:v>0.00090460455976426601</ns0:v>
                </ns0:pt>
                <ns0:pt idx="391">
                  <ns0:v>0.00093153887428343296</ns0:v>
                </ns0:pt>
                <ns0:pt idx="392">
                  <ns0:v>0.00090486177941784263</ns0:v>
                </ns0:pt>
                <ns0:pt idx="393">
                  <ns0:v>0.00082320638466626406</ns0:v>
                </ns0:pt>
                <ns0:pt idx="394">
                  <ns0:v>0.00069055316271260381</ns0:v>
                </ns0:pt>
                <ns0:pt idx="395">
                  <ns0:v>0.0005041974363848567</ns0:v>
                </ns0:pt>
                <ns0:pt idx="396">
                  <ns0:v>0.00024466795730404556</ns0:v>
                </ns0:pt>
                <ns0:pt idx="397">
                  <ns0:v>-6.7687316914089024e-05</ns0:v>
                </ns0:pt>
                <ns0:pt idx="398">
                  <ns0:v>-0.00043860866571776569</ns0:v>
                </ns0:pt>
                <ns0:pt idx="399">
                  <ns0:v>-0.00083739595720544457</ns0:v>
                </ns0:pt>
                <ns0:pt idx="400">
                  <ns0:v>-0.0012769913300871849</ns0:v>
                </ns0:pt>
                <ns0:pt idx="401">
                  <ns0:v>-0.0017655552364885807</ns0:v>
                </ns0:pt>
                <ns0:pt idx="402">
                  <ns0:v>0.0013748831115663052</ns0:v>
                </ns0:pt>
                <ns0:pt idx="403">
                  <ns0:v>0.0022090934216976166</ns0:v>
                </ns0:pt>
                <ns0:pt idx="404">
                  <ns0:v>0.003049065824598074</ns0:v>
                </ns0:pt>
                <ns0:pt idx="405">
                  <ns0:v>0.0038819019682705402</ns0:v>
                </ns0:pt>
                <ns0:pt idx="406">
                  <ns0:v>0.0046939081512391567</ns0:v>
                </ns0:pt>
                <ns0:pt idx="407">
                  <ns0:v>0.0054697622545063496</ns0:v>
                </ns0:pt>
                <ns0:pt idx="408">
                  <ns0:v>0.0062019196338951588</ns0:v>
                </ns0:pt>
                <ns0:pt idx="409">
                  <ns0:v>0.0068617276847362518</ns0:v>
                </ns0:pt>
                <ns0:pt idx="410">
                  <ns0:v>0.0074424645863473415</ns0:v>
                </ns0:pt>
                <ns0:pt idx="411">
                  <ns0:v>0.0079317549243569374</ns0:v>
                </ns0:pt>
                <ns0:pt idx="412">
                  <ns0:v>0.0083215842023491859</ns0:v>
                </ns0:pt>
                <ns0:pt idx="413">
                  <ns0:v>0.0085992841050028801</ns0:v>
                </ns0:pt>
                <ns0:pt idx="414">
                  <ns0:v>0.0087777981534600258</ns0:v>
                </ns0:pt>
                <ns0:pt idx="415">
                  <ns0:v>0.0094248242676258087</ns0:v>
                </ns0:pt>
                <ns0:pt idx="416">
                  <ns0:v>0.0099536273628473282</ns0:v>
                </ns0:pt>
                <ns0:pt idx="417">
                  <ns0:v>0.010372765362262726</ns0:v>
                </ns0:pt>
                <ns0:pt idx="418">
                  <ns0:v>0.010633017867803574</ns0:v>
                </ns0:pt>
                <ns0:pt idx="419">
                  <ns0:v>0.010815927758812904</ns0:v>
                </ns0:pt>
                <ns0:pt idx="420">
                  <ns0:v>0.01082796324044466</ns0:v>
                </ns0:pt>
                <ns0:pt idx="421">
                  <ns0:v>0.010709761641919613</ns0:v>
                </ns0:pt>
                <ns0:pt idx="422">
                  <ns0:v>0.010477232746779919</ns0:v>
                </ns0:pt>
                <ns0:pt idx="423">
                  <ns0:v>0.010102554224431515</ns0:v>
                </ns0:pt>
                <ns0:pt idx="424">
                  <ns0:v>0.0096819363534450531</ns0:v>
                </ns0:pt>
                <ns0:pt idx="425">
                  <ns0:v>0.009180472232401371</ns0:v>
                </ns0:pt>
                <ns0:pt idx="426">
                  <ns0:v>0.0086071491241455078</ns0:v>
                </ns0:pt>
                <ns0:pt idx="427">
                  <ns0:v>0.0080143269151449203</ns0:v>
                </ns0:pt>
                <ns0:pt idx="428">
                  <ns0:v>0.0074081839993596077</ns0:v>
                </ns0:pt>
                <ns0:pt idx="429">
                  <ns0:v>0.0068219006061553955</ns0:v>
                </ns0:pt>
                <ns0:pt idx="430">
                  <ns0:v>0.0062645892612636089</ns0:v>
                </ns0:pt>
                <ns0:pt idx="431">
                  <ns0:v>0.0057456814683973789</ns0:v>
                </ns0:pt>
                <ns0:pt idx="432">
                  <ns0:v>0.005318901501595974</ns0:v>
                </ns0:pt>
                <ns0:pt idx="433">
                  <ns0:v>0.0050018895417451859</ns0:v>
                </ns0:pt>
                <ns0:pt idx="434">
                  <ns0:v>0.0048149516806006432</ns0:v>
                </ns0:pt>
                <ns0:pt idx="435">
                  <ns0:v>0.004787820391356945</ns0:v>
                </ns0:pt>
                <ns0:pt idx="436">
                  <ns0:v>0.0049357148818671703</ns0:v>
                </ns0:pt>
                <ns0:pt idx="437">
                  <ns0:v>0.0052662552334368229</ns0:v>
                </ns0:pt>
                <ns0:pt idx="438">
                  <ns0:v>0.0057854475453495979</ns0:v>
                </ns0:pt>
                <ns0:pt idx="439">
                  <ns0:v>0.0064659272320568562</ns0:v>
                </ns0:pt>
                <ns0:pt idx="440">
                  <ns0:v>0.0072842962108552456</ns0:v>
                </ns0:pt>
                <ns0:pt idx="441">
                  <ns0:v>0.0081912633031606674</ns0:v>
                </ns0:pt>
                <ns0:pt idx="442">
                  <ns0:v>0.0091064507141709328</ns0:v>
                </ns0:pt>
                <ns0:pt idx="443">
                  <ns0:v>0.010007437318563461</ns0:v>
                </ns0:pt>
                <ns0:pt idx="444">
                  <ns0:v>0.010750756599009037</ns0:v>
                </ns0:pt>
                <ns0:pt idx="445">
                  <ns0:v>0.011346668936312199</ns0:v>
                </ns0:pt>
                <ns0:pt idx="446">
                  <ns0:v>0.011788895353674889</ns0:v>
                </ns0:pt>
                <ns0:pt idx="447">
                  <ns0:v>0.011981653980910778</ns0:v>
                </ns0:pt>
                <ns0:pt idx="448">
                  <ns0:v>0.012017672881484032</ns0:v>
                </ns0:pt>
                <ns0:pt idx="449">
                  <ns0:v>0.011868229135870934</ns0:v>
                </ns0:pt>
                <ns0:pt idx="450">
                  <ns0:v>0.011554420925676823</ns0:v>
                </ns0:pt>
                <ns0:pt idx="451">
                  <ns0:v>0.011116195470094681</ns0:v>
                </ns0:pt>
                <ns0:pt idx="452">
                  <ns0:v>0.010503116995096207</ns0:v>
                </ns0:pt>
                <ns0:pt idx="453">
                  <ns0:v>0.0097244288772344589</ns0:v>
                </ns0:pt>
                <ns0:pt idx="454">
                  <ns0:v>0.0087788859382271767</ns0:v>
                </ns0:pt>
                <ns0:pt idx="455">
                  <ns0:v>0.0076867057941854</ns0:v>
                </ns0:pt>
                <ns0:pt idx="456">
                  <ns0:v>0.0064777219668030739</ns0:v>
                </ns0:pt>
                <ns0:pt idx="457">
                  <ns0:v>0.0051672672852873802</ns0:v>
                </ns0:pt>
                <ns0:pt idx="458">
                  <ns0:v>0.0037788720801472664</ns0:v>
                </ns0:pt>
                <ns0:pt idx="459">
                  <ns0:v>0.0023571255151182413</ns0:v>
                </ns0:pt>
                <ns0:pt idx="460">
                  <ns0:v>0.00092490197857841849</ns0:v>
                </ns0:pt>
                <ns0:pt idx="461">
                  <ns0:v>-0.00047646963503211737</ns0:v>
                </ns0:pt>
                <ns0:pt idx="462">
                  <ns0:v>-0.0017926761647686362</ns0:v>
                </ns0:pt>
                <ns0:pt idx="463">
                  <ns0:v>-0.0030013986397534609</ns0:v>
                </ns0:pt>
                <ns0:pt idx="464">
                  <ns0:v>-0.0040181060321629047</ns0:v>
                </ns0:pt>
                <ns0:pt idx="465">
                  <ns0:v>-0.0047652386128902435</ns0:v>
                </ns0:pt>
                <ns0:pt idx="466">
                  <ns0:v>-0.0051378635689616203</ns0:v>
                </ns0:pt>
                <ns0:pt idx="467">
                  <ns0:v>-0.0050107943825423717</ns0:v>
                </ns0:pt>
                <ns0:pt idx="468">
                  <ns0:v>-0.0042930529452860355</ns0:v>
                </ns0:pt>
                <ns0:pt idx="469">
                  <ns0:v>-0.0029265685006976128</ns0:v>
                </ns0:pt>
                <ns0:pt idx="470">
                  <ns0:v>-0.0008669796516187489</ns0:v>
                </ns0:pt>
                <ns0:pt idx="471">
                  <ns0:v>0.0018029921920970082</ns0:v>
                </ns0:pt>
                <ns0:pt idx="472">
                  <ns0:v>0.0051335827447474003</ns0:v>
                </ns0:pt>
                <ns0:pt idx="473">
                  <ns0:v>0.0089160343632102013</ns0:v>
                </ns0:pt>
                <ns0:pt idx="474">
                  <ns0:v>0.012886111624538898</ns0:v>
                </ns0:pt>
                <ns0:pt idx="475">
                  <ns0:v>0.016700372099876404</ns0:v>
                </ns0:pt>
                <ns0:pt idx="476">
                  <ns0:v>0.020164526998996735</ns0:v>
                </ns0:pt>
                <ns0:pt idx="477">
                  <ns0:v>0.023186715319752693</ns0:v>
                </ns0:pt>
                <ns0:pt idx="478">
                  <ns0:v>0.025764357298612595</ns0:v>
                </ns0:pt>
                <ns0:pt idx="479">
                  <ns0:v>0.027922032400965691</ns0:v>
                </ns0:pt>
                <ns0:pt idx="480">
                  <ns0:v>0.029693968594074249</ns0:v>
                </ns0:pt>
                <ns0:pt idx="481">
                  <ns0:v>0.031091528013348579</ns0:v>
                </ns0:pt>
                <ns0:pt idx="482">
                  <ns0:v>0.032110285013914108</ns0:v>
                </ns0:pt>
                <ns0:pt idx="483">
                  <ns0:v>0.032717932015657425</ns0:v>
                </ns0:pt>
                <ns0:pt idx="484">
                  <ns0:v>0.0330464206635952</ns0:v>
                </ns0:pt>
                <ns0:pt idx="485">
                  <ns0:v>0.033326886594295502</ns0:v>
                </ns0:pt>
                <ns0:pt idx="486">
                  <ns0:v>0.03370438888669014</ns0:v>
                </ns0:pt>
                <ns0:pt idx="487">
                  <ns0:v>0.034213531762361526</ns0:v>
                </ns0:pt>
                <ns0:pt idx="488">
                  <ns0:v>0.034851782023906708</ns0:v>
                </ns0:pt>
                <ns0:pt idx="489">
                  <ns0:v>0.035547945648431778</ns0:v>
                </ns0:pt>
                <ns0:pt idx="490">
                  <ns0:v>0.036277066916227341</ns0:v>
                </ns0:pt>
                <ns0:pt idx="491">
                  <ns0:v>0.037025772035121918</ns0:v>
                </ns0:pt>
                <ns0:pt idx="492">
                  <ns0:v>0.037767529487609863</ns0:v>
                </ns0:pt>
                <ns0:pt idx="493">
                  <ns0:v>0.038375720381736755</ns0:v>
                </ns0:pt>
                <ns0:pt idx="494">
                  <ns0:v>0.038871981203556061</ns0:v>
                </ns0:pt>
                <ns0:pt idx="495">
                  <ns0:v>0.039276566356420517</ns0:v>
                </ns0:pt>
                <ns0:pt idx="496">
                  <ns0:v>0.039649844169616699</ns0:v>
                </ns0:pt>
                <ns0:pt idx="497">
                  <ns0:v>0.040063582360744476</ns0:v>
                </ns0:pt>
                <ns0:pt idx="498">
                  <ns0:v>0.040708504617214203</ns0:v>
                </ns0:pt>
                <ns0:pt idx="499">
                  <ns0:v>0.041888989508152008</ns0:v>
                </ns0:pt>
                <ns0:pt idx="500">
                  <ns0:v>0.043882522732019424</ns0:v>
                </ns0:pt>
                <ns0:pt idx="501">
                  <ns0:v>0.046482983976602554</ns0:v>
                </ns0:pt>
                <ns0:pt idx="502">
                  <ns0:v>0.049378916621208191</ns0:v>
                </ns0:pt>
                <ns0:pt idx="503">
                  <ns0:v>0.052305255085229874</ns0:v>
                </ns0:pt>
                <ns0:pt idx="504">
                  <ns0:v>0.055074766278266907</ns0:v>
                </ns0:pt>
                <ns0:pt idx="505">
                  <ns0:v>0.057573437690734863</ns0:v>
                </ns0:pt>
                <ns0:pt idx="506">
                  <ns0:v>0.059765230864286423</ns0:v>
                </ns0:pt>
                <ns0:pt idx="507">
                  <ns0:v>0.061646405607461929</ns0:v>
                </ns0:pt>
                <ns0:pt idx="508">
                  <ns0:v>0.063303045928478241</ns0:v>
                </ns0:pt>
                <ns0:pt idx="509">
                  <ns0:v>0.065011128783226013</ns0:v>
                </ns0:pt>
                <ns0:pt idx="510">
                  <ns0:v>0.066796042025089264</ns0:v>
                </ns0:pt>
                <ns0:pt idx="511">
                  <ns0:v>0.068694733083248138</ns0:v>
                </ns0:pt>
                <ns0:pt idx="512">
                  <ns0:v>0.070718266069889069</ns0:v>
                </ns0:pt>
                <ns0:pt idx="513">
                  <ns0:v>0.072929389774799347</ns0:v>
                </ns0:pt>
                <ns0:pt idx="514">
                  <ns0:v>0.075334265828132629</ns0:v>
                </ns0:pt>
                <ns0:pt idx="515">
                  <ns0:v>0.077858634293079376</ns0:v>
                </ns0:pt>
                <ns0:pt idx="516">
                  <ns0:v>0.080428637564182281</ns0:v>
                </ns0:pt>
                <ns0:pt idx="517">
                  <ns0:v>0.082975670695304871</ns0:v>
                </ns0:pt>
                <ns0:pt idx="518">
                  <ns0:v>0.085538513958454132</ns0:v>
                </ns0:pt>
                <ns0:pt idx="519">
                  <ns0:v>0.088033132255077362</ns0:v>
                </ns0:pt>
                <ns0:pt idx="520">
                  <ns0:v>0.090366430580615997</ns0:v>
                </ns0:pt>
                <ns0:pt idx="521">
                  <ns0:v>0.092393115162849426</ns0:v>
                </ns0:pt>
                <ns0:pt idx="522">
                  <ns0:v>0.093895770609378815</ns0:v>
                </ns0:pt>
                <ns0:pt idx="523">
                  <ns0:v>0.0947423055768013</ns0:v>
                </ns0:pt>
                <ns0:pt idx="524">
                  <ns0:v>0.094743996858596802</ns0:v>
                </ns0:pt>
                <ns0:pt idx="525">
                  <ns0:v>0.093829527497291565</ns0:v>
                </ns0:pt>
                <ns0:pt idx="526">
                  <ns0:v>0.092330724000930786</ns0:v>
                </ns0:pt>
                <ns0:pt idx="527">
                  <ns0:v>0.090628497302532196</ns0:v>
                </ns0:pt>
                <ns0:pt idx="528">
                  <ns0:v>0.088988088071346283</ns0:v>
                </ns0:pt>
                <ns0:pt idx="529">
                  <ns0:v>0.087546259164810181</ns0:v>
                </ns0:pt>
                <ns0:pt idx="530">
                  <ns0:v>0.0863770991563797</ns0:v>
                </ns0:pt>
                <ns0:pt idx="531">
                  <ns0:v>0.085486821830272675</ns0:v>
                </ns0:pt>
                <ns0:pt idx="532">
                  <ns0:v>0.084856823086738586</ns0:v>
                </ns0:pt>
                <ns0:pt idx="533">
                  <ns0:v>0.084483548998832703</ns0:v>
                </ns0:pt>
                <ns0:pt idx="534">
                  <ns0:v>0.084189958870410919</ns0:v>
                </ns0:pt>
                <ns0:pt idx="535">
                  <ns0:v>0.083877697587013245</ns0:v>
                </ns0:pt>
                <ns0:pt idx="536">
                  <ns0:v>0.083417244255542755</ns0:v>
                </ns0:pt>
                <ns0:pt idx="537">
                  <ns0:v>0.082763522863388062</ns0:v>
                </ns0:pt>
                <ns0:pt idx="538">
                  <ns0:v>0.081853650510311127</ns0:v>
                </ns0:pt>
                <ns0:pt idx="539">
                  <ns0:v>0.080705508589744568</ns0:v>
                </ns0:pt>
                <ns0:pt idx="540">
                  <ns0:v>0.079437516629695892</ns0:v>
                </ns0:pt>
                <ns0:pt idx="541">
                  <ns0:v>0.078120678663253784</ns0:v>
                </ns0:pt>
                <ns0:pt idx="542">
                  <ns0:v>0.076788894832134247</ns0:v>
                </ns0:pt>
                <ns0:pt idx="543">
                  <ns0:v>0.07546495646238327</ns0:v>
                </ns0:pt>
                <ns0:pt idx="544">
                  <ns0:v>0.074177391827106476</ns0:v>
                </ns0:pt>
                <ns0:pt idx="545">
                  <ns0:v>0.073000304400920868</ns0:v>
                </ns0:pt>
                <ns0:pt idx="546">
                  <ns0:v>0.072079144418239594</ns0:v>
                </ns0:pt>
                <ns0:pt idx="547">
                  <ns0:v>0.071602150797843933</ns0:v>
                </ns0:pt>
                <ns0:pt idx="548">
                  <ns0:v>0.071764133870601654</ns0:v>
                </ns0:pt>
                <ns0:pt idx="549">
                  <ns0:v>0.072752662003040314</ns0:v>
                </ns0:pt>
                <ns0:pt idx="550">
                  <ns0:v>0.074643358588218689</ns0:v>
                </ns0:pt>
                <ns0:pt idx="551">
                  <ns0:v>0.076979100704193115</ns0:v>
                </ns0:pt>
                <ns0:pt idx="552">
                  <ns0:v>0.079389289021492004</ns0:v>
                </ns0:pt>
                <ns0:pt idx="553">
                  <ns0:v>0.081609457731246948</ns0:v>
                </ns0:pt>
                <ns0:pt idx="554">
                  <ns0:v>0.083514757454395294</ns0:v>
                </ns0:pt>
                <ns0:pt idx="555">
                  <ns0:v>0.085059404373168945</ns0:v>
                </ns0:pt>
                <ns0:pt idx="556">
                  <ns0:v>0.086287111043930054</ns0:v>
                </ns0:pt>
                <ns0:pt idx="557">
                  <ns0:v>0.087242268025875092</ns0:v>
                </ns0:pt>
                <ns0:pt idx="558">
                  <ns0:v>0.088201157748699188</ns0:v>
                </ns0:pt>
                <ns0:pt idx="559">
                  <ns0:v>0.089287176728248596</ns0:v>
                </ns0:pt>
                <ns0:pt idx="560">
                  <ns0:v>0.090520590543746948</ns0:v>
                </ns0:pt>
                <ns0:pt idx="561">
                  <ns0:v>0.091934792697429657</ns0:v>
                </ns0:pt>
                <ns0:pt idx="562">
                  <ns0:v>0.09352622926235199</ns0:v>
                </ns0:pt>
                <ns0:pt idx="563">
                  <ns0:v>0.095293477177619934</ns0:v>
                </ns0:pt>
                <ns0:pt idx="564">
                  <ns0:v>0.097198314964771271</ns0:v>
                </ns0:pt>
                <ns0:pt idx="565">
                  <ns0:v>0.099148578941822052</ns0:v>
                </ns0:pt>
                <ns0:pt idx="566">
                  <ns0:v>0.1010730192065239</ns0:v>
                </ns0:pt>
                <ns0:pt idx="567">
                  <ns0:v>0.10293669998645782</ns0:v>
                </ns0:pt>
                <ns0:pt idx="568">
                  <ns0:v>0.10472869127988815</ns0:v>
                </ns0:pt>
                <ns0:pt idx="569">
                  <ns0:v>0.10642340779304504</ns0:v>
                </ns0:pt>
                <ns0:pt idx="570">
                  <ns0:v>0.10794366896152496</ns0:v>
                </ns0:pt>
                <ns0:pt idx="571">
                  <ns0:v>0.10914082825183868</ns0:v>
                </ns0:pt>
                <ns0:pt idx="572">
                  <ns0:v>0.10982996225357056</ns0:v>
                </ns0:pt>
                <ns0:pt idx="573">
                  <ns0:v>0.1098174974322319</ns0:v>
                </ns0:pt>
                <ns0:pt idx="574">
                  <ns0:v>0.10891678184270859</ns0:v>
                </ns0:pt>
                <ns0:pt idx="575">
                  <ns0:v>0.10709663480520248</ns0:v>
                </ns0:pt>
                <ns0:pt idx="576">
                  <ns0:v>0.10484881699085236</ns0:v>
                </ns0:pt>
                <ns0:pt idx="577">
                  <ns0:v>0.10258333384990692</ns0:v>
                </ns0:pt>
                <ns0:pt idx="578">
                  <ns0:v>0.10058457404375076</ns0:v>
                </ns0:pt>
                <ns0:pt idx="579">
                  <ns0:v>0.098998270928859711</ns0:v>
                </ns0:pt>
                <ns0:pt idx="580">
                  <ns0:v>0.097867511212825775</ns0:v>
                </ns0:pt>
                <ns0:pt idx="581">
                  <ns0:v>0.097155846655368805</ns0:v>
                </ns0:pt>
                <ns0:pt idx="582">
                  <ns0:v>0.096821047365665436</ns0:v>
                </ns0:pt>
                <ns0:pt idx="583">
                  <ns0:v>0.096669524908065796</ns0:v>
                </ns0:pt>
                <ns0:pt idx="584">
                  <ns0:v>0.096525691449642181</ns0:v>
                </ns0:pt>
                <ns0:pt idx="585">
                  <ns0:v>0.096317090094089508</ns0:v>
                </ns0:pt>
                <ns0:pt idx="586">
                  <ns0:v>0.095961578190326691</ns0:v>
                </ns0:pt>
                <ns0:pt idx="587">
                  <ns0:v>0.095426060259342194</ns0:v>
                </ns0:pt>
                <ns0:pt idx="588">
                  <ns0:v>0.094702988862991333</ns0:v>
                </ns0:pt>
                <ns0:pt idx="589">
                  <ns0:v>0.093844443559646606</ns0:v>
                </ns0:pt>
                <ns0:pt idx="590">
                  <ns0:v>0.092924922704696655</ns0:v>
                </ns0:pt>
                <ns0:pt idx="591">
                  <ns0:v>0.091931387782096863</ns0:v>
                </ns0:pt>
                <ns0:pt idx="592">
                  <ns0:v>0.090864278376102448</ns0:v>
                </ns0:pt>
                <ns0:pt idx="593">
                  <ns0:v>0.089738331735134125</ns0:v>
                </ns0:pt>
                <ns0:pt idx="594">
                  <ns0:v>0.088626325130462646</ns0:v>
                </ns0:pt>
                <ns0:pt idx="595">
                  <ns0:v>0.087666645646095276</ns0:v>
                </ns0:pt>
                <ns0:pt idx="596">
                  <ns0:v>0.087071791291236877</ns0:v>
                </ns0:pt>
                <ns0:pt idx="597">
                  <ns0:v>0.087066926062107086</ns0:v>
                </ns0:pt>
                <ns0:pt idx="598">
                  <ns0:v>0.087831288576126099</ns0:v>
                </ns0:pt>
                <ns0:pt idx="599">
                  <ns0:v>0.08939322829246521</ns0:v>
                </ns0:pt>
                <ns0:pt idx="600">
                  <ns0:v>0.091330662369728088</ns0:v>
                </ns0:pt>
                <ns0:pt idx="601">
                  <ns0:v>0.093306027352809906</ns0:v>
                </ns0:pt>
                <ns0:pt idx="602">
                  <ns0:v>0.095106013119220734</ns0:v>
                </ns0:pt>
                <ns0:pt idx="603">
                  <ns0:v>0.096636675298213959</ns0:v>
                </ns0:pt>
                <ns0:pt idx="604">
                  <ns0:v>0.097883962094783783</ns0:v>
                </ns0:pt>
                <ns0:pt idx="605">
                  <ns0:v>0.098894394934177399</ns0:v>
                </ns0:pt>
                <ns0:pt idx="606">
                  <ns0:v>0.099735565483570099</ns0:v>
                </ns0:pt>
                <ns0:pt idx="607">
                  <ns0:v>0.10064598917961121</ns0:v>
                </ns0:pt>
                <ns0:pt idx="608">
                  <ns0:v>0.10184543579816818</ns0:v>
                </ns0:pt>
                <ns0:pt idx="609">
                  <ns0:v>0.10333343595266342</ns0:v>
                </ns0:pt>
                <ns0:pt idx="610">
                  <ns0:v>0.10502813011407852</ns0:v>
                </ns0:pt>
                <ns0:pt idx="611">
                  <ns0:v>0.10690457373857498</ns0:v>
                </ns0:pt>
                <ns0:pt idx="612">
                  <ns0:v>0.1089300662279129</ns0:v>
                </ns0:pt>
                <ns0:pt idx="613">
                  <ns0:v>0.11107557266950607</ns0:v>
                </ns0:pt>
                <ns0:pt idx="614">
                  <ns0:v>0.11327406764030457</ns0:v>
                </ns0:pt>
                <ns0:pt idx="615">
                  <ns0:v>0.11544997990131378</ns0:v>
                </ns0:pt>
                <ns0:pt idx="616">
                  <ns0:v>0.11762724071741104</ns0:v>
                </ns0:pt>
                <ns0:pt idx="617">
                  <ns0:v>0.11980902403593063</ns0:v>
                </ns0:pt>
                <ns0:pt idx="618">
                  <ns0:v>0.12197171896696091</ns0:v>
                </ns0:pt>
                <ns0:pt idx="619">
                  <ns0:v>0.12402557581663132</ns0:v>
                </ns0:pt>
                <ns0:pt idx="620">
                  <ns0:v>0.12580777704715729</ns0:v>
                </ns0:pt>
                <ns0:pt idx="621">
                  <ns0:v>0.12713232636451721</ns0:v>
                </ns0:pt>
                <ns0:pt idx="622">
                  <ns0:v>0.1278223842382431</ns0:v>
                </ns0:pt>
                <ns0:pt idx="623">
                  <ns0:v>0.12771318852901459</ns0:v>
                </ns0:pt>
                <ns0:pt idx="624">
                  <ns0:v>0.12680597603321075</ns0:v>
                </ns0:pt>
                <ns0:pt idx="625">
                  <ns0:v>0.12557579576969147</ns0:v>
                </ns0:pt>
                <ns0:pt idx="626">
                  <ns0:v>0.12438047677278519</ns0:v>
                </ns0:pt>
                <ns0:pt idx="627">
                  <ns0:v>0.12342368066310883</ns0:v>
                </ns0:pt>
                <ns0:pt idx="628">
                  <ns0:v>0.12278179079294205</ns0:v>
                </ns0:pt>
                <ns0:pt idx="629">
                  <ns0:v>0.12245599925518036</ns0:v>
                </ns0:pt>
                <ns0:pt idx="630">
                  <ns0:v>0.12240147590637207</ns0:v>
                </ns0:pt>
                <ns0:pt idx="631">
                  <ns0:v>0.12256380915641785</ns0:v>
                </ns0:pt>
                <ns0:pt idx="632">
                  <ns0:v>0.12285761535167694</ns0:v>
                </ns0:pt>
                <ns0:pt idx="633">
                  <ns0:v>0.12303829938173294</ns0:v>
                </ns0:pt>
                <ns0:pt idx="634">
                  <ns0:v>0.1230439692735672</ns0:v>
                </ns0:pt>
                <ns0:pt idx="635">
                  <ns0:v>0.12285549193620682</ns0:v>
                </ns0:pt>
                <ns0:pt idx="636">
                  <ns0:v>0.1224585548043251</ns0:v>
                </ns0:pt>
                <ns0:pt idx="637">
                  <ns0:v>0.12186063826084137</ns0:v>
                </ns0:pt>
                <ns0:pt idx="638">
                  <ns0:v>0.12111230939626694</ns0:v>
                </ns0:pt>
                <ns0:pt idx="639">
                  <ns0:v>0.12029693275690079</ns0:v>
                </ns0:pt>
                <ns0:pt idx="640">
                  <ns0:v>0.11943806707859039</ns0:v>
                </ns0:pt>
                <ns0:pt idx="641">
                  <ns0:v>0.11852488666772842</ns0:v>
                </ns0:pt>
                <ns0:pt idx="642">
                  <ns0:v>0.11756589263677597</ns0:v>
                </ns0:pt>
                <ns0:pt idx="643">
                  <ns0:v>0.11661513149738312</ns0:v>
                </ns0:pt>
                <ns0:pt idx="644">
                  <ns0:v>0.11579186469316483</ns0:v>
                </ns0:pt>
                <ns0:pt idx="645">
                  <ns0:v>0.11529146879911423</ns0:v>
                </ns0:pt>
                <ns0:pt idx="646">
                  <ns0:v>0.1153213307261467</ns0:v>
                </ns0:pt>
                <ns0:pt idx="647">
                  <ns0:v>0.116045281291008</ns0:v>
                </ns0:pt>
                <ns0:pt idx="648">
                  <ns0:v>0.11751382797956467</ns0:v>
                </ns0:pt>
                <ns0:pt idx="649">
                  <ns0:v>0.11933588981628418</ns0:v>
                </ns0:pt>
                <ns0:pt idx="650">
                  <ns0:v>0.12120594829320908</ns0:v>
                </ns0:pt>
                <ns0:pt idx="651">
                  <ns0:v>0.122897669672966</ns0:v>
                </ns0:pt>
                <ns0:pt idx="652">
                  <ns0:v>0.12430039048194885</ns0:v>
                </ns0:pt>
                <ns0:pt idx="653">
                  <ns0:v>0.12539708614349365</ns0:v>
                </ns0:pt>
                <ns0:pt idx="654">
                  <ns0:v>0.12623719871044159</ns0:v>
                </ns0:pt>
                <ns0:pt idx="655">
                  <ns0:v>0.12689684331417084</ns0:v>
                </ns0:pt>
                <ns0:pt idx="656">
                  <ns0:v>0.12772855162620544</ns0:v>
                </ns0:pt>
                <ns0:pt idx="657">
                  <ns0:v>0.12880167365074158</ns0:v>
                </ns0:pt>
                <ns0:pt idx="658">
                  <ns0:v>0.13019730150699615</ns0:v>
                </ns0:pt>
                <ns0:pt idx="659">
                  <ns0:v>0.13182400166988373</ns0:v>
                </ns0:pt>
                <ns0:pt idx="660">
                  <ns0:v>0.13363824784755707</ns0:v>
                </ns0:pt>
                <ns0:pt idx="661">
                  <ns0:v>0.13560912013053894</ns0:v>
                </ns0:pt>
                <ns0:pt idx="662">
                  <ns0:v>0.13770869374275208</ns0:v>
                </ns0:pt>
                <ns0:pt idx="663">
                  <ns0:v>0.13987815380096436</ns0:v>
                </ns0:pt>
                <ns0:pt idx="664">
                  <ns0:v>0.14204095304012299</ns0:v>
                </ns0:pt>
                <ns0:pt idx="665">
                  <ns0:v>0.14417904615402222</ns0:v>
                </ns0:pt>
                <ns0:pt idx="666">
                  <ns0:v>0.14629314839839935</ns0:v>
                </ns0:pt>
                <ns0:pt idx="667">
                  <ns0:v>0.14835605025291443</ns0:v>
                </ns0:pt>
                <ns0:pt idx="668">
                  <ns0:v>0.15027971565723419</ns0:v>
                </ns0:pt>
                <ns0:pt idx="669">
                  <ns0:v>0.15191440284252167</ns0:v>
                </ns0:pt>
                <ns0:pt idx="670">
                  <ns0:v>0.15308558940887451</ns0:v>
                </ns0:pt>
                <ns0:pt idx="671">
                  <ns0:v>0.15360972285270691</ns0:v>
                </ns0:pt>
                <ns0:pt idx="672">
                  <ns0:v>0.15332509577274323</ns0:v>
                </ns0:pt>
                <ns0:pt idx="673">
                  <ns0:v>0.15221437811851501</ns0:v>
                </ns0:pt>
                <ns0:pt idx="674">
                  <ns0:v>0.15073771774768829</ns0:v>
                </ns0:pt>
                <ns0:pt idx="675">
                  <ns0:v>0.14923585951328278</ns0:v>
                </ns0:pt>
                <ns0:pt idx="676">
                  <ns0:v>0.14793500304222107</ns0:v>
                </ns0:pt>
                <ns0:pt idx="677">
                  <ns0:v>0.14693796634674072</ns0:v>
                </ns0:pt>
                <ns0:pt idx="678">
                  <ns0:v>0.14625580608844757</ns0:v>
                </ns0:pt>
                <ns0:pt idx="679">
                  <ns0:v>0.14584751427173615</ns0:v>
                </ns0:pt>
                <ns0:pt idx="680">
                  <ns0:v>0.14565660059452057</ns0:v>
                </ns0:pt>
                <ns0:pt idx="681">
                  <ns0:v>0.14546282589435577</ns0:v>
                </ns0:pt>
                <ns0:pt idx="682">
                  <ns0:v>0.14523607492446899</ns0:v>
                </ns0:pt>
                <ns0:pt idx="683">
                  <ns0:v>0.14484876394271851</ns0:v>
                </ns0:pt>
                <ns0:pt idx="684">
                  <ns0:v>0.14426733553409576</ns0:v>
                </ns0:pt>
                <ns0:pt idx="685">
                  <ns0:v>0.14348466694355011</ns0:v>
                </ns0:pt>
                <ns0:pt idx="686">
                  <ns0:v>0.14251549541950226</ns0:v>
                </ns0:pt>
                <ns0:pt idx="687">
                  <ns0:v>0.14142575860023499</ns0:v>
                </ns0:pt>
                <ns0:pt idx="688">
                  <ns0:v>0.14029620587825775</ns0:v>
                </ns0:pt>
                <ns0:pt idx="689">
                  <ns0:v>0.1391349732875824</ns0:v>
                </ns0:pt>
                <ns0:pt idx="690">
                  <ns0:v>0.13794080913066864</ns0:v>
                </ns0:pt>
                <ns0:pt idx="691">
                  <ns0:v>0.13672950863838196</ns0:v>
                </ns0:pt>
                <ns0:pt idx="692">
                  <ns0:v>0.13555832207202911</ns0:v>
                </ns0:pt>
                <ns0:pt idx="693">
                  <ns0:v>0.13455413281917572</ns0:v>
                </ns0:pt>
                <ns0:pt idx="694">
                  <ns0:v>0.13390403985977173</ns0:v>
                </ns0:pt>
                <ns0:pt idx="695">
                  <ns0:v>0.13380566239356995</ns0:v>
                </ns0:pt>
                <ns0:pt idx="696">
                  <ns0:v>0.13441997766494751</ns0:v>
                </ns0:pt>
                <ns0:pt idx="697">
                  <ns0:v>0.13574109971523285</ns0:v>
                </ns0:pt>
                <ns0:pt idx="698">
                  <ns0:v>0.13732758164405823</ns0:v>
                </ns0:pt>
                <ns0:pt idx="699">
                  <ns0:v>0.13889384269714355</ns0:v>
                </ns0:pt>
                <ns0:pt idx="700">
                  <ns0:v>0.14026075601577759</ns0:v>
                </ns0:pt>
                <ns0:pt idx="701">
                  <ns0:v>0.14133785665035248</ns0:v>
                </ns0:pt>
                <ns0:pt idx="702">
                  <ns0:v>0.14211900532245636</ns0:v>
                </ns0:pt>
                <ns0:pt idx="703">
                  <ns0:v>0.14266210794448853</ns0:v>
                </ns0:pt>
                <ns0:pt idx="704">
                  <ns0:v>0.14304149150848389</ns0:v>
                </ns0:pt>
                <ns0:pt idx="705">
                  <ns0:v>0.14359822869300842</ns0:v>
                </ns0:pt>
                <ns0:pt idx="706">
                  <ns0:v>0.14439062774181366</ns0:v>
                </ns0:pt>
                <ns0:pt idx="707">
                  <ns0:v>0.14539438486099243</ns0:v>
                </ns0:pt>
                <ns0:pt idx="708">
                  <ns0:v>0.14658905565738678</ns0:v>
                </ns0:pt>
                <ns0:pt idx="709">
                  <ns0:v>0.14795400202274323</ns0:v>
                </ns0:pt>
                <ns0:pt idx="710">
                  <ns0:v>0.14947041869163513</ns0:v>
                </ns0:pt>
                <ns0:pt idx="711">
                  <ns0:v>0.15111170709133148</ns0:v>
                </ns0:pt>
                <ns0:pt idx="712">
                  <ns0:v>0.15281832218170166</ns0:v>
                </ns0:pt>
                <ns0:pt idx="713">
                  <ns0:v>0.15452606976032257</ns0:v>
                </ns0:pt>
                <ns0:pt idx="714">
                  <ns0:v>0.15624514222145081</ns0:v>
                </ns0:pt>
                <ns0:pt idx="715">
                  <ns0:v>0.15799351036548615</ns0:v>
                </ns0:pt>
                <ns0:pt idx="716">
                  <ns0:v>0.15975658595561981</ns0:v>
                </ns0:pt>
                <ns0:pt idx="717">
                  <ns0:v>0.16146577894687653</ns0:v>
                </ns0:pt>
                <ns0:pt idx="718">
                  <ns0:v>0.16297495365142822</ns0:v>
                </ns0:pt>
                <ns0:pt idx="719">
                  <ns0:v>0.16409668326377869</ns0:v>
                </ns0:pt>
                <ns0:pt idx="720">
                  <ns0:v>0.16463972628116608</ns0:v>
                </ns0:pt>
                <ns0:pt idx="721">
                  <ns0:v>0.1644475907087326</ns0:v>
                </ns0:pt>
                <ns0:pt idx="722">
                  <ns0:v>0.16351643204689026</ns0:v>
                </ns0:pt>
                <ns0:pt idx="723">
                  <ns0:v>0.16230331361293793</ns0:v>
                </ns0:pt>
                <ns0:pt idx="724">
                  <ns0:v>0.16110645234584808</ns0:v>
                </ns0:pt>
                <ns0:pt idx="725">
                  <ns0:v>0.1601070761680603</ns0:v>
                </ns0:pt>
                <ns0:pt idx="726">
                  <ns0:v>0.15939651429653168</ns0:v>
                </ns0:pt>
                <ns0:pt idx="727">
                  <ns0:v>0.15898008644580841</ns0:v>
                </ns0:pt>
                <ns0:pt idx="728">
                  <ns0:v>0.15880534052848816</ns0:v>
                </ns0:pt>
                <ns0:pt idx="729">
                  <ns0:v>0.15880446135997772</ns0:v>
                </ns0:pt>
                <ns0:pt idx="730">
                  <ns0:v>0.15865954756736755</ns0:v>
                </ns0:pt>
                <ns0:pt idx="731">
                  <ns0:v>0.15832418203353882</ns0:v>
                </ns0:pt>
                <ns0:pt idx="732">
                  <ns0:v>0.15782646834850311</ns0:v>
                </ns0:pt>
                <ns0:pt idx="733">
                  <ns0:v>0.1571354866027832</ns0:v>
                </ns0:pt>
                <ns0:pt idx="734">
                  <ns0:v>0.15624824166297913</ns0:v>
                </ns0:pt>
                <ns0:pt idx="735">
                  <ns0:v>0.15516828000545502</ns0:v>
                </ns0:pt>
                <ns0:pt idx="736">
                  <ns0:v>0.15391804277896881</ns0:v>
                </ns0:pt>
                <ns0:pt idx="737">
                  <ns0:v>0.15256959199905396</ns0:v>
                </ns0:pt>
                <ns0:pt idx="738">
                  <ns0:v>0.15119747817516327</ns0:v>
                </ns0:pt>
                <ns0:pt idx="739">
                  <ns0:v>0.14979398250579834</ns0:v>
                </ns0:pt>
                <ns0:pt idx="740">
                  <ns0:v>0.14834162592887878</ns0:v>
                </ns0:pt>
                <ns0:pt idx="741">
                  <ns0:v>0.14685554802417755</ns0:v>
                </ns0:pt>
                <ns0:pt idx="742">
                  <ns0:v>0.14540885388851166</ns0:v>
                </ns0:pt>
                <ns0:pt idx="743">
                  <ns0:v>0.144151970744133</ns0:v>
                </ns0:pt>
                <ns0:pt idx="744">
                  <ns0:v>0.1432795524597168</ns0:v>
                </ns0:pt>
                <ns0:pt idx="745">
                  <ns0:v>0.14298558235168457</ns0:v>
                </ns0:pt>
                <ns0:pt idx="746">
                  <ns0:v>0.14342488348484039</ns0:v>
                </ns0:pt>
                <ns0:pt idx="747">
                  <ns0:v>0.14457327127456665</ns0:v>
                </ns0:pt>
                <ns0:pt idx="748">
                  <ns0:v>0.14594680070877075</ns0:v>
                </ns0:pt>
                <ns0:pt idx="749">
                  <ns0:v>0.14726054668426514</ns0:v>
                </ns0:pt>
                <ns0:pt idx="750">
                  <ns0:v>0.14834317564964294</ns0:v>
                </ns0:pt>
                <ns0:pt idx="751">
                  <ns0:v>0.14911623299121857</ns0:v>
                </ns0:pt>
                <ns0:pt idx="752">
                  <ns0:v>0.149584099650383</ns0:v>
                </ns0:pt>
                <ns0:pt idx="753">
                  <ns0:v>0.14980250597000122</ns0:v>
                </ns0:pt>
                <ns0:pt idx="754">
                  <ns0:v>0.14985054731369019</ns0:v>
                </ns0:pt>
                <ns0:pt idx="755">
                  <ns0:v>0.15003964304924011</ns0:v>
                </ns0:pt>
                <ns0:pt idx="756">
                  <ns0:v>0.15053549408912659</ns0:v>
                </ns0:pt>
                <ns0:pt idx="757">
                  <ns0:v>0.15124364197254181</ns0:v>
                </ns0:pt>
                <ns0:pt idx="758">
                  <ns0:v>0.15216594934463501</ns0:v>
                </ns0:pt>
                <ns0:pt idx="759">
                  <ns0:v>0.1532844603061676</ns0:v>
                </ns0:pt>
                <ns0:pt idx="760">
                  <ns0:v>0.15457913279533386</ns0:v>
                </ns0:pt>
                <ns0:pt idx="761">
                  <ns0:v>0.15601612627506256</ns0:v>
                </ns0:pt>
                <ns0:pt idx="762">
                  <ns0:v>0.15750908851623535</ns0:v>
                </ns0:pt>
                <ns0:pt idx="763">
                  <ns0:v>0.15896543860435486</ns0:v>
                </ns0:pt>
                <ns0:pt idx="764">
                  <ns0:v>0.1603730320930481</ns0:v>
                </ns0:pt>
                <ns0:pt idx="765">
                  <ns0:v>0.1617235392332077</ns0:v>
                </ns0:pt>
                <ns0:pt idx="766">
                  <ns0:v>0.16298042237758636</ns0:v>
                </ns0:pt>
                <ns0:pt idx="767">
                  <ns0:v>0.16405205428600311</ns0:v>
                </ns0:pt>
                <ns0:pt idx="768">
                  <ns0:v>0.16480085253715515</ns0:v>
                </ns0:pt>
                <ns0:pt idx="769">
                  <ns0:v>0.16506876051425934</ns0:v>
                </ns0:pt>
                <ns0:pt idx="770">
                  <ns0:v>0.16467815637588501</ns0:v>
                </ns0:pt>
                <ns0:pt idx="771">
                  <ns0:v>0.1634792685508728</ns0:v>
                </ns0:pt>
                <ns0:pt idx="772">
                  <ns0:v>0.16154089570045471</ns0:v>
                </ns0:pt>
                <ns0:pt idx="773">
                  <ns0:v>0.15938940644264221</ns0:v>
                </ns0:pt>
                <ns0:pt idx="774">
                  <ns0:v>0.15731485188007355</ns0:v>
                </ns0:pt>
                <ns0:pt idx="775">
                  <ns0:v>0.15547958016395569</ns0:v>
                </ns0:pt>
                <ns0:pt idx="776">
                  <ns0:v>0.15395446121692657</ns0:v>
                </ns0:pt>
                <ns0:pt idx="777">
                  <ns0:v>0.15274520218372345</ns0:v>
                </ns0:pt>
                <ns0:pt idx="778">
                  <ns0:v>0.15179519355297089</ns0:v>
                </ns0:pt>
                <ns0:pt idx="779">
                  <ns0:v>0.15106655657291412</ns0:v>
                </ns0:pt>
                <ns0:pt idx="780">
                  <ns0:v>0.15039309859275818</ns0:v>
                </ns0:pt>
                <ns0:pt idx="781">
                  <ns0:v>0.14956748485565186</ns0:v>
                </ns0:pt>
                <ns0:pt idx="782">
                  <ns0:v>0.14860759675502777</ns0:v>
                </ns0:pt>
                <ns0:pt idx="783">
                  <ns0:v>0.14743402600288391</ns0:v>
                </ns0:pt>
                <ns0:pt idx="784">
                  <ns0:v>0.14604221284389496</ns0:v>
                </ns0:pt>
                <ns0:pt idx="785">
                  <ns0:v>0.14445269107818604</ns0:v>
                </ns0:pt>
                <ns0:pt idx="786">
                  <ns0:v>0.1427328884601593</ns0:v>
                </ns0:pt>
                <ns0:pt idx="787">
                  <ns0:v>0.14098665118217468</ns0:v>
                </ns0:pt>
                <ns0:pt idx="788">
                  <ns0:v>0.13927082717418671</ns0:v>
                </ns0:pt>
                <ns0:pt idx="789">
                  <ns0:v>0.13760571181774139</ns0:v>
                </ns0:pt>
                <ns0:pt idx="790">
                  <ns0:v>0.13560718297958374</ns0:v>
                </ns0:pt>
                <ns0:pt idx="791">
                  <ns0:v>0.13335424661636353</ns0:v>
                </ns0:pt>
                <ns0:pt idx="792">
                  <ns0:v>0.13090653717517853</ns0:v>
                </ns0:pt>
                <ns0:pt idx="793">
                  <ns0:v>0.12834596633911133</ns0:v>
                </ns0:pt>
                <ns0:pt idx="794">
                  <ns0:v>0.12575080990791321</ns0:v>
                </ns0:pt>
                <ns0:pt idx="795">
                  <ns0:v>0.12321864813566208</ns0:v>
                </ns0:pt>
                <ns0:pt idx="796">
                  <ns0:v>0.12086888402700424</ns0:v>
                </ns0:pt>
                <ns0:pt idx="797">
                  <ns0:v>0.11880159378051758</ns0:v>
                </ns0:pt>
                <ns0:pt idx="798">
                  <ns0:v>0.1170710027217865</ns0:v>
                </ns0:pt>
                <ns0:pt idx="799">
                  <ns0:v>0.11572129279375076</ns0:v>
                </ns0:pt>
                <ns0:pt idx="800">
                  <ns0:v>0.11481041461229324</ns0:v>
                </ns0:pt>
                <ns0:pt idx="801">
                  <ns0:v>0.11441989988088608</ns0:v>
                </ns0:pt>
              </ns0:numCache>
            </ns0:numRef>
          </ns0:yVal>
          <ns0:smooth val="0"/>
        </ns0:ser>
        <ns0:axId val="21"/>
        <ns0:axId val="22"/>
      </ns0:scatterChart>
      <ns0:valAx>
        <ns0:axId val="2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2"/>
        <ns0:crossesAt val="-0.1"/>
        <ns0:crossBetween val="midCat"/>
        <ns0:majorUnit val="5.0"/>
      </ns0:valAx>
      <ns0:valAx>
        <ns0:axId val="22"/>
        <ns0:scaling>
          <ns0:orientation val="minMax"/>
          <ns0:max val="0.5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3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4"/>
          <ns0:y val="0.1"/>
          <ns0:w val="0.5"/>
          <ns0:h val="0.5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0.034664683043956757</ns0:v>
                </ns0:pt>
                <ns0:pt idx="3">
                  <ns0:v>0.045082725584506989</ns0:v>
                </ns0:pt>
                <ns0:pt idx="4">
                  <ns0:v>0.050905883312225342</ns0:v>
                </ns0:pt>
                <ns0:pt idx="5">
                  <ns0:v>0.05533267930150032</ns0:v>
                </ns0:pt>
                <ns0:pt idx="6">
                  <ns0:v>0.058232415467500687</ns0:v>
                </ns0:pt>
                <ns0:pt idx="7">
                  <ns0:v>0.061126191169023514</ns0:v>
                </ns0:pt>
                <ns0:pt idx="8">
                  <ns0:v>0.061014622449874878</ns0:v>
                </ns0:pt>
                <ns0:pt idx="9">
                  <ns0:v>0.058916836977005005</ns0:v>
                </ns0:pt>
                <ns0:pt idx="10">
                  <ns0:v>0.055646214634180069</ns0:v>
                </ns0:pt>
                <ns0:pt idx="11">
                  <ns0:v>0.054025113582611084</ns0:v>
                </ns0:pt>
                <ns0:pt idx="12">
                  <ns0:v>0.052857846021652222</ns0:v>
                </ns0:pt>
                <ns0:pt idx="13">
                  <ns0:v>0.052421946078538895</ns0:v>
                </ns0:pt>
                <ns0:pt idx="14">
                  <ns0:v>0.052119005471467972</ns0:v>
                </ns0:pt>
                <ns0:pt idx="15">
                  <ns0:v>0.052062395960092545</ns0:v>
                </ns0:pt>
                <ns0:pt idx="16">
                  <ns0:v>0.052062854170799255</ns0:v>
                </ns0:pt>
                <ns0:pt idx="17">
                  <ns0:v>0.055121678858995438</ns0:v>
                </ns0:pt>
                <ns0:pt idx="18">
                  <ns0:v>0.057380501180887222</ns0:v>
                </ns0:pt>
                <ns0:pt idx="19">
                  <ns0:v>0.060766182839870453</ns0:v>
                </ns0:pt>
                <ns0:pt idx="20">
                  <ns0:v>0.06659795343875885</ns0:v>
                </ns0:pt>
                <ns0:pt idx="21">
                  <ns0:v>0.071644045412540436</ns0:v>
                </ns0:pt>
                <ns0:pt idx="22">
                  <ns0:v>0.077408358454704285</ns0:v>
                </ns0:pt>
                <ns0:pt idx="23">
                  <ns0:v>0.083010017871856689</ns0:v>
                </ns0:pt>
                <ns0:pt idx="24">
                  <ns0:v>0.087475299835205078</ns0:v>
                </ns0:pt>
                <ns0:pt idx="25">
                  <ns0:v>0.08681236207485199</ns0:v>
                </ns0:pt>
                <ns0:pt idx="26">
                  <ns0:v>0.085559971630573273</ns0:v>
                </ns0:pt>
                <ns0:pt idx="27">
                  <ns0:v>0.084185846149921417</ns0:v>
                </ns0:pt>
                <ns0:pt idx="28">
                  <ns0:v>0.084728196263313293</ns0:v>
                </ns0:pt>
                <ns0:pt idx="29">
                  <ns0:v>0.086965687572956085</ns0:v>
                </ns0:pt>
                <ns0:pt idx="30">
                  <ns0:v>0.090939350426197052</ns0:v>
                </ns0:pt>
                <ns0:pt idx="31">
                  <ns0:v>0.094423189759254456</ns0:v>
                </ns0:pt>
                <ns0:pt idx="32">
                  <ns0:v>0.097019292414188385</ns0:v>
                </ns0:pt>
                <ns0:pt idx="33">
                  <ns0:v>0.10224835574626923</ns0:v>
                </ns0:pt>
                <ns0:pt idx="34">
                  <ns0:v>0.10774420946836472</ns0:v>
                </ns0:pt>
                <ns0:pt idx="35">
                  <ns0:v>0.11266551166772842</ns0:v>
                </ns0:pt>
                <ns0:pt idx="36">
                  <ns0:v>0.11961027234792709</ns0:v>
                </ns0:pt>
                <ns0:pt idx="37">
                  <ns0:v>0.12585581839084625</ns0:v>
                </ns0:pt>
                <ns0:pt idx="38">
                  <ns0:v>0.13209052383899689</ns0:v>
                </ns0:pt>
                <ns0:pt idx="39">
                  <ns0:v>0.13873139023780823</ns0:v>
                </ns0:pt>
                <ns0:pt idx="40">
                  <ns0:v>0.14812475442886353</ns0:v>
                </ns0:pt>
                <ns0:pt idx="41">
                  <ns0:v>0.15683776140213013</ns0:v>
                </ns0:pt>
                <ns0:pt idx="42">
                  <ns0:v>0.16378715634346008</ns0:v>
                </ns0:pt>
                <ns0:pt idx="43">
                  <ns0:v>0.16998632252216339</ns0:v>
                </ns0:pt>
                <ns0:pt idx="44">
                  <ns0:v>0.1760062575340271</ns0:v>
                </ns0:pt>
                <ns0:pt idx="45">
                  <ns0:v>0.17381086945533752</ns0:v>
                </ns0:pt>
                <ns0:pt idx="46">
                  <ns0:v>0.17033584415912628</ns0:v>
                </ns0:pt>
                <ns0:pt idx="47">
                  <ns0:v>0.16451495885848999</ns0:v>
                </ns0:pt>
                <ns0:pt idx="48">
                  <ns0:v>0.16026553511619568</ns0:v>
                </ns0:pt>
                <ns0:pt idx="49">
                  <ns0:v>0.15789447724819183</ns0:v>
                </ns0:pt>
                <ns0:pt idx="50">
                  <ns0:v>0.15819299221038818</ns0:v>
                </ns0:pt>
                <ns0:pt idx="51">
                  <ns0:v>0.15862399339675903</ns0:v>
                </ns0:pt>
                <ns0:pt idx="52">
                  <ns0:v>0.16091737151145935</ns0:v>
                </ns0:pt>
                <ns0:pt idx="53">
                  <ns0:v>0.16025495529174805</ns0:v>
                </ns0:pt>
                <ns0:pt idx="54">
                  <ns0:v>0.15923802554607391</ns0:v>
                </ns0:pt>
                <ns0:pt idx="55">
                  <ns0:v>0.15702320635318756</ns0:v>
                </ns0:pt>
                <ns0:pt idx="56">
                  <ns0:v>0.15626649558544159</ns0:v>
                </ns0:pt>
                <ns0:pt idx="57">
                  <ns0:v>0.15620605647563934</ns0:v>
                </ns0:pt>
                <ns0:pt idx="58">
                  <ns0:v>0.15446653962135315</ns0:v>
                </ns0:pt>
                <ns0:pt idx="59">
                  <ns0:v>0.15330232679843903</ns0:v>
                </ns0:pt>
                <ns0:pt idx="60">
                  <ns0:v>0.15194234251976013</ns0:v>
                </ns0:pt>
                <ns0:pt idx="61">
                  <ns0:v>0.14784795045852661</ns0:v>
                </ns0:pt>
                <ns0:pt idx="62">
                  <ns0:v>0.14401884377002716</ns0:v>
                </ns0:pt>
                <ns0:pt idx="63">
                  <ns0:v>0.14055913686752319</ns0:v>
                </ns0:pt>
                <ns0:pt idx="64">
                  <ns0:v>0.13778527081012726</ns0:v>
                </ns0:pt>
                <ns0:pt idx="65">
                  <ns0:v>0.1358821839094162</ns0:v>
                </ns0:pt>
                <ns0:pt idx="66">
                  <ns0:v>0.13235658407211304</ns0:v>
                </ns0:pt>
                <ns0:pt idx="67">
                  <ns0:v>0.12843991816043854</ns0:v>
                </ns0:pt>
                <ns0:pt idx="68">
                  <ns0:v>0.12566748261451721</ns0:v>
                </ns0:pt>
                <ns0:pt idx="69">
                  <ns0:v>0.1195305809378624</ns0:v>
                </ns0:pt>
                <ns0:pt idx="70">
                  <ns0:v>0.11837197095155716</ns0:v>
                </ns0:pt>
                <ns0:pt idx="71">
                  <ns0:v>0.1196163147687912</ns0:v>
                </ns0:pt>
                <ns0:pt idx="72">
                  <ns0:v>0.12251192331314087</ns0:v>
                </ns0:pt>
                <ns0:pt idx="73">
                  <ns0:v>0.12412051856517792</ns0:v>
                </ns0:pt>
                <ns0:pt idx="74">
                  <ns0:v>0.12794987857341766</ns0:v>
                </ns0:pt>
                <ns0:pt idx="75">
                  <ns0:v>0.13392502069473267</ns0:v>
                </ns0:pt>
                <ns0:pt idx="76">
                  <ns0:v>0.13949346542358398</ns0:v>
                </ns0:pt>
                <ns0:pt idx="77">
                  <ns0:v>0.14196984469890594</ns0:v>
                </ns0:pt>
                <ns0:pt idx="78">
                  <ns0:v>0.14261287450790405</ns0:v>
                </ns0:pt>
                <ns0:pt idx="79">
                  <ns0:v>0.14291110634803772</ns0:v>
                </ns0:pt>
                <ns0:pt idx="80">
                  <ns0:v>0.14237755537033081</ns0:v>
                </ns0:pt>
                <ns0:pt idx="81">
                  <ns0:v>0.14223684370517731</ns0:v>
                </ns0:pt>
                <ns0:pt idx="82">
                  <ns0:v>0.14223562180995941</ns0:v>
                </ns0:pt>
                <ns0:pt idx="83">
                  <ns0:v>0.1411161869764328</ns0:v>
                </ns0:pt>
                <ns0:pt idx="84">
                  <ns0:v>0.13979439437389374</ns0:v>
                </ns0:pt>
                <ns0:pt idx="85">
                  <ns0:v>0.14004909992218018</ns0:v>
                </ns0:pt>
                <ns0:pt idx="86">
                  <ns0:v>0.13921543955802917</ns0:v>
                </ns0:pt>
                <ns0:pt idx="87">
                  <ns0:v>0.13875067234039307</ns0:v>
                </ns0:pt>
                <ns0:pt idx="88">
                  <ns0:v>0.13879284262657166</ns0:v>
                </ns0:pt>
                <ns0:pt idx="89">
                  <ns0:v>0.13951915502548218</ns0:v>
                </ns0:pt>
                <ns0:pt idx="90">
                  <ns0:v>0.14022131264209747</ns0:v>
                </ns0:pt>
                <ns0:pt idx="91">
                  <ns0:v>0.14295285940170288</ns0:v>
                </ns0:pt>
                <ns0:pt idx="92">
                  <ns0:v>0.14505170285701752</ns0:v>
                </ns0:pt>
                <ns0:pt idx="93">
                  <ns0:v>0.14274679124355316</ns0:v>
                </ns0:pt>
                <ns0:pt idx="94">
                  <ns0:v>0.14409036934375763</ns0:v>
                </ns0:pt>
                <ns0:pt idx="95">
                  <ns0:v>0.14466144144535065</ns0:v>
                </ns0:pt>
                <ns0:pt idx="96">
                  <ns0:v>0.14373357594013214</ns0:v>
                </ns0:pt>
                <ns0:pt idx="97">
                  <ns0:v>0.14246107637882233</ns0:v>
                </ns0:pt>
                <ns0:pt idx="98">
                  <ns0:v>0.14504535496234894</ns0:v>
                </ns0:pt>
                <ns0:pt idx="99">
                  <ns0:v>0.14437724649906158</ns0:v>
                </ns0:pt>
                <ns0:pt idx="100">
                  <ns0:v>0.14166036248207092</ns0:v>
                </ns0:pt>
                <ns0:pt idx="101">
                  <ns0:v>0.13775032758712769</ns0:v>
                </ns0:pt>
                <ns0:pt idx="102">
                  <ns0:v>0.13468557596206665</ns0:v>
                </ns0:pt>
                <ns0:pt idx="103">
                  <ns0:v>0.13248321413993835</ns0:v>
                </ns0:pt>
                <ns0:pt idx="104">
                  <ns0:v>0.13190193474292755</ns0:v>
                </ns0:pt>
                <ns0:pt idx="105">
                  <ns0:v>0.13464108109474182</ns0:v>
                </ns0:pt>
                <ns0:pt idx="106">
                  <ns0:v>0.13630717992782593</ns0:v>
                </ns0:pt>
                <ns0:pt idx="107">
                  <ns0:v>0.13601596653461456</ns0:v>
                </ns0:pt>
                <ns0:pt idx="108">
                  <ns0:v>0.13752961158752441</ns0:v>
                </ns0:pt>
                <ns0:pt idx="109">
                  <ns0:v>0.14016661047935486</ns0:v>
                </ns0:pt>
                <ns0:pt idx="110">
                  <ns0:v>0.13967117667198181</ns0:v>
                </ns0:pt>
                <ns0:pt idx="111">
                  <ns0:v>0.14069435000419617</ns0:v>
                </ns0:pt>
                <ns0:pt idx="112">
                  <ns0:v>0.14127692580223083</ns0:v>
                </ns0:pt>
                <ns0:pt idx="113">
                  <ns0:v>0.13961127400398254</ns0:v>
                </ns0:pt>
                <ns0:pt idx="114">
                  <ns0:v>0.13507479429244995</ns0:v>
                </ns0:pt>
                <ns0:pt idx="115">
                  <ns0:v>0.13065946102142334</ns0:v>
                </ns0:pt>
                <ns0:pt idx="116">
                  <ns0:v>0.12707716226577759</ns0:v>
                </ns0:pt>
                <ns0:pt idx="117">
                  <ns0:v>0.12528039515018463</ns0:v>
                </ns0:pt>
                <ns0:pt idx="118">
                  <ns0:v>0.12683281302452087</ns0:v>
                </ns0:pt>
                <ns0:pt idx="119">
                  <ns0:v>0.12927046418190002</ns0:v>
                </ns0:pt>
                <ns0:pt idx="120">
                  <ns0:v>0.13199447095394135</ns0:v>
                </ns0:pt>
                <ns0:pt idx="121">
                  <ns0:v>0.13466472923755646</ns0:v>
                </ns0:pt>
                <ns0:pt idx="122">
                  <ns0:v>0.1376103013753891</ns0:v>
                </ns0:pt>
                <ns0:pt idx="123">
                  <ns0:v>0.1361861377954483</ns0:v>
                </ns0:pt>
                <ns0:pt idx="124">
                  <ns0:v>0.13483679294586182</ns0:v>
                </ns0:pt>
                <ns0:pt idx="125">
                  <ns0:v>0.13401718437671661</ns0:v>
                </ns0:pt>
                <ns0:pt idx="126">
                  <ns0:v>0.13350257277488708</ns0:v>
                </ns0:pt>
                <ns0:pt idx="127">
                  <ns0:v>0.13175627589225769</ns0:v>
                </ns0:pt>
                <ns0:pt idx="128">
                  <ns0:v>0.12978467345237732</ns0:v>
                </ns0:pt>
                <ns0:pt idx="129">
                  <ns0:v>0.12725934386253357</ns0:v>
                </ns0:pt>
                <ns0:pt idx="130">
                  <ns0:v>0.1216607466340065</ns0:v>
                </ns0:pt>
                <ns0:pt idx="131">
                  <ns0:v>0.11723953485488892</ns0:v>
                </ns0:pt>
                <ns0:pt idx="132">
                  <ns0:v>0.11688784509897232</ns0:v>
                </ns0:pt>
                <ns0:pt idx="133">
                  <ns0:v>0.11792176216840744</ns0:v>
                </ns0:pt>
                <ns0:pt idx="134">
                  <ns0:v>0.11885862052440643</ns0:v>
                </ns0:pt>
                <ns0:pt idx="135">
                  <ns0:v>0.12347736209630966</ns0:v>
                </ns0:pt>
                <ns0:pt idx="136">
                  <ns0:v>0.12729504704475403</ns0:v>
                </ns0:pt>
                <ns0:pt idx="137">
                  <ns0:v>0.13115687668323517</ns0:v>
                </ns0:pt>
                <ns0:pt idx="138">
                  <ns0:v>0.13493478298187256</ns0:v>
                </ns0:pt>
                <ns0:pt idx="139">
                  <ns0:v>0.13907121121883392</ns0:v>
                </ns0:pt>
                <ns0:pt idx="140">
                  <ns0:v>0.14075931906700134</ns0:v>
                </ns0:pt>
                <ns0:pt idx="141">
                  <ns0:v>0.13909518718719482</ns0:v>
                </ns0:pt>
                <ns0:pt idx="142">
                  <ns0:v>0.13648170232772827</ns0:v>
                </ns0:pt>
                <ns0:pt idx="143">
                  <ns0:v>0.13447579741477966</ns0:v>
                </ns0:pt>
                <ns0:pt idx="144">
                  <ns0:v>0.13199499249458313</ns0:v>
                </ns0:pt>
                <ns0:pt idx="145">
                  <ns0:v>0.13078363239765167</ns0:v>
                </ns0:pt>
                <ns0:pt idx="146">
                  <ns0:v>0.131161168217659</ns0:v>
                </ns0:pt>
                <ns0:pt idx="147">
                  <ns0:v>0.12931747734546661</ns0:v>
                </ns0:pt>
                <ns0:pt idx="148">
                  <ns0:v>0.12691134214401245</ns0:v>
                </ns0:pt>
                <ns0:pt idx="149">
                  <ns0:v>0.12438811361789703</ns0:v>
                </ns0:pt>
                <ns0:pt idx="150">
                  <ns0:v>0.12123835831880569</ns0:v>
                </ns0:pt>
                <ns0:pt idx="151">
                  <ns0:v>0.1186612993478775</ns0:v>
                </ns0:pt>
                <ns0:pt idx="152">
                  <ns0:v>0.11928683519363403</ns0:v>
                </ns0:pt>
                <ns0:pt idx="153">
                  <ns0:v>0.12224472314119339</ns0:v>
                </ns0:pt>
                <ns0:pt idx="154">
                  <ns0:v>0.12497878819704056</ns0:v>
                </ns0:pt>
                <ns0:pt idx="155">
                  <ns0:v>0.12827706336975098</ns0:v>
                </ns0:pt>
                <ns0:pt idx="156">
                  <ns0:v>0.12905079126358032</ns0:v>
                </ns0:pt>
                <ns0:pt idx="157">
                  <ns0:v>0.12393437325954437</ns0:v>
                </ns0:pt>
                <ns0:pt idx="158">
                  <ns0:v>0.1176886111497879</ns0:v>
                </ns0:pt>
                <ns0:pt idx="159">
                  <ns0:v>0.11195263266563416</ns0:v>
                </ns0:pt>
                <ns0:pt idx="160">
                  <ns0:v>0.10598289221525192</ns0:v>
                </ns0:pt>
                <ns0:pt idx="161">
                  <ns0:v>0.1006147637963295</ns0:v>
                </ns0:pt>
                <ns0:pt idx="162">
                  <ns0:v>0.1002611368894577</ns0:v>
                </ns0:pt>
                <ns0:pt idx="163">
                  <ns0:v>0.10105855762958527</ns0:v>
                </ns0:pt>
                <ns0:pt idx="164">
                  <ns0:v>0.10199147462844849</ns0:v>
                </ns0:pt>
                <ns0:pt idx="165">
                  <ns0:v>0.10593679547309875</ns0:v>
                </ns0:pt>
                <ns0:pt idx="166">
                  <ns0:v>0.10976426303386688</ns0:v>
                </ns0:pt>
                <ns0:pt idx="167">
                  <ns0:v>0.11351071298122406</ns0:v>
                </ns0:pt>
                <ns0:pt idx="168">
                  <ns0:v>0.1180022656917572</ns0:v>
                </ns0:pt>
                <ns0:pt idx="169">
                  <ns0:v>0.12395519018173218</ns0:v>
                </ns0:pt>
                <ns0:pt idx="170">
                  <ns0:v>0.12491614371538162</ns0:v>
                </ns0:pt>
                <ns0:pt idx="171">
                  <ns0:v>0.1228225976228714</ns0:v>
                </ns0:pt>
                <ns0:pt idx="172">
                  <ns0:v>0.121183842420578</ns0:v>
                </ns0:pt>
                <ns0:pt idx="173">
                  <ns0:v>0.1205141544342041</ns0:v>
                </ns0:pt>
                <ns0:pt idx="174">
                  <ns0:v>0.12108743935823441</ns0:v>
                </ns0:pt>
                <ns0:pt idx="175">
                  <ns0:v>0.12195467948913574</ns0:v>
                </ns0:pt>
                <ns0:pt idx="176">
                  <ns0:v>0.12192565947771072</ns0:v>
                </ns0:pt>
                <ns0:pt idx="177">
                  <ns0:v>0.12055566161870956</ns0:v>
                </ns0:pt>
                <ns0:pt idx="178">
                  <ns0:v>0.11931503564119339</ns0:v>
                </ns0:pt>
                <ns0:pt idx="179">
                  <ns0:v>0.11846385896205902</ns0:v>
                </ns0:pt>
                <ns0:pt idx="180">
                  <ns0:v>0.11718796938657761</ns0:v>
                </ns0:pt>
                <ns0:pt idx="181">
                  <ns0:v>0.11835820972919464</ns0:v>
                </ns0:pt>
                <ns0:pt idx="182">
                  <ns0:v>0.12414503842592239</ns0:v>
                </ns0:pt>
                <ns0:pt idx="183">
                  <ns0:v>0.12973092496395111</ns0:v>
                </ns0:pt>
                <ns0:pt idx="184">
                  <ns0:v>0.13267767429351807</ns0:v>
                </ns0:pt>
                <ns0:pt idx="185">
                  <ns0:v>0.13500180840492249</ns0:v>
                </ns0:pt>
                <ns0:pt idx="186">
                  <ns0:v>0.13624186813831329</ns0:v>
                </ns0:pt>
                <ns0:pt idx="187">
                  <ns0:v>0.13145332038402557</ns0:v>
                </ns0:pt>
                <ns0:pt idx="188">
                  <ns0:v>0.12644003331661224</ns0:v>
                </ns0:pt>
                <ns0:pt idx="189">
                  <ns0:v>0.12408408522605896</ns0:v>
                </ns0:pt>
                <ns0:pt idx="190">
                  <ns0:v>0.12206698209047318</ns0:v>
                </ns0:pt>
                <ns0:pt idx="191">
                  <ns0:v>0.12178536504507065</ns0:v>
                </ns0:pt>
                <ns0:pt idx="192">
                  <ns0:v>0.12122822552919388</ns0:v>
                </ns0:pt>
                <ns0:pt idx="193">
                  <ns0:v>0.11968328803777695</ns0:v>
                </ns0:pt>
                <ns0:pt idx="194">
                  <ns0:v>0.11215073615312576</ns0:v>
                </ns0:pt>
                <ns0:pt idx="195">
                  <ns0:v>0.10828971862792969</ns0:v>
                </ns0:pt>
                <ns0:pt idx="196">
                  <ns0:v>0.10628838837146759</ns0:v>
                </ns0:pt>
                <ns0:pt idx="197">
                  <ns0:v>0.10431752353906631</ns0:v>
                </ns0:pt>
                <ns0:pt idx="198">
                  <ns0:v>0.10142077505588531</ns0:v>
                </ns0:pt>
                <ns0:pt idx="199">
                  <ns0:v>0.10253126919269562</ns0:v>
                </ns0:pt>
                <ns0:pt idx="200">
                  <ns0:v>0.10409560054540634</ns0:v>
                </ns0:pt>
                <ns0:pt idx="201">
                  <ns0:v>0.10656461864709854</ns0:v>
                </ns0:pt>
                <ns0:pt idx="202">
                  <ns0:v>0.11354094743728638</ns0:v>
                </ns0:pt>
                <ns0:pt idx="203">
                  <ns0:v>0.11865822970867157</ns0:v>
                </ns0:pt>
                <ns0:pt idx="204">
                  <ns0:v>0.12308532744646072</ns0:v>
                </ns0:pt>
                <ns0:pt idx="205">
                  <ns0:v>0.12674817442893982</ns0:v>
                </ns0:pt>
                <ns0:pt idx="206">
                  <ns0:v>0.12938456237316132</ns0:v>
                </ns0:pt>
                <ns0:pt idx="207">
                  <ns0:v>0.13023430109024048</ns0:v>
                </ns0:pt>
                <ns0:pt idx="208">
                  <ns0:v>0.12834975123405457</ns0:v>
                </ns0:pt>
                <ns0:pt idx="209">
                  <ns0:v>0.12636753916740417</ns0:v>
                </ns0:pt>
                <ns0:pt idx="210">
                  <ns0:v>0.12488212436437607</ns0:v>
                </ns0:pt>
                <ns0:pt idx="211">
                  <ns0:v>0.12353119999170303</ns0:v>
                </ns0:pt>
                <ns0:pt idx="212">
                  <ns0:v>0.122525654733181</ns0:v>
                </ns0:pt>
                <ns0:pt idx="213">
                  <ns0:v>0.12439001351594925</ns0:v>
                </ns0:pt>
                <ns0:pt idx="214">
                  <ns0:v>0.12260742485523224</ns0:v>
                </ns0:pt>
                <ns0:pt idx="215">
                  <ns0:v>0.11814773827791214</ns0:v>
                </ns0:pt>
                <ns0:pt idx="216">
                  <ns0:v>0.11468797922134399</ns0:v>
                </ns0:pt>
                <ns0:pt idx="217">
                  <ns0:v>0.11146105825901031</ns0:v>
                </ns0:pt>
                <ns0:pt idx="218">
                  <ns0:v>0.10921879857778549</ns0:v>
                </ns0:pt>
                <ns0:pt idx="219">
                  <ns0:v>0.11229890584945679</ns0:v>
                </ns0:pt>
                <ns0:pt idx="220">
                  <ns0:v>0.11530989408493042</ns0:v>
                </ns0:pt>
                <ns0:pt idx="221">
                  <ns0:v>0.11655518412590027</ns0:v>
                </ns0:pt>
                <ns0:pt idx="222">
                  <ns0:v>0.12332820147275925</ns0:v>
                </ns0:pt>
                <ns0:pt idx="223">
                  <ns0:v>0.13270893692970276</ns0:v>
                </ns0:pt>
                <ns0:pt idx="224">
                  <ns0:v>0.13720616698265076</ns0:v>
                </ns0:pt>
                <ns0:pt idx="225">
                  <ns0:v>0.14179392158985138</ns0:v>
                </ns0:pt>
                <ns0:pt idx="226">
                  <ns0:v>0.14597234129905701</ns0:v>
                </ns0:pt>
                <ns0:pt idx="227">
                  <ns0:v>0.13975396752357483</ns0:v>
                </ns0:pt>
                <ns0:pt idx="228">
                  <ns0:v>0.13241840898990631</ns0:v>
                </ns0:pt>
                <ns0:pt idx="229">
                  <ns0:v>0.12539835274219513</ns0:v>
                </ns0:pt>
                <ns0:pt idx="230">
                  <ns0:v>0.12045206874608994</ns0:v>
                </ns0:pt>
                <ns0:pt idx="231">
                  <ns0:v>0.11451960355043411</ns0:v>
                </ns0:pt>
                <ns0:pt idx="232">
                  <ns0:v>0.11004754900932312</ns0:v>
                </ns0:pt>
                <ns0:pt idx="233">
                  <ns0:v>0.11049521714448929</ns0:v>
                </ns0:pt>
                <ns0:pt idx="234">
                  <ns0:v>0.1117367148399353</ns0:v>
                </ns0:pt>
                <ns0:pt idx="235">
                  <ns0:v>0.11284269392490387</ns0:v>
                </ns0:pt>
                <ns0:pt idx="236">
                  <ns0:v>0.11712505668401718</ns0:v>
                </ns0:pt>
                <ns0:pt idx="237">
                  <ns0:v>0.12137208133935928</ns0:v>
                </ns0:pt>
                <ns0:pt idx="238">
                  <ns0:v>0.12211349606513977</ns0:v>
                </ns0:pt>
                <ns0:pt idx="239">
                  <ns0:v>0.12500418722629547</ns0:v>
                </ns0:pt>
                <ns0:pt idx="240">
                  <ns0:v>0.12771926820278168</ns0:v>
                </ns0:pt>
                <ns0:pt idx="241">
                  <ns0:v>0.12808381021022797</ns0:v>
                </ns0:pt>
                <ns0:pt idx="242">
                  <ns0:v>0.13187287747859955</ns0:v>
                </ns0:pt>
                <ns0:pt idx="243">
                  <ns0:v>0.13437207043170929</ns0:v>
                </ns0:pt>
                <ns0:pt idx="244">
                  <ns0:v>0.1357852965593338</ns0:v>
                </ns0:pt>
                <ns0:pt idx="245">
                  <ns0:v>0.13933466374874115</ns0:v>
                </ns0:pt>
                <ns0:pt idx="246">
                  <ns0:v>0.14559547603130341</ns0:v>
                </ns0:pt>
                <ns0:pt idx="247">
                  <ns0:v>0.14432139694690704</ns0:v>
                </ns0:pt>
                <ns0:pt idx="248">
                  <ns0:v>0.14033864438533783</ns0:v>
                </ns0:pt>
                <ns0:pt idx="249">
                  <ns0:v>0.13592451810836792</ns0:v>
                </ns0:pt>
                <ns0:pt idx="250">
                  <ns0:v>0.13137245178222656</ns0:v>
                </ns0:pt>
                <ns0:pt idx="251">
                  <ns0:v>0.12594433128833771</ns0:v>
                </ns0:pt>
                <ns0:pt idx="252">
                  <ns0:v>0.12609046697616577</ns0:v>
                </ns0:pt>
                <ns0:pt idx="253">
                  <ns0:v>0.12826591730117798</ns0:v>
                </ns0:pt>
                <ns0:pt idx="254">
                  <ns0:v>0.13062356412410736</ns0:v>
                </ns0:pt>
                <ns0:pt idx="255">
                  <ns0:v>0.13209903240203857</ns0:v>
                </ns0:pt>
                <ns0:pt idx="256">
                  <ns0:v>0.13573196530342102</ns0:v>
                </ns0:pt>
                <ns0:pt idx="257">
                  <ns0:v>0.13840261101722717</ns0:v>
                </ns0:pt>
                <ns0:pt idx="258">
                  <ns0:v>0.13939903676509857</ns0:v>
                </ns0:pt>
                <ns0:pt idx="259">
                  <ns0:v>0.14376845955848694</ns0:v>
                </ns0:pt>
                <ns0:pt idx="260">
                  <ns0:v>0.14842073619365692</ns0:v>
                </ns0:pt>
                <ns0:pt idx="261">
                  <ns0:v>0.14823456108570099</ns0:v>
                </ns0:pt>
                <ns0:pt idx="262">
                  <ns0:v>0.14676077663898468</ns0:v>
                </ns0:pt>
                <ns0:pt idx="263">
                  <ns0:v>0.14598114788532257</ns0:v>
                </ns0:pt>
                <ns0:pt idx="264">
                  <ns0:v>0.14569829404354095</ns0:v>
                </ns0:pt>
                <ns0:pt idx="265">
                  <ns0:v>0.14651229977607727</ns0:v>
                </ns0:pt>
                <ns0:pt idx="266">
                  <ns0:v>0.15041826665401459</ns0:v>
                </ns0:pt>
                <ns0:pt idx="267">
                  <ns0:v>0.15201060473918915</ns0:v>
                </ns0:pt>
                <ns0:pt idx="268">
                  <ns0:v>0.15249289572238922</ns0:v>
                </ns0:pt>
                <ns0:pt idx="269">
                  <ns0:v>0.15114179253578186</ns0:v>
                </ns0:pt>
                <ns0:pt idx="270">
                  <ns0:v>0.14742515981197357</ns0:v>
                </ns0:pt>
                <ns0:pt idx="271">
                  <ns0:v>0.14142550528049469</ns0:v>
                </ns0:pt>
                <ns0:pt idx="272">
                  <ns0:v>0.13911637663841248</ns0:v>
                </ns0:pt>
                <ns0:pt idx="273">
                  <ns0:v>0.13766956329345703</ns0:v>
                </ns0:pt>
                <ns0:pt idx="274">
                  <ns0:v>0.13623552024364471</ns0:v>
                </ns0:pt>
                <ns0:pt idx="275">
                  <ns0:v>0.13580091297626495</ns0:v>
                </ns0:pt>
                <ns0:pt idx="276">
                  <ns0:v>0.13711877167224884</ns0:v>
                </ns0:pt>
                <ns0:pt idx="277">
                  <ns0:v>0.13866133987903595</ns0:v>
                </ns0:pt>
                <ns0:pt idx="278">
                  <ns0:v>0.14000712335109711</ns0:v>
                </ns0:pt>
                <ns0:pt idx="279">
                  <ns0:v>0.14235280454158783</ns0:v>
                </ns0:pt>
                <ns0:pt idx="280">
                  <ns0:v>0.14526024460792542</ns0:v>
                </ns0:pt>
                <ns0:pt idx="281">
                  <ns0:v>0.14661860466003418</ns0:v>
                </ns0:pt>
                <ns0:pt idx="282">
                  <ns0:v>0.14719735085964203</ns0:v>
                </ns0:pt>
                <ns0:pt idx="283">
                  <ns0:v>0.14797930419445038</ns0:v>
                </ns0:pt>
                <ns0:pt idx="284">
                  <ns0:v>0.14613538980484009</ns0:v>
                </ns0:pt>
                <ns0:pt idx="285">
                  <ns0:v>0.14307694137096405</ns0:v>
                </ns0:pt>
                <ns0:pt idx="286">
                  <ns0:v>0.14306367933750153</ns0:v>
                </ns0:pt>
                <ns0:pt idx="287">
                  <ns0:v>0.14543244242668152</ns0:v>
                </ns0:pt>
                <ns0:pt idx="288">
                  <ns0:v>0.14789348840713501</ns0:v>
                </ns0:pt>
                <ns0:pt idx="289">
                  <ns0:v>0.14812754094600677</ns0:v>
                </ns0:pt>
                <ns0:pt idx="290">
                  <ns0:v>0.14750590920448303</ns0:v>
                </ns0:pt>
                <ns0:pt idx="291">
                  <ns0:v>0.14345303177833557</ns0:v>
                </ns0:pt>
                <ns0:pt idx="292">
                  <ns0:v>0.13872921466827393</ns0:v>
                </ns0:pt>
                <ns0:pt idx="293">
                  <ns0:v>0.13654236495494843</ns0:v>
                </ns0:pt>
                <ns0:pt idx="294">
                  <ns0:v>0.13657237589359283</ns0:v>
                </ns0:pt>
                <ns0:pt idx="295">
                  <ns0:v>0.1372217983007431</ns0:v>
                </ns0:pt>
                <ns0:pt idx="296">
                  <ns0:v>0.14137367904186249</ns0:v>
                </ns0:pt>
                <ns0:pt idx="297">
                  <ns0:v>0.14611341059207916</ns0:v>
                </ns0:pt>
                <ns0:pt idx="298">
                  <ns0:v>0.15190000832080841</ns0:v>
                </ns0:pt>
                <ns0:pt idx="299">
                  <ns0:v>0.15807308256626129</ns0:v>
                </ns0:pt>
                <ns0:pt idx="300">
                  <ns0:v>0.16303977370262146</ns0:v>
                </ns0:pt>
                <ns0:pt idx="301">
                  <ns0:v>0.1664186418056488</ns0:v>
                </ns0:pt>
                <ns0:pt idx="302">
                  <ns0:v>0.16858369112014771</ns0:v>
                </ns0:pt>
                <ns0:pt idx="303">
                  <ns0:v>0.17008191347122192</ns0:v>
                </ns0:pt>
                <ns0:pt idx="304">
                  <ns0:v>0.17077966034412384</ns0:v>
                </ns0:pt>
                <ns0:pt idx="305">
                  <ns0:v>0.16983161866664886</ns0:v>
                </ns0:pt>
                <ns0:pt idx="306">
                  <ns0:v>0.16911296546459198</ns0:v>
                </ns0:pt>
                <ns0:pt idx="307">
                  <ns0:v>0.16846030950546265</ns0:v>
                </ns0:pt>
                <ns0:pt idx="308">
                  <ns0:v>0.16603966057300568</ns0:v>
                </ns0:pt>
                <ns0:pt idx="309">
                  <ns0:v>0.16494289040565491</ns0:v>
                </ns0:pt>
                <ns0:pt idx="310">
                  <ns0:v>0.16620682179927826</ns0:v>
                </ns0:pt>
                <ns0:pt idx="311">
                  <ns0:v>0.16493120789527893</ns0:v>
                </ns0:pt>
                <ns0:pt idx="312">
                  <ns0:v>0.16275779902935028</ns0:v>
                </ns0:pt>
                <ns0:pt idx="313">
                  <ns0:v>0.15958350896835327</ns0:v>
                </ns0:pt>
                <ns0:pt idx="314">
                  <ns0:v>0.15681976079940796</ns0:v>
                </ns0:pt>
                <ns0:pt idx="315">
                  <ns0:v>0.15396767854690552</ns0:v>
                </ns0:pt>
                <ns0:pt idx="316">
                  <ns0:v>0.15396066009998322</ns0:v>
                </ns0:pt>
                <ns0:pt idx="317">
                  <ns0:v>0.15527082979679108</ns0:v>
                </ns0:pt>
                <ns0:pt idx="318">
                  <ns0:v>0.1567763090133667</ns0:v>
                </ns0:pt>
                <ns0:pt idx="319">
                  <ns0:v>0.15576963126659393</ns0:v>
                </ns0:pt>
                <ns0:pt idx="320">
                  <ns0:v>0.15519081056118011</ns0:v>
                </ns0:pt>
                <ns0:pt idx="321">
                  <ns0:v>0.15233941376209259</ns0:v>
                </ns0:pt>
                <ns0:pt idx="322">
                  <ns0:v>0.14791205525398254</ns0:v>
                </ns0:pt>
                <ns0:pt idx="323">
                  <ns0:v>0.14314316213130951</ns0:v>
                </ns0:pt>
                <ns0:pt idx="324">
                  <ns0:v>0.14087207615375519</ns0:v>
                </ns0:pt>
                <ns0:pt idx="325">
                  <ns0:v>0.13740874826908112</ns0:v>
                </ns0:pt>
                <ns0:pt idx="326">
                  <ns0:v>0.13596701622009277</ns0:v>
                </ns0:pt>
                <ns0:pt idx="327">
                  <ns0:v>0.13723532855510712</ns0:v>
                </ns0:pt>
                <ns0:pt idx="328">
                  <ns0:v>0.13590559363365173</ns0:v>
                </ns0:pt>
                <ns0:pt idx="329">
                  <ns0:v>0.13446526229381561</ns0:v>
                </ns0:pt>
                <ns0:pt idx="330">
                  <ns0:v>0.13492202758789062</ns0:v>
                </ns0:pt>
                <ns0:pt idx="331">
                  <ns0:v>0.13417927920818329</ns0:v>
                </ns0:pt>
                <ns0:pt idx="332">
                  <ns0:v>0.13341015577316284</ns0:v>
                </ns0:pt>
                <ns0:pt idx="333">
                  <ns0:v>0.1335262805223465</ns0:v>
                </ns0:pt>
                <ns0:pt idx="334">
                  <ns0:v>0.13288670778274536</ns0:v>
                </ns0:pt>
                <ns0:pt idx="335">
                  <ns0:v>0.13109500706195831</ns0:v>
                </ns0:pt>
                <ns0:pt idx="336">
                  <ns0:v>0.1317623108625412</ns0:v>
                </ns0:pt>
                <ns0:pt idx="337">
                  <ns0:v>0.13401088118553162</ns0:v>
                </ns0:pt>
                <ns0:pt idx="338">
                  <ns0:v>0.1379462331533432</ns0:v>
                </ns0:pt>
                <ns0:pt idx="339">
                  <ns0:v>0.14108455181121826</ns0:v>
                </ns0:pt>
                <ns0:pt idx="340">
                  <ns0:v>0.14545400440692902</ns0:v>
                </ns0:pt>
                <ns0:pt idx="341">
                  <ns0:v>0.14895366132259369</ns0:v>
                </ns0:pt>
                <ns0:pt idx="342">
                  <ns0:v>0.15041649341583252</ns0:v>
                </ns0:pt>
                <ns0:pt idx="343">
                  <ns0:v>0.14984765648841858</ns0:v>
                </ns0:pt>
                <ns0:pt idx="344">
                  <ns0:v>0.15314982831478119</ns0:v>
                </ns0:pt>
                <ns0:pt idx="345">
                  <ns0:v>0.15456637740135193</ns0:v>
                </ns0:pt>
                <ns0:pt idx="346">
                  <ns0:v>0.15722906589508057</ns0:v>
                </ns0:pt>
                <ns0:pt idx="347">
                  <ns0:v>0.16098146140575409</ns0:v>
                </ns0:pt>
                <ns0:pt idx="348">
                  <ns0:v>0.16362150013446808</ns0:v>
                </ns0:pt>
                <ns0:pt idx="349">
                  <ns0:v>0.1640191525220871</ns0:v>
                </ns0:pt>
                <ns0:pt idx="350">
                  <ns0:v>0.16564321517944336</ns0:v>
                </ns0:pt>
                <ns0:pt idx="351">
                  <ns0:v>0.16324995458126068</ns0:v>
                </ns0:pt>
                <ns0:pt idx="352">
                  <ns0:v>0.15831179916858673</ns0:v>
                </ns0:pt>
                <ns0:pt idx="353">
                  <ns0:v>0.15568830072879791</ns0:v>
                </ns0:pt>
                <ns0:pt idx="354">
                  <ns0:v>0.15252493321895599</ns0:v>
                </ns0:pt>
                <ns0:pt idx="355">
                  <ns0:v>0.14865253865718842</ns0:v>
                </ns0:pt>
                <ns0:pt idx="356">
                  <ns0:v>0.14745049178600311</ns0:v>
                </ns0:pt>
                <ns0:pt idx="357">
                  <ns0:v>0.14918151497840881</ns0:v>
                </ns0:pt>
                <ns0:pt idx="358">
                  <ns0:v>0.1522427499294281</ns0:v>
                </ns0:pt>
                <ns0:pt idx="359">
                  <ns0:v>0.15543526411056519</ns0:v>
                </ns0:pt>
                <ns0:pt idx="360">
                  <ns0:v>0.15765081346035004</ns0:v>
                </ns0:pt>
                <ns0:pt idx="361">
                  <ns0:v>0.15871141850948334</ns0:v>
                </ns0:pt>
                <ns0:pt idx="362">
                  <ns0:v>0.15471234917640686</ns0:v>
                </ns0:pt>
                <ns0:pt idx="363">
                  <ns0:v>0.14927199482917786</ns0:v>
                </ns0:pt>
                <ns0:pt idx="364">
                  <ns0:v>0.14442569017410278</ns0:v>
                </ns0:pt>
                <ns0:pt idx="365">
                  <ns0:v>0.1385171115398407</ns0:v>
                </ns0:pt>
                <ns0:pt idx="366">
                  <ns0:v>0.13483032584190369</ns0:v>
                </ns0:pt>
                <ns0:pt idx="367">
                  <ns0:v>0.1356395035982132</ns0:v>
                </ns0:pt>
                <ns0:pt idx="368">
                  <ns0:v>0.13779962062835693</ns0:v>
                </ns0:pt>
                <ns0:pt idx="369">
                  <ns0:v>0.14076332747936249</ns0:v>
                </ns0:pt>
                <ns0:pt idx="370">
                  <ns0:v>0.14609129726886749</ns0:v>
                </ns0:pt>
                <ns0:pt idx="371">
                  <ns0:v>0.14701904356479645</ns0:v>
                </ns0:pt>
                <ns0:pt idx="372">
                  <ns0:v>0.14671975374221802</ns0:v>
                </ns0:pt>
                <ns0:pt idx="373">
                  <ns0:v>0.14619717001914978</ns0:v>
                </ns0:pt>
                <ns0:pt idx="374">
                  <ns0:v>0.14307497441768646</ns0:v>
                </ns0:pt>
                <ns0:pt idx="375">
                  <ns0:v>0.13958345353603363</ns0:v>
                </ns0:pt>
                <ns0:pt idx="376">
                  <ns0:v>0.13936805725097656</ns0:v>
                </ns0:pt>
                <ns0:pt idx="377">
                  <ns0:v>0.14024126529693604</ns0:v>
                </ns0:pt>
                <ns0:pt idx="378">
                  <ns0:v>0.14110103249549866</ns0:v>
                </ns0:pt>
                <ns0:pt idx="379">
                  <ns0:v>0.14372575283050537</ns0:v>
                </ns0:pt>
                <ns0:pt idx="380">
                  <ns0:v>0.14333389699459076</ns0:v>
                </ns0:pt>
                <ns0:pt idx="381">
                  <ns0:v>0.14267456531524658</ns0:v>
                </ns0:pt>
                <ns0:pt idx="382">
                  <ns0:v>0.13898079097270966</ns0:v>
                </ns0:pt>
                <ns0:pt idx="383">
                  <ns0:v>0.13317488133907318</ns0:v>
                </ns0:pt>
                <ns0:pt idx="384">
                  <ns0:v>0.12661677598953247</ns0:v>
                </ns0:pt>
                <ns0:pt idx="385">
                  <ns0:v>0.12140288203954697</ns0:v>
                </ns0:pt>
                <ns0:pt idx="386">
                  <ns0:v>0.1177084892988205</ns0:v>
                </ns0:pt>
                <ns0:pt idx="387">
                  <ns0:v>0.11843013763427734</ns0:v>
                </ns0:pt>
                <ns0:pt idx="388">
                  <ns0:v>0.12264024466276169</ns0:v>
                </ns0:pt>
                <ns0:pt idx="389">
                  <ns0:v>0.12932993471622467</ns0:v>
                </ns0:pt>
                <ns0:pt idx="390">
                  <ns0:v>0.13376200199127197</ns0:v>
                </ns0:pt>
                <ns0:pt idx="391">
                  <ns0:v>0.13610552251338959</ns0:v>
                </ns0:pt>
                <ns0:pt idx="392">
                  <ns0:v>0.13396115601062775</ns0:v>
                </ns0:pt>
                <ns0:pt idx="393">
                  <ns0:v>0.13058927655220032</ns0:v>
                </ns0:pt>
                <ns0:pt idx="394">
                  <ns0:v>0.12353336811065674</ns0:v>
                </ns0:pt>
                <ns0:pt idx="395">
                  <ns0:v>0.11457577347755432</ns0:v>
                </ns0:pt>
                <ns0:pt idx="396">
                  <ns0:v>0.10958486050367355</ns0:v>
                </ns0:pt>
                <ns0:pt idx="397">
                  <ns0:v>0.1052110344171524</ns0:v>
                </ns0:pt>
                <ns0:pt idx="398">
                  <ns0:v>0.10152826458215714</ns0:v>
                </ns0:pt>
                <ns0:pt idx="399">
                  <ns0:v>0.10131926089525223</ns0:v>
                </ns0:pt>
                <ns0:pt idx="400">
                  <ns0:v>0.10192134231328964</ns0:v>
                </ns0:pt>
                <ns0:pt idx="401">
                  <ns0:v>0.10107267647981644</ns0:v>
                </ns0:pt>
                <ns0:pt idx="402">
                  <ns0:v>0.14234286546707153</ns0:v>
                </ns0:pt>
                <ns0:pt idx="403">
                  <ns0:v>0.14329202473163605</ns0:v>
                </ns0:pt>
                <ns0:pt idx="404">
                  <ns0:v>0.14431105554103851</ns0:v>
                </ns0:pt>
                <ns0:pt idx="405">
                  <ns0:v>0.14508417248725891</ns0:v>
                </ns0:pt>
                <ns0:pt idx="406">
                  <ns0:v>0.14475131034851074</ns0:v>
                </ns0:pt>
                <ns0:pt idx="407">
                  <ns0:v>0.1445651650428772</ns0:v>
                </ns0:pt>
                <ns0:pt idx="408">
                  <ns0:v>0.15089277923107147</ns0:v>
                </ns0:pt>
                <ns0:pt idx="409">
                  <ns0:v>0.15781034529209137</ns0:v>
                </ns0:pt>
                <ns0:pt idx="410">
                  <ns0:v>0.1647748202085495</ns0:v>
                </ns0:pt>
                <ns0:pt idx="411">
                  <ns0:v>0.175591841340065</ns0:v>
                </ns0:pt>
                <ns0:pt idx="412">
                  <ns0:v>0.18461623787879944</ns0:v>
                </ns0:pt>
                <ns0:pt idx="413">
                  <ns0:v>0.19115839898586273</ns0:v>
                </ns0:pt>
                <ns0:pt idx="414">
                  <ns0:v>0.19721138477325439</ns0:v>
                </ns0:pt>
                <ns0:pt idx="415">
                  <ns0:v>0.20306938886642456</ns0:v>
                </ns0:pt>
                <ns0:pt idx="416">
                  <ns0:v>0.20685194432735443</ns0:v>
                </ns0:pt>
                <ns0:pt idx="417">
                  <ns0:v>0.21125702559947968</ns0:v>
                </ns0:pt>
                <ns0:pt idx="418">
                  <ns0:v>0.21734069287776947</ns0:v>
                </ns0:pt>
                <ns0:pt idx="419">
                  <ns0:v>0.22392883896827698</ns0:v>
                </ns0:pt>
                <ns0:pt idx="420">
                  <ns0:v>0.2288682758808136</ns0:v>
                </ns0:pt>
                <ns0:pt idx="421">
                  <ns0:v>0.23555362224578857</ns0:v>
                </ns0:pt>
                <ns0:pt idx="422">
                  <ns0:v>0.24492429196834564</ns0:v>
                </ns0:pt>
                <ns0:pt idx="423">
                  <ns0:v>0.25448635220527649</ns0:v>
                </ns0:pt>
                <ns0:pt idx="424">
                  <ns0:v>0.26325750350952148</ns0:v>
                </ns0:pt>
                <ns0:pt idx="425">
                  <ns0:v>0.27454873919487</ns0:v>
                </ns0:pt>
                <ns0:pt idx="426">
                  <ns0:v>0.28426697850227356</ns0:v>
                </ns0:pt>
                <ns0:pt idx="427">
                  <ns0:v>0.28968212008476257</ns0:v>
                </ns0:pt>
                <ns0:pt idx="428">
                  <ns0:v>0.30002120137214661</ns0:v>
                </ns0:pt>
                <ns0:pt idx="429">
                  <ns0:v>0.30962729454040527</ns0:v>
                </ns0:pt>
                <ns0:pt idx="430">
                  <ns0:v>0.3192349374294281</ns0:v>
                </ns0:pt>
                <ns0:pt idx="431">
                  <ns0:v>0.32943382859230042</ns0:v>
                </ns0:pt>
                <ns0:pt idx="432">
                  <ns0:v>0.33934882283210754</ns0:v>
                </ns0:pt>
                <ns0:pt idx="433">
                  <ns0:v>0.34329512715339661</ns0:v>
                </ns0:pt>
                <ns0:pt idx="434">
                  <ns0:v>0.34507849812507629</ns0:v>
                </ns0:pt>
                <ns0:pt idx="435">
                  <ns0:v>0.34605172276496887</ns0:v>
                </ns0:pt>
                <ns0:pt idx="436">
                  <ns0:v>0.34380492568016052</ns0:v>
                </ns0:pt>
                <ns0:pt idx="437">
                  <ns0:v>0.34061649441719055</ns0:v>
                </ns0:pt>
                <ns0:pt idx="438">
                  <ns0:v>0.33863410353660583</ns0:v>
                </ns0:pt>
                <ns0:pt idx="439">
                  <ns0:v>0.33690688014030457</ns0:v>
                </ns0:pt>
                <ns0:pt idx="440">
                  <ns0:v>0.33173900842666626</ns0:v>
                </ns0:pt>
                <ns0:pt idx="441">
                  <ns0:v>0.32597735524177551</ns0:v>
                </ns0:pt>
                <ns0:pt idx="442">
                  <ns0:v>0.31980800628662109</ns0:v>
                </ns0:pt>
                <ns0:pt idx="443">
                  <ns0:v>0.31514349579811096</ns0:v>
                </ns0:pt>
                <ns0:pt idx="444">
                  <ns0:v>0.31085589528083801</ns0:v>
                </ns0:pt>
                <ns0:pt idx="445">
                  <ns0:v>0.30850672721862793</ns0:v>
                </ns0:pt>
                <ns0:pt idx="446">
                  <ns0:v>0.30760660767555237</ns0:v>
                </ns0:pt>
                <ns0:pt idx="447">
                  <ns0:v>0.30600818991661072</ns0:v>
                </ns0:pt>
                <ns0:pt idx="448">
                  <ns0:v>0.30449482798576355</ns0:v>
                </ns0:pt>
                <ns0:pt idx="449">
                  <ns0:v>0.30487415194511414</ns0:v>
                </ns0:pt>
                <ns0:pt idx="450">
                  <ns0:v>0.30346277356147766</ns0:v>
                </ns0:pt>
                <ns0:pt idx="451">
                  <ns0:v>0.30163127183914185</ns0:v>
                </ns0:pt>
                <ns0:pt idx="452">
                  <ns0:v>0.30330061912536621</ns0:v>
                </ns0:pt>
                <ns0:pt idx="453">
                  <ns0:v>0.30186671018600464</ns0:v>
                </ns0:pt>
                <ns0:pt idx="454">
                  <ns0:v>0.29774108529090881</ns0:v>
                </ns0:pt>
                <ns0:pt idx="455">
                  <ns0:v>0.29644772410392761</ns0:v>
                </ns0:pt>
                <ns0:pt idx="456">
                  <ns0:v>0.29464629292488098</ns0:v>
                </ns0:pt>
                <ns0:pt idx="457">
                  <ns0:v>0.29318311810493469</ns0:v>
                </ns0:pt>
                <ns0:pt idx="458">
                  <ns0:v>0.29325693845748901</ns0:v>
                </ns0:pt>
                <ns0:pt idx="459">
                  <ns0:v>0.29450064897537231</ns0:v>
                </ns0:pt>
                <ns0:pt idx="460">
                  <ns0:v>0.29640009999275208</ns0:v>
                </ns0:pt>
                <ns0:pt idx="461">
                  <ns0:v>0.2952781617641449</ns0:v>
                </ns0:pt>
                <ns0:pt idx="462">
                  <ns0:v>0.29653146862983704</ns0:v>
                </ns0:pt>
                <ns0:pt idx="463">
                  <ns0:v>0.30009397864341736</ns0:v>
                </ns0:pt>
                <ns0:pt idx="464">
                  <ns0:v>0.30256021022796631</ns0:v>
                </ns0:pt>
                <ns0:pt idx="465">
                  <ns0:v>0.30753815174102783</ns0:v>
                </ns0:pt>
                <ns0:pt idx="466">
                  <ns0:v>0.31278029084205627</ns0:v>
                </ns0:pt>
                <ns0:pt idx="467">
                  <ns0:v>0.31920212507247925</ns0:v>
                </ns0:pt>
                <ns0:pt idx="468">
                  <ns0:v>0.32439559698104858</ns0:v>
                </ns0:pt>
                <ns0:pt idx="469">
                  <ns0:v>0.33048543334007263</ns0:v>
                </ns0:pt>
                <ns0:pt idx="470">
                  <ns0:v>0.33547809720039368</ns0:v>
                </ns0:pt>
                <ns0:pt idx="471">
                  <ns0:v>0.33854186534881592</ns0:v>
                </ns0:pt>
                <ns0:pt idx="472">
                  <ns0:v>0.34438484907150269</ns0:v>
                </ns0:pt>
                <ns0:pt idx="473">
                  <ns0:v>0.34991985559463501</ns0:v>
                </ns0:pt>
                <ns0:pt idx="474">
                  <ns0:v>0.35469010472297668</ns0:v>
                </ns0:pt>
                <ns0:pt idx="475">
                  <ns0:v>0.35991629958152771</ns0:v>
                </ns0:pt>
                <ns0:pt idx="476">
                  <ns0:v>0.36470043659210205</ns0:v>
                </ns0:pt>
                <ns0:pt idx="477">
                  <ns0:v>0.36608150601387024</ns0:v>
                </ns0:pt>
                <ns0:pt idx="478">
                  <ns0:v>0.36506649851799011</ns0:v>
                </ns0:pt>
                <ns0:pt idx="479">
                  <ns0:v>0.36722990870475769</ns0:v>
                </ns0:pt>
                <ns0:pt idx="480">
                  <ns0:v>0.36823862791061401</ns0:v>
                </ns0:pt>
                <ns0:pt idx="481">
                  <ns0:v>0.36786830425262451</ns0:v>
                </ns0:pt>
                <ns0:pt idx="482">
                  <ns0:v>0.36596718430519104</ns0:v>
                </ns0:pt>
                <ns0:pt idx="483">
                  <ns0:v>0.36381721496582031</ns0:v>
                </ns0:pt>
                <ns0:pt idx="484">
                  <ns0:v>0.35838210582733154</ns0:v>
                </ns0:pt>
                <ns0:pt idx="485">
                  <ns0:v>0.35335662961006165</ns0:v>
                </ns0:pt>
                <ns0:pt idx="486">
                  <ns0:v>0.35003030300140381</ns0:v>
                </ns0:pt>
                <ns0:pt idx="487">
                  <ns0:v>0.34286686778068542</ns0:v>
                </ns0:pt>
                <ns0:pt idx="488">
                  <ns0:v>0.33452215790748596</ns0:v>
                </ns0:pt>
                <ns0:pt idx="489">
                  <ns0:v>0.32827231287956238</ns0:v>
                </ns0:pt>
                <ns0:pt idx="490">
                  <ns0:v>0.32932031154632568</ns0:v>
                </ns0:pt>
                <ns0:pt idx="491">
                  <ns0:v>0.33204266428947449</ns0:v>
                </ns0:pt>
                <ns0:pt idx="492">
                  <ns0:v>0.33730584383010864</ns0:v>
                </ns0:pt>
                <ns0:pt idx="493">
                  <ns0:v>0.34347569942474365</ns0:v>
                </ns0:pt>
                <ns0:pt idx="494">
                  <ns0:v>0.34746432304382324</ns0:v>
                </ns0:pt>
                <ns0:pt idx="495">
                  <ns0:v>0.35006999969482422</ns0:v>
                </ns0:pt>
                <ns0:pt idx="496">
                  <ns0:v>0.35184800624847412</ns0:v>
                </ns0:pt>
                <ns0:pt idx="497">
                  <ns0:v>0.34806323051452637</ns0:v>
                </ns0:pt>
                <ns0:pt idx="498">
                  <ns0:v>0.34320154786109924</ns0:v>
                </ns0:pt>
                <ns0:pt idx="499">
                  <ns0:v>0.34156754612922668</ns0:v>
                </ns0:pt>
                <ns0:pt idx="500">
                  <ns0:v>0.33974370360374451</ns0:v>
                </ns0:pt>
                <ns0:pt idx="501">
                  <ns0:v>0.33629420399665833</ns0:v>
                </ns0:pt>
                <ns0:pt idx="502">
                  <ns0:v>0.33197745680809021</ns0:v>
                </ns0:pt>
                <ns0:pt idx="503">
                  <ns0:v>0.33025413751602173</ns0:v>
                </ns0:pt>
                <ns0:pt idx="504">
                  <ns0:v>0.32682651281356812</ns0:v>
                </ns0:pt>
                <ns0:pt idx="505">
                  <ns0:v>0.32121220231056213</ns0:v>
                </ns0:pt>
                <ns0:pt idx="506">
                  <ns0:v>0.3164195716381073</ns0:v>
                </ns0:pt>
                <ns0:pt idx="507">
                  <ns0:v>0.30880707502365112</ns0:v>
                </ns0:pt>
                <ns0:pt idx="508">
                  <ns0:v>0.30120530724525452</ns0:v>
                </ns0:pt>
                <ns0:pt idx="509">
                  <ns0:v>0.29384297132492065</ns0:v>
                </ns0:pt>
                <ns0:pt idx="510">
                  <ns0:v>0.28839758038520813</ns0:v>
                </ns0:pt>
                <ns0:pt idx="511">
                  <ns0:v>0.28519192337989807</ns0:v>
                </ns0:pt>
                <ns0:pt idx="512">
                  <ns0:v>0.28633642196655273</ns0:v>
                </ns0:pt>
                <ns0:pt idx="513">
                  <ns0:v>0.2886272668838501</ns0:v>
                </ns0:pt>
                <ns0:pt idx="514">
                  <ns0:v>0.29365280270576477</ns0:v>
                </ns0:pt>
                <ns0:pt idx="515">
                  <ns0:v>0.29182472825050354</ns0:v>
                </ns0:pt>
                <ns0:pt idx="516">
                  <ns0:v>0.29007464647293091</ns0:v>
                </ns0:pt>
                <ns0:pt idx="517">
                  <ns0:v>0.28767099976539612</ns0:v>
                </ns0:pt>
                <ns0:pt idx="518">
                  <ns0:v>0.28402635455131531</ns0:v>
                </ns0:pt>
                <ns0:pt idx="519">
                  <ns0:v>0.28288567066192627</ns0:v>
                </ns0:pt>
                <ns0:pt idx="520">
                  <ns0:v>0.28109744191169739</ns0:v>
                </ns0:pt>
                <ns0:pt idx="521">
                  <ns0:v>0.28041622042655945</ns0:v>
                </ns0:pt>
                <ns0:pt idx="522">
                  <ns0:v>0.28104031085968018</ns0:v>
                </ns0:pt>
                <ns0:pt idx="523">
                  <ns0:v>0.28248721361160278</ns0:v>
                </ns0:pt>
                <ns0:pt idx="524">
                  <ns0:v>0.27992251515388489</ns0:v>
                </ns0:pt>
                <ns0:pt idx="525">
                  <ns0:v>0.27626550197601318</ns0:v>
                </ns0:pt>
                <ns0:pt idx="526">
                  <ns0:v>0.27330052852630615</ns0:v>
                </ns0:pt>
                <ns0:pt idx="527">
                  <ns0:v>0.27378469705581665</ns0:v>
                </ns0:pt>
                <ns0:pt idx="528">
                  <ns0:v>0.27304559946060181</ns0:v>
                </ns0:pt>
                <ns0:pt idx="529">
                  <ns0:v>0.27366837859153748</ns0:v>
                </ns0:pt>
                <ns0:pt idx="530">
                  <ns0:v>0.27497294545173645</ns0:v>
                </ns0:pt>
                <ns0:pt idx="531">
                  <ns0:v>0.27868834137916565</ns0:v>
                </ns0:pt>
                <ns0:pt idx="532">
                  <ns0:v>0.28766155242919922</ns0:v>
                </ns0:pt>
                <ns0:pt idx="533">
                  <ns0:v>0.29700079560279846</ns0:v>
                </ns0:pt>
                <ns0:pt idx="534">
                  <ns0:v>0.30743160843849182</ns0:v>
                </ns0:pt>
                <ns0:pt idx="535">
                  <ns0:v>0.31457459926605225</ns0:v>
                </ns0:pt>
                <ns0:pt idx="536">
                  <ns0:v>0.32131016254425049</ns0:v>
                </ns0:pt>
                <ns0:pt idx="537">
                  <ns0:v>0.32770842313766479</ns0:v>
                </ns0:pt>
                <ns0:pt idx="538">
                  <ns0:v>0.32985028624534607</ns0:v>
                </ns0:pt>
                <ns0:pt idx="539">
                  <ns0:v>0.330637127161026</ns0:v>
                </ns0:pt>
                <ns0:pt idx="540">
                  <ns0:v>0.33356118202209473</ns0:v>
                </ns0:pt>
                <ns0:pt idx="541">
                  <ns0:v>0.33509549498558044</ns0:v>
                </ns0:pt>
                <ns0:pt idx="542">
                  <ns0:v>0.33544212579727173</ns0:v>
                </ns0:pt>
                <ns0:pt idx="543">
                  <ns0:v>0.33723977208137512</ns0:v>
                </ns0:pt>
                <ns0:pt idx="544">
                  <ns0:v>0.33763009309768677</ns0:v>
                </ns0:pt>
                <ns0:pt idx="545">
                  <ns0:v>0.33877766132354736</ns0:v>
                </ns0:pt>
                <ns0:pt idx="546">
                  <ns0:v>0.34271714091300964</ns0:v>
                </ns0:pt>
                <ns0:pt idx="547">
                  <ns0:v>0.34741324186325073</ns0:v>
                </ns0:pt>
                <ns0:pt idx="548">
                  <ns0:v>0.35072979331016541</ns0:v>
                </ns0:pt>
                <ns0:pt idx="549">
                  <ns0:v>0.3521343469619751</ns0:v>
                </ns0:pt>
                <ns0:pt idx="550">
                  <ns0:v>0.35403215885162354</ns0:v>
                </ns0:pt>
                <ns0:pt idx="551">
                  <ns0:v>0.35381469130516052</ns0:v>
                </ns0:pt>
                <ns0:pt idx="552">
                  <ns0:v>0.35218048095703125</ns0:v>
                </ns0:pt>
                <ns0:pt idx="553">
                  <ns0:v>0.35028937458992004</ns0:v>
                </ns0:pt>
                <ns0:pt idx="554">
                  <ns0:v>0.34538033604621887</ns0:v>
                </ns0:pt>
                <ns0:pt idx="555">
                  <ns0:v>0.34080401062965393</ns0:v>
                </ns0:pt>
                <ns0:pt idx="556">
                  <ns0:v>0.33647936582565308</ns0:v>
                </ns0:pt>
                <ns0:pt idx="557">
                  <ns0:v>0.33611771464347839</ns0:v>
                </ns0:pt>
                <ns0:pt idx="558">
                  <ns0:v>0.33661666512489319</ns0:v>
                </ns0:pt>
                <ns0:pt idx="559">
                  <ns0:v>0.34200549125671387</ns0:v>
                </ns0:pt>
                <ns0:pt idx="560">
                  <ns0:v>0.34885227680206299</ns0:v>
                </ns0:pt>
                <ns0:pt idx="561">
                  <ns0:v>0.35377106070518494</ns0:v>
                </ns0:pt>
                <ns0:pt idx="562">
                  <ns0:v>0.35601714253425598</ns0:v>
                </ns0:pt>
                <ns0:pt idx="563">
                  <ns0:v>0.35944804549217224</ns0:v>
                </ns0:pt>
                <ns0:pt idx="564">
                  <ns0:v>0.35889804363250732</ns0:v>
                </ns0:pt>
                <ns0:pt idx="565">
                  <ns0:v>0.35613009333610535</ns0:v>
                </ns0:pt>
                <ns0:pt idx="566">
                  <ns0:v>0.35476464033126831</ns0:v>
                </ns0:pt>
                <ns0:pt idx="567">
                  <ns0:v>0.35415557026863098</ns0:v>
                </ns0:pt>
                <ns0:pt idx="568">
                  <ns0:v>0.35072889924049377</ns0:v>
                </ns0:pt>
                <ns0:pt idx="569">
                  <ns0:v>0.34496799111366272</ns0:v>
                </ns0:pt>
                <ns0:pt idx="570">
                  <ns0:v>0.33866360783576965</ns0:v>
                </ns0:pt>
                <ns0:pt idx="571">
                  <ns0:v>0.32930660247802734</ns0:v>
                </ns0:pt>
                <ns0:pt idx="572">
                  <ns0:v>0.32001864910125732</ns0:v>
                </ns0:pt>
                <ns0:pt idx="573">
                  <ns0:v>0.31365847587585449</ns0:v>
                </ns0:pt>
                <ns0:pt idx="574">
                  <ns0:v>0.30734607577323914</ns0:v>
                </ns0:pt>
                <ns0:pt idx="575">
                  <ns0:v>0.30263364315032959</ns0:v>
                </ns0:pt>
                <ns0:pt idx="576">
                  <ns0:v>0.30207383632659912</ns0:v>
                </ns0:pt>
                <ns0:pt idx="577">
                  <ns0:v>0.29767709970474243</ns0:v>
                </ns0:pt>
                <ns0:pt idx="578">
                  <ns0:v>0.2942369282245636</ns0:v>
                </ns0:pt>
                <ns0:pt idx="579">
                  <ns0:v>0.2965942919254303</ns0:v>
                </ns0:pt>
                <ns0:pt idx="580">
                  <ns0:v>0.30327054858207703</ns0:v>
                </ns0:pt>
                <ns0:pt idx="581">
                  <ns0:v>0.30917289853096008</ns0:v>
                </ns0:pt>
                <ns0:pt idx="582">
                  <ns0:v>0.31185325980186462</ns0:v>
                </ns0:pt>
                <ns0:pt idx="583">
                  <ns0:v>0.31423524022102356</ns0:v>
                </ns0:pt>
                <ns0:pt idx="584">
                  <ns0:v>0.3131614625453949</ns0:v>
                </ns0:pt>
                <ns0:pt idx="585">
                  <ns0:v>0.31449654698371887</ns0:v>
                </ns0:pt>
                <ns0:pt idx="586">
                  <ns0:v>0.31448814272880554</ns0:v>
                </ns0:pt>
                <ns0:pt idx="587">
                  <ns0:v>0.31352400779724121</ns0:v>
                </ns0:pt>
                <ns0:pt idx="588">
                  <ns0:v>0.31174689531326294</ns0:v>
                </ns0:pt>
                <ns0:pt idx="589">
                  <ns0:v>0.31065008044242859</ns0:v>
                </ns0:pt>
                <ns0:pt idx="590">
                  <ns0:v>0.31323063373565674</ns0:v>
                </ns0:pt>
                <ns0:pt idx="591">
                  <ns0:v>0.31207552552223206</ns0:v>
                </ns0:pt>
                <ns0:pt idx="592">
                  <ns0:v>0.30862170457839966</ns0:v>
                </ns0:pt>
                <ns0:pt idx="593">
                  <ns0:v>0.30720862746238708</ns0:v>
                </ns0:pt>
                <ns0:pt idx="594">
                  <ns0:v>0.30542546510696411</ns0:v>
                </ns0:pt>
                <ns0:pt idx="595">
                  <ns0:v>0.30238127708435059</ns0:v>
                </ns0:pt>
                <ns0:pt idx="596">
                  <ns0:v>0.3018745481967926</ns0:v>
                </ns0:pt>
                <ns0:pt idx="597">
                  <ns0:v>0.30101943016052246</ns0:v>
                </ns0:pt>
                <ns0:pt idx="598">
                  <ns0:v>0.29947146773338318</ns0:v>
                </ns0:pt>
                <ns0:pt idx="599">
                  <ns0:v>0.29998335242271423</ns0:v>
                </ns0:pt>
                <ns0:pt idx="600">
                  <ns0:v>0.3000921905040741</ns0:v>
                </ns0:pt>
                <ns0:pt idx="601">
                  <ns0:v>0.30123689770698547</ns0:v>
                </ns0:pt>
                <ns0:pt idx="602">
                  <ns0:v>0.30858418345451355</ns0:v>
                </ns0:pt>
                <ns0:pt idx="603">
                  <ns0:v>0.31714087724685669</ns0:v>
                </ns0:pt>
                <ns0:pt idx="604">
                  <ns0:v>0.32370105385780334</ns0:v>
                </ns0:pt>
                <ns0:pt idx="605">
                  <ns0:v>0.3256630003452301</ns0:v>
                </ns0:pt>
                <ns0:pt idx="606">
                  <ns0:v>0.32593986392021179</ns0:v>
                </ns0:pt>
                <ns0:pt idx="607">
                  <ns0:v>0.32219332456588745</ns0:v>
                </ns0:pt>
                <ns0:pt idx="608">
                  <ns0:v>0.31609910726547241</ns0:v>
                </ns0:pt>
                <ns0:pt idx="609">
                  <ns0:v>0.31019282341003418</ns0:v>
                </ns0:pt>
                <ns0:pt idx="610">
                  <ns0:v>0.3005923330783844</ns0:v>
                </ns0:pt>
                <ns0:pt idx="611">
                  <ns0:v>0.29318970441818237</ns0:v>
                </ns0:pt>
                <ns0:pt idx="612">
                  <ns0:v>0.29026219248771667</ns0:v>
                </ns0:pt>
                <ns0:pt idx="613">
                  <ns0:v>0.29147160053253174</ns0:v>
                </ns0:pt>
                <ns0:pt idx="614">
                  <ns0:v>0.29130995273590088</ns0:v>
                </ns0:pt>
                <ns0:pt idx="615">
                  <ns0:v>0.29072779417037964</ns0:v>
                </ns0:pt>
                <ns0:pt idx="616">
                  <ns0:v>0.29305112361907959</ns0:v>
                </ns0:pt>
                <ns0:pt idx="617">
                  <ns0:v>0.29631945490837097</ns0:v>
                </ns0:pt>
                <ns0:pt idx="618">
                  <ns0:v>0.29903441667556763</ns0:v>
                </ns0:pt>
                <ns0:pt idx="619">
                  <ns0:v>0.30281448364257812</ns0:v>
                </ns0:pt>
                <ns0:pt idx="620">
                  <ns0:v>0.30677348375320435</ns0:v>
                </ns0:pt>
                <ns0:pt idx="621">
                  <ns0:v>0.30952787399291992</ns0:v>
                </ns0:pt>
                <ns0:pt idx="622">
                  <ns0:v>0.31386637687683105</ns0:v>
                </ns0:pt>
                <ns0:pt idx="623">
                  <ns0:v>0.31777140498161316</ns0:v>
                </ns0:pt>
                <ns0:pt idx="624">
                  <ns0:v>0.32069775462150574</ns0:v>
                </ns0:pt>
                <ns0:pt idx="625">
                  <ns0:v>0.32386958599090576</ns0:v>
                </ns0:pt>
                <ns0:pt idx="626">
                  <ns0:v>0.32657912373542786</ns0:v>
                </ns0:pt>
                <ns0:pt idx="627">
                  <ns0:v>0.32627826929092407</ns0:v>
                </ns0:pt>
                <ns0:pt idx="628">
                  <ns0:v>0.32361441850662231</ns0:v>
                </ns0:pt>
                <ns0:pt idx="629">
                  <ns0:v>0.32133212685585022</ns0:v>
                </ns0:pt>
                <ns0:pt idx="630">
                  <ns0:v>0.32270562648773193</ns0:v>
                </ns0:pt>
                <ns0:pt idx="631">
                  <ns0:v>0.32426592707633972</ns0:v>
                </ns0:pt>
                <ns0:pt idx="632">
                  <ns0:v>0.32790577411651611</ns0:v>
                </ns0:pt>
                <ns0:pt idx="633">
                  <ns0:v>0.33388641476631165</ns0:v>
                </ns0:pt>
                <ns0:pt idx="634">
                  <ns0:v>0.33810383081436157</ns0:v>
                </ns0:pt>
                <ns0:pt idx="635">
                  <ns0:v>0.34198036789894104</ns0:v>
                </ns0:pt>
                <ns0:pt idx="636">
                  <ns0:v>0.34528645873069763</ns0:v>
                </ns0:pt>
                <ns0:pt idx="637">
                  <ns0:v>0.34249827265739441</ns0:v>
                </ns0:pt>
                <ns0:pt idx="638">
                  <ns0:v>0.33646321296691895</ns0:v>
                </ns0:pt>
                <ns0:pt idx="639">
                  <ns0:v>0.3316032886505127</ns0:v>
                </ns0:pt>
                <ns0:pt idx="640">
                  <ns0:v>0.32530215382575989</ns0:v>
                </ns0:pt>
                <ns0:pt idx="641">
                  <ns0:v>0.31927859783172607</ns0:v>
                </ns0:pt>
                <ns0:pt idx="642">
                  <ns0:v>0.31550943851470947</ns0:v>
                </ns0:pt>
                <ns0:pt idx="643">
                  <ns0:v>0.31282633543014526</ns0:v>
                </ns0:pt>
                <ns0:pt idx="644">
                  <ns0:v>0.31271329522132874</ns0:v>
                </ns0:pt>
                <ns0:pt idx="645">
                  <ns0:v>0.31738966703414917</ns0:v>
                </ns0:pt>
                <ns0:pt idx="646">
                  <ns0:v>0.322429358959198</ns0:v>
                </ns0:pt>
                <ns0:pt idx="647">
                  <ns0:v>0.32676541805267334</ns0:v>
                </ns0:pt>
                <ns0:pt idx="648">
                  <ns0:v>0.33117958903312683</ns0:v>
                </ns0:pt>
                <ns0:pt idx="649">
                  <ns0:v>0.33565694093704224</ns0:v>
                </ns0:pt>
                <ns0:pt idx="650">
                  <ns0:v>0.33629795908927917</ns0:v>
                </ns0:pt>
                <ns0:pt idx="651">
                  <ns0:v>0.33329737186431885</ns0:v>
                </ns0:pt>
                <ns0:pt idx="652">
                  <ns0:v>0.32877433300018311</ns0:v>
                </ns0:pt>
                <ns0:pt idx="653">
                  <ns0:v>0.32673594355583191</ns0:v>
                </ns0:pt>
                <ns0:pt idx="654">
                  <ns0:v>0.32916530966758728</ns0:v>
                </ns0:pt>
                <ns0:pt idx="655">
                  <ns0:v>0.32699534296989441</ns0:v>
                </ns0:pt>
                <ns0:pt idx="656">
                  <ns0:v>0.3264908492565155</ns0:v>
                </ns0:pt>
                <ns0:pt idx="657">
                  <ns0:v>0.32768970727920532</ns0:v>
                </ns0:pt>
                <ns0:pt idx="658">
                  <ns0:v>0.32619941234588623</ns0:v>
                </ns0:pt>
                <ns0:pt idx="659">
                  <ns0:v>0.32618328928947449</ns0:v>
                </ns0:pt>
                <ns0:pt idx="660">
                  <ns0:v>0.32658085227012634</ns0:v>
                </ns0:pt>
                <ns0:pt idx="661">
                  <ns0:v>0.32276031374931335</ns0:v>
                </ns0:pt>
                <ns0:pt idx="662">
                  <ns0:v>0.32104319334030151</ns0:v>
                </ns0:pt>
                <ns0:pt idx="663">
                  <ns0:v>0.31964460015296936</ns0:v>
                </ns0:pt>
                <ns0:pt idx="664">
                  <ns0:v>0.31964272260665894</ns0:v>
                </ns0:pt>
                <ns0:pt idx="665">
                  <ns0:v>0.31911471486091614</ns0:v>
                </ns0:pt>
                <ns0:pt idx="666">
                  <ns0:v>0.31877234578132629</ns0:v>
                </ns0:pt>
                <ns0:pt idx="667">
                  <ns0:v>0.31753215193748474</ns0:v>
                </ns0:pt>
                <ns0:pt idx="668">
                  <ns0:v>0.31724923849105835</ns0:v>
                </ns0:pt>
                <ns0:pt idx="669">
                  <ns0:v>0.31643190979957581</ns0:v>
                </ns0:pt>
                <ns0:pt idx="670">
                  <ns0:v>0.31505465507507324</ns0:v>
                </ns0:pt>
                <ns0:pt idx="671">
                  <ns0:v>0.31380188465118408</ns0:v>
                </ns0:pt>
                <ns0:pt idx="672">
                  <ns0:v>0.31205284595489502</ns0:v>
                </ns0:pt>
                <ns0:pt idx="673">
                  <ns0:v>0.31044924259185791</ns0:v>
                </ns0:pt>
                <ns0:pt idx="674">
                  <ns0:v>0.30787220597267151</ns0:v>
                </ns0:pt>
                <ns0:pt idx="675">
                  <ns0:v>0.30542618036270142</ns0:v>
                </ns0:pt>
                <ns0:pt idx="676">
                  <ns0:v>0.30461087822914124</ns0:v>
                </ns0:pt>
                <ns0:pt idx="677">
                  <ns0:v>0.30575314164161682</ns0:v>
                </ns0:pt>
                <ns0:pt idx="678">
                  <ns0:v>0.30973312258720398</ns0:v>
                </ns0:pt>
                <ns0:pt idx="679">
                  <ns0:v>0.30864989757537842</ns0:v>
                </ns0:pt>
                <ns0:pt idx="680">
                  <ns0:v>0.30761078000068665</ns0:v>
                </ns0:pt>
                <ns0:pt idx="681">
                  <ns0:v>0.30677789449691772</ns0:v>
                </ns0:pt>
                <ns0:pt idx="682">
                  <ns0:v>0.30315420031547546</ns0:v>
                </ns0:pt>
                <ns0:pt idx="683">
                  <ns0:v>0.30174899101257324</ns0:v>
                </ns0:pt>
                <ns0:pt idx="684">
                  <ns0:v>0.30216145515441895</ns0:v>
                </ns0:pt>
                <ns0:pt idx="685">
                  <ns0:v>0.30184239149093628</ns0:v>
                </ns0:pt>
                <ns0:pt idx="686">
                  <ns0:v>0.30420136451721191</ns0:v>
                </ns0:pt>
                <ns0:pt idx="687">
                  <ns0:v>0.30847793817520142</ns0:v>
                </ns0:pt>
                <ns0:pt idx="688">
                  <ns0:v>0.31044521927833557</ns0:v>
                </ns0:pt>
                <ns0:pt idx="689">
                  <ns0:v>0.31246495246887207</ns0:v>
                </ns0:pt>
                <ns0:pt idx="690">
                  <ns0:v>0.31450644135475159</ns0:v>
                </ns0:pt>
                <ns0:pt idx="691">
                  <ns0:v>0.31661051511764526</ns0:v>
                </ns0:pt>
                <ns0:pt idx="692">
                  <ns0:v>0.31891909241676331</ns0:v>
                </ns0:pt>
                <ns0:pt idx="693">
                  <ns0:v>0.3227749764919281</ns0:v>
                </ns0:pt>
                <ns0:pt idx="694">
                  <ns0:v>0.32616564631462097</ns0:v>
                </ns0:pt>
                <ns0:pt idx="695">
                  <ns0:v>0.32933074235916138</ns0:v>
                </ns0:pt>
                <ns0:pt idx="696">
                  <ns0:v>0.33136618137359619</ns0:v>
                </ns0:pt>
                <ns0:pt idx="697">
                  <ns0:v>0.33119893074035645</ns0:v>
                </ns0:pt>
                <ns0:pt idx="698">
                  <ns0:v>0.32945451140403748</ns0:v>
                </ns0:pt>
                <ns0:pt idx="699">
                  <ns0:v>0.32771071791648865</ns0:v>
                </ns0:pt>
                <ns0:pt idx="700">
                  <ns0:v>0.32892981171607971</ns0:v>
                </ns0:pt>
                <ns0:pt idx="701">
                  <ns0:v>0.33318287134170532</ns0:v>
                </ns0:pt>
                <ns0:pt idx="702">
                  <ns0:v>0.33610865473747253</ns0:v>
                </ns0:pt>
                <ns0:pt idx="703">
                  <ns0:v>0.3340899646282196</ns0:v>
                </ns0:pt>
                <ns0:pt idx="704">
                  <ns0:v>0.33162152767181396</ns0:v>
                </ns0:pt>
                <ns0:pt idx="705">
                  <ns0:v>0.32943320274353027</ns0:v>
                </ns0:pt>
                <ns0:pt idx="706">
                  <ns0:v>0.32499119639396667</ns0:v>
                </ns0:pt>
                <ns0:pt idx="707">
                  <ns0:v>0.32223227620124817</ns0:v>
                </ns0:pt>
                <ns0:pt idx="708">
                  <ns0:v>0.31705546379089355</ns0:v>
                </ns0:pt>
                <ns0:pt idx="709">
                  <ns0:v>0.31049650907516479</ns0:v>
                </ns0:pt>
                <ns0:pt idx="710">
                  <ns0:v>0.30548137426376343</ns0:v>
                </ns0:pt>
                <ns0:pt idx="711">
                  <ns0:v>0.30127030611038208</ns0:v>
                </ns0:pt>
                <ns0:pt idx="712">
                  <ns0:v>0.2964901328086853</ns0:v>
                </ns0:pt>
                <ns0:pt idx="713">
                  <ns0:v>0.29639357328414917</ns0:v>
                </ns0:pt>
                <ns0:pt idx="714">
                  <ns0:v>0.29708302021026611</ns0:v>
                </ns0:pt>
                <ns0:pt idx="715">
                  <ns0:v>0.29820656776428223</ns0:v>
                </ns0:pt>
                <ns0:pt idx="716">
                  <ns0:v>0.30293411016464233</ns0:v>
                </ns0:pt>
                <ns0:pt idx="717">
                  <ns0:v>0.30707219243049622</ns0:v>
                </ns0:pt>
                <ns0:pt idx="718">
                  <ns0:v>0.30583781003952026</ns0:v>
                </ns0:pt>
                <ns0:pt idx="719">
                  <ns0:v>0.30670762062072754</ns0:v>
                </ns0:pt>
                <ns0:pt idx="720">
                  <ns0:v>0.3058202862739563</ns0:v>
                </ns0:pt>
                <ns0:pt idx="721">
                  <ns0:v>0.30366280674934387</ns0:v>
                </ns0:pt>
                <ns0:pt idx="722">
                  <ns0:v>0.30378249287605286</ns0:v>
                </ns0:pt>
                <ns0:pt idx="723">
                  <ns0:v>0.30521044135093689</ns0:v>
                </ns0:pt>
                <ns0:pt idx="724">
                  <ns0:v>0.30490916967391968</ns0:v>
                </ns0:pt>
                <ns0:pt idx="725">
                  <ns0:v>0.30126875638961792</ns0:v>
                </ns0:pt>
                <ns0:pt idx="726">
                  <ns0:v>0.2959236204624176</ns0:v>
                </ns0:pt>
                <ns0:pt idx="727">
                  <ns0:v>0.293690025806427</ns0:v>
                </ns0:pt>
                <ns0:pt idx="728">
                  <ns0:v>0.29219833016395569</ns0:v>
                </ns0:pt>
                <ns0:pt idx="729">
                  <ns0:v>0.2914312481880188</ns0:v>
                </ns0:pt>
                <ns0:pt idx="730">
                  <ns0:v>0.29188159108161926</ns0:v>
                </ns0:pt>
                <ns0:pt idx="731">
                  <ns0:v>0.29231959581375122</ns0:v>
                </ns0:pt>
                <ns0:pt idx="732">
                  <ns0:v>0.29346001148223877</ns0:v>
                </ns0:pt>
                <ns0:pt idx="733">
                  <ns0:v>0.29609301686286926</ns0:v>
                </ns0:pt>
                <ns0:pt idx="734">
                  <ns0:v>0.2981661856174469</ns0:v>
                </ns0:pt>
                <ns0:pt idx="735">
                  <ns0:v>0.29919156432151794</ns0:v>
                </ns0:pt>
                <ns0:pt idx="736">
                  <ns0:v>0.3066469132900238</ns0:v>
                </ns0:pt>
                <ns0:pt idx="737">
                  <ns0:v>0.31454765796661377</ns0:v>
                </ns0:pt>
                <ns0:pt idx="738">
                  <ns0:v>0.32041960954666138</ns0:v>
                </ns0:pt>
                <ns0:pt idx="739">
                  <ns0:v>0.3236318826675415</ns0:v>
                </ns0:pt>
                <ns0:pt idx="740">
                  <ns0:v>0.32628715038299561</ns0:v>
                </ns0:pt>
                <ns0:pt idx="741">
                  <ns0:v>0.32310488820075989</ns0:v>
                </ns0:pt>
                <ns0:pt idx="742">
                  <ns0:v>0.31911838054656982</ns0:v>
                </ns0:pt>
                <ns0:pt idx="743">
                  <ns0:v>0.31752517819404602</ns0:v>
                </ns0:pt>
                <ns0:pt idx="744">
                  <ns0:v>0.31329062581062317</ns0:v>
                </ns0:pt>
                <ns0:pt idx="745">
                  <ns0:v>0.30839481949806213</ns0:v>
                </ns0:pt>
                <ns0:pt idx="746">
                  <ns0:v>0.30393686890602112</ns0:v>
                </ns0:pt>
                <ns0:pt idx="747">
                  <ns0:v>0.29889994859695435</ns0:v>
                </ns0:pt>
                <ns0:pt idx="748">
                  <ns0:v>0.29316014051437378</ns0:v>
                </ns0:pt>
                <ns0:pt idx="749">
                  <ns0:v>0.28891444206237793</ns0:v>
                </ns0:pt>
                <ns0:pt idx="750">
                  <ns0:v>0.28734713792800903</ns0:v>
                </ns0:pt>
                <ns0:pt idx="751">
                  <ns0:v>0.283061683177948</ns0:v>
                </ns0:pt>
                <ns0:pt idx="752">
                  <ns0:v>0.278786301612854</ns0:v>
                </ns0:pt>
                <ns0:pt idx="753">
                  <ns0:v>0.27400520443916321</ns0:v>
                </ns0:pt>
                <ns0:pt idx="754">
                  <ns0:v>0.26948884129524231</ns0:v>
                </ns0:pt>
                <ns0:pt idx="755">
                  <ns0:v>0.26600071787834167</ns0:v>
                </ns0:pt>
                <ns0:pt idx="756">
                  <ns0:v>0.26583373546600342</ns0:v>
                </ns0:pt>
                <ns0:pt idx="757">
                  <ns0:v>0.26640677452087402</ns0:v>
                </ns0:pt>
                <ns0:pt idx="758">
                  <ns0:v>0.26783707737922668</ns0:v>
                </ns0:pt>
                <ns0:pt idx="759">
                  <ns0:v>0.26915925741195679</ns0:v>
                </ns0:pt>
                <ns0:pt idx="760">
                  <ns0:v>0.27185702323913574</ns0:v>
                </ns0:pt>
                <ns0:pt idx="761">
                  <ns0:v>0.27039021253585815</ns0:v>
                </ns0:pt>
                <ns0:pt idx="762">
                  <ns0:v>0.26871052384376526</ns0:v>
                </ns0:pt>
                <ns0:pt idx="763">
                  <ns0:v>0.26628819108009338</ns0:v>
                </ns0:pt>
                <ns0:pt idx="764">
                  <ns0:v>0.26426577568054199</ns0:v>
                </ns0:pt>
                <ns0:pt idx="765">
                  <ns0:v>0.26054185628890991</ns0:v>
                </ns0:pt>
                <ns0:pt idx="766">
                  <ns0:v>0.25788813829421997</ns0:v>
                </ns0:pt>
                <ns0:pt idx="767">
                  <ns0:v>0.25693044066429138</ns0:v>
                </ns0:pt>
                <ns0:pt idx="768">
                  <ns0:v>0.2553676962852478</ns0:v>
                </ns0:pt>
                <ns0:pt idx="769">
                  <ns0:v>0.25258457660675049</ns0:v>
                </ns0:pt>
                <ns0:pt idx="770">
                  <ns0:v>0.25190502405166626</ns0:v>
                </ns0:pt>
                <ns0:pt idx="771">
                  <ns0:v>0.25344774127006531</ns0:v>
                </ns0:pt>
                <ns0:pt idx="772">
                  <ns0:v>0.25601485371589661</ns0:v>
                </ns0:pt>
                <ns0:pt idx="773">
                  <ns0:v>0.25983214378356934</ns0:v>
                </ns0:pt>
                <ns0:pt idx="774">
                  <ns0:v>0.26369407773017883</ns0:v>
                </ns0:pt>
                <ns0:pt idx="775">
                  <ns0:v>0.26696357131004333</ns0:v>
                </ns0:pt>
                <ns0:pt idx="776">
                  <ns0:v>0.27307403087615967</ns0:v>
                </ns0:pt>
                <ns0:pt idx="777">
                  <ns0:v>0.27918335795402527</ns0:v>
                </ns0:pt>
                <ns0:pt idx="778">
                  <ns0:v>0.28563758730888367</ns0:v>
                </ns0:pt>
                <ns0:pt idx="779">
                  <ns0:v>0.29048565030097961</ns0:v>
                </ns0:pt>
                <ns0:pt idx="780">
                  <ns0:v>0.291646808385849</ns0:v>
                </ns0:pt>
                <ns0:pt idx="781">
                  <ns0:v>0.29147017002105713</ns0:v>
                </ns0:pt>
                <ns0:pt idx="782">
                  <ns0:v>0.29383042454719543</ns0:v>
                </ns0:pt>
                <ns0:pt idx="783">
                  <ns0:v>0.29569658637046814</ns0:v>
                </ns0:pt>
                <ns0:pt idx="784">
                  <ns0:v>0.29978573322296143</ns0:v>
                </ns0:pt>
                <ns0:pt idx="785">
                  <ns0:v>0.30394899845123291</ns0:v>
                </ns0:pt>
                <ns0:pt idx="786">
                  <ns0:v>0.30359277129173279</ns0:v>
                </ns0:pt>
                <ns0:pt idx="787">
                  <ns0:v>0.30586853623390198</ns0:v>
                </ns0:pt>
                <ns0:pt idx="788">
                  <ns0:v>0.30781900882720947</ns0:v>
                </ns0:pt>
                <ns0:pt idx="789">
                  <ns0:v>0.30976340174674988</ns0:v>
                </ns0:pt>
                <ns0:pt idx="790">
                  <ns0:v>0.31196287274360657</ns0:v>
                </ns0:pt>
                <ns0:pt idx="791">
                  <ns0:v>0.31423994898796082</ns0:v>
                </ns0:pt>
                <ns0:pt idx="792">
                  <ns0:v>0.31549203395843506</ns0:v>
                </ns0:pt>
                <ns0:pt idx="793">
                  <ns0:v>0.3172973096370697</ns0:v>
                </ns0:pt>
                <ns0:pt idx="794">
                  <ns0:v>0.32021144032478333</ns0:v>
                </ns0:pt>
                <ns0:pt idx="795">
                  <ns0:v>0.3225381076335907</ns0:v>
                </ns0:pt>
                <ns0:pt idx="796">
                  <ns0:v>0.32421272993087769</ns0:v>
                </ns0:pt>
                <ns0:pt idx="797">
                  <ns0:v>0.32543221116065979</ns0:v>
                </ns0:pt>
                <ns0:pt idx="798">
                  <ns0:v>0.32577455043792725</ns0:v>
                </ns0:pt>
                <ns0:pt idx="799">
                  <ns0:v>0.32870277762413025</ns0:v>
                </ns0:pt>
                <ns0:pt idx="800">
                  <ns0:v>0.33295893669128418</ns0:v>
                </ns0:pt>
                <ns0:pt idx="801">
                  <ns0:v>0.3371618390083313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-0.0072383079677820206</ns0:v>
                </ns0:pt>
                <ns0:pt idx="3">
                  <ns0:v>-0.0081214690580964088</ns0:v>
                </ns0:pt>
                <ns0:pt idx="4">
                  <ns0:v>-0.0086176199838519096</ns0:v>
                </ns0:pt>
                <ns0:pt idx="5">
                  <ns0:v>-0.0087281446903944016</ns0:v>
                </ns0:pt>
                <ns0:pt idx="6">
                  <ns0:v>-0.008459094911813736</ns0:v>
                </ns0:pt>
                <ns0:pt idx="7">
                  <ns0:v>-0.0078043723478913307</ns0:v>
                </ns0:pt>
                <ns0:pt idx="8">
                  <ns0:v>-0.0067725870758295059</ns0:v>
                </ns0:pt>
                <ns0:pt idx="9">
                  <ns0:v>-0.0053784912452101707</ns0:v>
                </ns0:pt>
                <ns0:pt idx="10">
                  <ns0:v>-0.0036554613616317511</ns0:v>
                </ns0:pt>
                <ns0:pt idx="11">
                  <ns0:v>-0.0016337876440957189</ns0:v>
                </ns0:pt>
                <ns0:pt idx="12">
                  <ns0:v>0.00063392065931111574</ns0:v>
                </ns0:pt>
                <ns0:pt idx="13">
                  <ns0:v>0.0030622836202383041</ns0:v>
                </ns0:pt>
                <ns0:pt idx="14">
                  <ns0:v>0.0055508925579488277</ns0:v>
                </ns0:pt>
                <ns0:pt idx="15">
                  <ns0:v>0.0082900859415531158</ns0:v>
                </ns0:pt>
                <ns0:pt idx="16">
                  <ns0:v>0.011102720163762569</ns0:v>
                </ns0:pt>
                <ns0:pt idx="17">
                  <ns0:v>0.013868567533791065</ns0:v>
                </ns0:pt>
                <ns0:pt idx="18">
                  <ns0:v>0.015870509669184685</ns0:v>
                </ns0:pt>
                <ns0:pt idx="19">
                  <ns0:v>0.017345435917377472</ns0:v>
                </ns0:pt>
                <ns0:pt idx="20">
                  <ns0:v>0.018503978848457336</ns0:v>
                </ns0:pt>
                <ns0:pt idx="21">
                  <ns0:v>0.019422218203544617</ns0:v>
                </ns0:pt>
                <ns0:pt idx="22">
                  <ns0:v>0.020006654784083366</ns0:v>
                </ns0:pt>
                <ns0:pt idx="23">
                  <ns0:v>0.020153604447841644</ns0:v>
                </ns0:pt>
                <ns0:pt idx="24">
                  <ns0:v>0.019812643527984619</ns0:v>
                </ns0:pt>
                <ns0:pt idx="25">
                  <ns0:v>0.018965259194374084</ns0:v>
                </ns0:pt>
                <ns0:pt idx="26">
                  <ns0:v>0.017689207568764687</ns0:v>
                </ns0:pt>
                <ns0:pt idx="27">
                  <ns0:v>0.016005542129278183</ns0:v>
                </ns0:pt>
                <ns0:pt idx="28">
                  <ns0:v>0.014042854309082031</ns0:v>
                </ns0:pt>
                <ns0:pt idx="29">
                  <ns0:v>0.011904911138117313</ns0:v>
                </ns0:pt>
                <ns0:pt idx="30">
                  <ns0:v>0.0096904467791318893</ns0:v>
                </ns0:pt>
                <ns0:pt idx="31">
                  <ns0:v>0.0074956919997930527</ns0:v>
                </ns0:pt>
                <ns0:pt idx="32">
                  <ns0:v>0.0053941006772220135</ns0:v>
                </ns0:pt>
                <ns0:pt idx="33">
                  <ns0:v>0.0034472828265279531</ns0:v>
                </ns0:pt>
                <ns0:pt idx="34">
                  <ns0:v>0.0017040929524227977</ns0:v>
                </ns0:pt>
                <ns0:pt idx="35">
                  <ns0:v>0.00021142099285498261</ns0:v>
                </ns0:pt>
                <ns0:pt idx="36">
                  <ns0:v>-0.0010018880711868405</ns0:v>
                </ns0:pt>
                <ns0:pt idx="37">
                  <ns0:v>-0.0019124066457152367</ns0:v>
                </ns0:pt>
                <ns0:pt idx="38">
                  <ns0:v>-0.002486898098140955</ns0:v>
                </ns0:pt>
                <ns0:pt idx="39">
                  <ns0:v>-0.002685243496671319</ns0:v>
                </ns0:pt>
                <ns0:pt idx="40">
                  <ns0:v>-0.0024620196782052517</ns0:v>
                </ns0:pt>
                <ns0:pt idx="41">
                  <ns0:v>-0.0018018096452578902</ns0:v>
                </ns0:pt>
                <ns0:pt idx="42">
                  <ns0:v>-0.00063786952523514628</ns0:v>
                </ns0:pt>
                <ns0:pt idx="43">
                  <ns0:v>0.00099396705627441406</ns0:v>
                </ns0:pt>
                <ns0:pt idx="44">
                  <ns0:v>0.0030981444288045168</ns0:v>
                </ns0:pt>
                <ns0:pt idx="45">
                  <ns0:v>0.0056874053552746773</ns0:v>
                </ns0:pt>
                <ns0:pt idx="46">
                  <ns0:v>0.0087044741958379745</ns0:v>
                </ns0:pt>
                <ns0:pt idx="47">
                  <ns0:v>0.012070473283529282</ns0:v>
                </ns0:pt>
                <ns0:pt idx="48">
                  <ns0:v>0.015657287091016769</ns0:v>
                </ns0:pt>
                <ns0:pt idx="49">
                  <ns0:v>0.019276905804872513</ns0:v>
                </ns0:pt>
                <ns0:pt idx="50">
                  <ns0:v>0.022791225463151932</ns0:v>
                </ns0:pt>
                <ns0:pt idx="51">
                  <ns0:v>0.025979708880186081</ns0:v>
                </ns0:pt>
                <ns0:pt idx="52">
                  <ns0:v>0.028721706941723824</ns0:v>
                </ns0:pt>
                <ns0:pt idx="53">
                  <ns0:v>0.030837170779705048</ns0:v>
                </ns0:pt>
                <ns0:pt idx="54">
                  <ns0:v>0.032219219952821732</ns0:v>
                </ns0:pt>
                <ns0:pt idx="55">
                  <ns0:v>0.032797936350107193</ns0:v>
                </ns0:pt>
                <ns0:pt idx="56">
                  <ns0:v>0.032524649053812027</ns0:v>
                </ns0:pt>
                <ns0:pt idx="57">
                  <ns0:v>0.031390625983476639</ns0:v>
                </ns0:pt>
                <ns0:pt idx="58">
                  <ns0:v>0.029433818534016609</ns0:v>
                </ns0:pt>
                <ns0:pt idx="59">
                  <ns0:v>0.026742231100797653</ns0:v>
                </ns0:pt>
                <ns0:pt idx="60">
                  <ns0:v>0.023426594212651253</ns0:v>
                </ns0:pt>
                <ns0:pt idx="61">
                  <ns0:v>0.019629575312137604</ns0:v>
                </ns0:pt>
                <ns0:pt idx="62">
                  <ns0:v>0.015521552413702011</ns0:v>
                </ns0:pt>
                <ns0:pt idx="63">
                  <ns0:v>0.011265729553997517</ns0:v>
                </ns0:pt>
                <ns0:pt idx="64">
                  <ns0:v>0.0070257443003356457</ns0:v>
                </ns0:pt>
                <ns0:pt idx="65">
                  <ns0:v>0.002961277961730957</ns0:v>
                </ns0:pt>
                <ns0:pt idx="66">
                  <ns0:v>-0.00075937993824481964</ns0:v>
                </ns0:pt>
                <ns0:pt idx="67">
                  <ns0:v>-0.0040463865734636784</ns0:v>
                </ns0:pt>
                <ns0:pt idx="68">
                  <ns0:v>-0.006741983350366354</ns0:v>
                </ns0:pt>
                <ns0:pt idx="69">
                  <ns0:v>-0.0087376255542039871</ns0:v>
                </ns0:pt>
                <ns0:pt idx="70">
                  <ns0:v>-0.0099892113357782364</ns0:v>
                </ns0:pt>
                <ns0:pt idx="71">
                  <ns0:v>-0.010261404328048229</ns0:v>
                </ns0:pt>
                <ns0:pt idx="72">
                  <ns0:v>-0.0094787953421473503</ns0:v>
                </ns0:pt>
                <ns0:pt idx="73">
                  <ns0:v>-0.0077396593987941742</ns0:v>
                </ns0:pt>
                <ns0:pt idx="74">
                  <ns0:v>-0.0050670886412262917</ns0:v>
                </ns0:pt>
                <ns0:pt idx="75">
                  <ns0:v>-0.0016515665920451283</ns0:v>
                </ns0:pt>
                <ns0:pt idx="76">
                  <ns0:v>0.0023418248165398836</ns0:v>
                </ns0:pt>
                <ns0:pt idx="77">
                  <ns0:v>0.0067476127296686172</ns0:v>
                </ns0:pt>
                <ns0:pt idx="78">
                  <ns0:v>0.011439683847129345</ns0:v>
                </ns0:pt>
                <ns0:pt idx="79">
                  <ns0:v>0.016219276934862137</ns0:v>
                </ns0:pt>
                <ns0:pt idx="80">
                  <ns0:v>0.020862666890025139</ns0:v>
                </ns0:pt>
                <ns0:pt idx="81">
                  <ns0:v>0.02514253556728363</ns0:v>
                </ns0:pt>
                <ns0:pt idx="82">
                  <ns0:v>0.029079165309667587</ns0:v>
                </ns0:pt>
                <ns0:pt idx="83">
                  <ns0:v>0.032436437904834747</ns0:v>
                </ns0:pt>
                <ns0:pt idx="84">
                  <ns0:v>0.035068809986114502</ns0:v>
                </ns0:pt>
                <ns0:pt idx="85">
                  <ns0:v>0.036989390850067139</ns0:v>
                </ns0:pt>
                <ns0:pt idx="86">
                  <ns0:v>0.03804556280374527</ns0:v>
                </ns0:pt>
                <ns0:pt idx="87">
                  <ns0:v>0.038147743791341782</ns0:v>
                </ns0:pt>
                <ns0:pt idx="88">
                  <ns0:v>0.037245281040668488</ns0:v>
                </ns0:pt>
                <ns0:pt idx="89">
                  <ns0:v>0.035339474678039551</ns0:v>
                </ns0:pt>
                <ns0:pt idx="90">
                  <ns0:v>0.032530069351196289</ns0:v>
                </ns0:pt>
                <ns0:pt idx="91">
                  <ns0:v>0.028852609917521477</ns0:v>
                </ns0:pt>
                <ns0:pt idx="92">
                  <ns0:v>0.024517219513654709</ns0:v>
                </ns0:pt>
                <ns0:pt idx="93">
                  <ns0:v>0.019731858745217323</ns0:v>
                </ns0:pt>
                <ns0:pt idx="94">
                  <ns0:v>0.014704552479088306</ns0:v>
                </ns0:pt>
                <ns0:pt idx="95">
                  <ns0:v>0.0096842590719461441</ns0:v>
                </ns0:pt>
                <ns0:pt idx="96">
                  <ns0:v>0.0046683140099048615</ns0:v>
                </ns0:pt>
                <ns0:pt idx="97">
                  <ns0:v>-0.00018534943228587508</ns0:v>
                </ns0:pt>
                <ns0:pt idx="98">
                  <ns0:v>-0.0045332890003919601</ns0:v>
                </ns0:pt>
                <ns0:pt idx="99">
                  <ns0:v>-0.0082669425755739212</ns0:v>
                </ns0:pt>
                <ns0:pt idx="100">
                  <ns0:v>-0.011222013272345066</ns0:v>
                </ns0:pt>
                <ns0:pt idx="101">
                  <ns0:v>-0.013031777925789356</ns0:v>
                </ns0:pt>
                <ns0:pt idx="102">
                  <ns0:v>-0.013651140034198761</ns0:v>
                </ns0:pt>
                <ns0:pt idx="103">
                  <ns0:v>-0.013087931089103222</ns0:v>
                </ns0:pt>
                <ns0:pt idx="104">
                  <ns0:v>-0.011383645236492157</ns0:v>
                </ns0:pt>
                <ns0:pt idx="105">
                  <ns0:v>-0.0085655106231570244</ns0:v>
                </ns0:pt>
                <ns0:pt idx="106">
                  <ns0:v>-0.0047442195937037468</ns0:v>
                </ns0:pt>
                <ns0:pt idx="107">
                  <ns0:v>-0.0003003162273671478</ns0:v>
                </ns0:pt>
                <ns0:pt idx="108">
                  <ns0:v>0.0046126400120556355</ns0:v>
                </ns0:pt>
                <ns0:pt idx="109">
                  <ns0:v>0.0097031323239207268</ns0:v>
                </ns0:pt>
                <ns0:pt idx="110">
                  <ns0:v>0.014651873148977757</ns0:v>
                </ns0:pt>
                <ns0:pt idx="111">
                  <ns0:v>0.01927521638572216</ns0:v>
                </ns0:pt>
                <ns0:pt idx="112">
                  <ns0:v>0.023463549092411995</ns0:v>
                </ns0:pt>
                <ns0:pt idx="113">
                  <ns0:v>0.026755776256322861</ns0:v>
                </ns0:pt>
                <ns0:pt idx="114">
                  <ns0:v>0.029496314004063606</ns0:v>
                </ns0:pt>
                <ns0:pt idx="115">
                  <ns0:v>0.031291622668504715</ns0:v>
                </ns0:pt>
                <ns0:pt idx="116">
                  <ns0:v>0.032217260450124741</ns0:v>
                </ns0:pt>
                <ns0:pt idx="117">
                  <ns0:v>0.032127648591995239</ns0:v>
                </ns0:pt>
                <ns0:pt idx="118">
                  <ns0:v>0.030997216701507568</ns0:v>
                </ns0:pt>
                <ns0:pt idx="119">
                  <ns0:v>0.028840553015470505</ns0:v>
                </ns0:pt>
                <ns0:pt idx="120">
                  <ns0:v>0.02572966180741787</ns0:v>
                </ns0:pt>
                <ns0:pt idx="121">
                  <ns0:v>0.021829197183251381</ns0:v>
                </ns0:pt>
                <ns0:pt idx="122">
                  <ns0:v>0.017296895384788513</ns0:v>
                </ns0:pt>
                <ns0:pt idx="123">
                  <ns0:v>0.012367934919893742</ns0:v>
                </ns0:pt>
                <ns0:pt idx="124">
                  <ns0:v>0.0072847027331590652</ns0:v>
                </ns0:pt>
                <ns0:pt idx="125">
                  <ns0:v>0.0023323833011090755</ns0:v>
                </ns0:pt>
                <ns0:pt idx="126">
                  <ns0:v>-0.0024600282777100801</ns0:v>
                </ns0:pt>
                <ns0:pt idx="127">
                  <ns0:v>-0.0069513036869466305</ns0:v>
                </ns0:pt>
                <ns0:pt idx="128">
                  <ns0:v>-0.01093774288892746</ns0:v>
                </ns0:pt>
                <ns0:pt idx="129">
                  <ns0:v>-0.014284973964095116</ns0:v>
                </ns0:pt>
                <ns0:pt idx="130">
                  <ns0:v>-0.016855722293257713</ns0:v>
                </ns0:pt>
                <ns0:pt idx="131">
                  <ns0:v>-0.018551629036664963</ns0:v>
                </ns0:pt>
                <ns0:pt idx="132">
                  <ns0:v>-0.01921502873301506</ns0:v>
                </ns0:pt>
                <ns0:pt idx="133">
                  <ns0:v>-0.018713619560003281</ns0:v>
                </ns0:pt>
                <ns0:pt idx="134">
                  <ns0:v>-0.017018051818013191</ns0:v>
                </ns0:pt>
                <ns0:pt idx="135">
                  <ns0:v>-0.014165525324642658</ns0:v>
                </ns0:pt>
                <ns0:pt idx="136">
                  <ns0:v>-0.010230452753603458</ns0:v>
                </ns0:pt>
                <ns0:pt idx="137">
                  <ns0:v>-0.0054368148557841778</ns0:v>
                </ns0:pt>
                <ns0:pt idx="138">
                  <ns0:v>0.00033103884197771549</ns0:v>
                </ns0:pt>
                <ns0:pt idx="139">
                  <ns0:v>0.0063690394163131714</ns0:v>
                </ns0:pt>
                <ns0:pt idx="140">
                  <ns0:v>0.012652385979890823</ns0:v>
                </ns0:pt>
                <ns0:pt idx="141">
                  <ns0:v>0.018824780359864235</ns0:v>
                </ns0:pt>
                <ns0:pt idx="142">
                  <ns0:v>0.024711385369300842</ns0:v>
                </ns0:pt>
                <ns0:pt idx="143">
                  <ns0:v>0.030132649466395378</ns0:v>
                </ns0:pt>
                <ns0:pt idx="144">
                  <ns0:v>0.034841030836105347</ns0:v>
                </ns0:pt>
                <ns0:pt idx="145">
                  <ns0:v>0.038908571004867554</ns0:v>
                </ns0:pt>
                <ns0:pt idx="146">
                  <ns0:v>0.041750580072402954</ns0:v>
                </ns0:pt>
                <ns0:pt idx="147">
                  <ns0:v>0.04340851679444313</ns0:v>
                </ns0:pt>
                <ns0:pt idx="148">
                  <ns0:v>0.043736375868320465</ns0:v>
                </ns0:pt>
                <ns0:pt idx="149">
                  <ns0:v>0.042730063199996948</ns0:v>
                </ns0:pt>
                <ns0:pt idx="150">
                  <ns0:v>0.040413264185190201</ns0:v>
                </ns0:pt>
                <ns0:pt idx="151">
                  <ns0:v>0.036880470812320709</ns0:v>
                </ns0:pt>
                <ns0:pt idx="152">
                  <ns0:v>0.032399211078882217</ns0:v>
                </ns0:pt>
                <ns0:pt idx="153">
                  <ns0:v>0.02724367193877697</ns0:v>
                </ns0:pt>
                <ns0:pt idx="154">
                  <ns0:v>0.021679237484931946</ns0:v>
                </ns0:pt>
                <ns0:pt idx="155">
                  <ns0:v>0.01595725491642952</ns0:v>
                </ns0:pt>
                <ns0:pt idx="156">
                  <ns0:v>0.010390651412308216</ns0:v>
                </ns0:pt>
                <ns0:pt idx="157">
                  <ns0:v>0.0051465332508087158</ns0:v>
                </ns0:pt>
                <ns0:pt idx="158">
                  <ns0:v>0.0003265313571318984</ns0:v>
                </ns0:pt>
                <ns0:pt idx="159">
                  <ns0:v>-0.0039221174083650112</ns0:v>
                </ns0:pt>
                <ns0:pt idx="160">
                  <ns0:v>-0.0073859309777617455</ns0:v>
                </ns0:pt>
                <ns0:pt idx="161">
                  <ns0:v>-0.0099427830427885056</ns0:v>
                </ns0:pt>
                <ns0:pt idx="162">
                  <ns0:v>-0.011323329992592335</ns0:v>
                </ns0:pt>
                <ns0:pt idx="163">
                  <ns0:v>-0.01122518815100193</ns0:v>
                </ns0:pt>
                <ns0:pt idx="164">
                  <ns0:v>-0.0094996830448508263</ns0:v>
                </ns0:pt>
                <ns0:pt idx="165">
                  <ns0:v>-0.0063536372035741806</ns0:v>
                </ns0:pt>
                <ns0:pt idx="166">
                  <ns0:v>-0.0019807456992566586</ns0:v>
                </ns0:pt>
                <ns0:pt idx="167">
                  <ns0:v>0.0033222353085875511</ns0:v>
                </ns0:pt>
                <ns0:pt idx="168">
                  <ns0:v>0.0091967228800058365</ns0:v>
                </ns0:pt>
                <ns0:pt idx="169">
                  <ns0:v>0.015485801734030247</ns0:v>
                </ns0:pt>
                <ns0:pt idx="170">
                  <ns0:v>0.021631941199302673</ns0:v>
                </ns0:pt>
                <ns0:pt idx="171">
                  <ns0:v>0.02775239385664463</ns0:v>
                </ns0:pt>
                <ns0:pt idx="172">
                  <ns0:v>0.033492866903543472</ns0:v>
                </ns0:pt>
                <ns0:pt idx="173">
                  <ns0:v>0.038727898150682449</ns0:v>
                </ns0:pt>
                <ns0:pt idx="174">
                  <ns0:v>0.043276868760585785</ns0:v>
                </ns0:pt>
                <ns0:pt idx="175">
                  <ns0:v>0.047133039683103561</ns0:v>
                </ns0:pt>
                <ns0:pt idx="176">
                  <ns0:v>0.049871835857629776</ns0:v>
                </ns0:pt>
                <ns0:pt idx="177">
                  <ns0:v>0.051432255655527115</ns0:v>
                </ns0:pt>
                <ns0:pt idx="178">
                  <ns0:v>0.051367316395044327</ns0:v>
                </ns0:pt>
                <ns0:pt idx="179">
                  <ns0:v>0.0499575175344944</ns0:v>
                </ns0:pt>
                <ns0:pt idx="180">
                  <ns0:v>0.04728572815656662</ns0:v>
                </ns0:pt>
                <ns0:pt idx="181">
                  <ns0:v>0.043460216373205185</ns0:v>
                </ns0:pt>
                <ns0:pt idx="182">
                  <ns0:v>0.038644608110189438</ns0:v>
                </ns0:pt>
                <ns0:pt idx="183">
                  <ns0:v>0.03319288045167923</ns0:v>
                </ns0:pt>
                <ns0:pt idx="184">
                  <ns0:v>0.027461659163236618</ns0:v>
                </ns0:pt>
                <ns0:pt idx="185">
                  <ns0:v>0.021688954904675484</ns0:v>
                </ns0:pt>
                <ns0:pt idx="186">
                  <ns0:v>0.016031170263886452</ns0:v>
                </ns0:pt>
                <ns0:pt idx="187">
                  <ns0:v>0.01050344854593277</ns0:v>
                </ns0:pt>
                <ns0:pt idx="188">
                  <ns0:v>0.0050289672799408436</ns0:v>
                </ns0:pt>
                <ns0:pt idx="189">
                  <ns0:v>-0.00041823223000392318</ns0:v>
                </ns0:pt>
                <ns0:pt idx="190">
                  <ns0:v>-0.005311356857419014</ns0:v>
                </ns0:pt>
                <ns0:pt idx="191">
                  <ns0:v>-0.0092492923140525818</ns0:v>
                </ns0:pt>
                <ns0:pt idx="192">
                  <ns0:v>-0.0117157232016325</ns0:v>
                </ns0:pt>
                <ns0:pt idx="193">
                  <ns0:v>-0.012346534989774227</ns0:v>
                </ns0:pt>
                <ns0:pt idx="194">
                  <ns0:v>-0.010941768065094948</ns0:v>
                </ns0:pt>
                <ns0:pt idx="195">
                  <ns0:v>-0.007422247901558876</ns0:v>
                </ns0:pt>
                <ns0:pt idx="196">
                  <ns0:v>-0.0021883540321141481</ns0:v>
                </ns0:pt>
                <ns0:pt idx="197">
                  <ns0:v>0.0042159534059464931</ns0:v>
                </ns0:pt>
                <ns0:pt idx="198">
                  <ns0:v>0.011263567954301834</ns0:v>
                </ns0:pt>
                <ns0:pt idx="199">
                  <ns0:v>0.018541103228926659</ns0:v>
                </ns0:pt>
                <ns0:pt idx="200">
                  <ns0:v>0.025528229773044586</ns0:v>
                </ns0:pt>
                <ns0:pt idx="201">
                  <ns0:v>0.032199576497077942</ns0:v>
                </ns0:pt>
                <ns0:pt idx="202">
                  <ns0:v>0.038322467356920242</ns0:v>
                </ns0:pt>
                <ns0:pt idx="203">
                  <ns0:v>0.044088777154684067</ns0:v>
                </ns0:pt>
                <ns0:pt idx="204">
                  <ns0:v>0.04914272204041481</ns0:v>
                </ns0:pt>
                <ns0:pt idx="205">
                  <ns0:v>0.053226098418235779</ns0:v>
                </ns0:pt>
                <ns0:pt idx="206">
                  <ns0:v>0.05609222874045372</ns0:v>
                </ns0:pt>
                <ns0:pt idx="207">
                  <ns0:v>0.057538002729415894</ns0:v>
                </ns0:pt>
                <ns0:pt idx="208">
                  <ns0:v>0.057258330285549164</ns0:v>
                </ns0:pt>
                <ns0:pt idx="209">
                  <ns0:v>0.055547043681144714</ns0:v>
                </ns0:pt>
                <ns0:pt idx="210">
                  <ns0:v>0.052502833306789398</ns0:v>
                </ns0:pt>
                <ns0:pt idx="211">
                  <ns0:v>0.048442929983139038</ns0:v>
                </ns0:pt>
                <ns0:pt idx="212">
                  <ns0:v>0.043718695640563965</ns0:v>
                </ns0:pt>
                <ns0:pt idx="213">
                  <ns0:v>0.038698431104421616</ns0:v>
                </ns0:pt>
                <ns0:pt idx="214">
                  <ns0:v>0.033739715814590454</ns0:v>
                </ns0:pt>
                <ns0:pt idx="215">
                  <ns0:v>0.029384782537817955</ns0:v>
                </ns0:pt>
                <ns0:pt idx="216">
                  <ns0:v>0.024917569011449814</ns0:v>
                </ns0:pt>
                <ns0:pt idx="217">
                  <ns0:v>0.020465448498725891</ns0:v>
                </ns0:pt>
                <ns0:pt idx="218">
                  <ns0:v>0.01593032106757164</ns0:v>
                </ns0:pt>
                <ns0:pt idx="219">
                  <ns0:v>0.011200914159417152</ns0:v>
                </ns0:pt>
                <ns0:pt idx="220">
                  <ns0:v>0.0065692495554685593</ns0:v>
                </ns0:pt>
                <ns0:pt idx="221">
                  <ns0:v>0.002721485449001193</ns0:v>
                </ns0:pt>
                <ns0:pt idx="222">
                  <ns0:v>0.00032199203269556165</ns0:v>
                </ns0:pt>
                <ns0:pt idx="223">
                  <ns0:v>-0.00016705274174455553</ns0:v>
                </ns0:pt>
                <ns0:pt idx="224">
                  <ns0:v>0.0015626293607056141</ns0:v>
                </ns0:pt>
                <ns0:pt idx="225">
                  <ns0:v>0.005425682757049799</ns0:v>
                </ns0:pt>
                <ns0:pt idx="226">
                  <ns0:v>0.010915892198681831</ns0:v>
                </ns0:pt>
                <ns0:pt idx="227">
                  <ns0:v>0.017482053488492966</ns0:v>
                </ns0:pt>
                <ns0:pt idx="228">
                  <ns0:v>0.024592185392975807</ns0:v>
                </ns0:pt>
                <ns0:pt idx="229">
                  <ns0:v>0.031788550317287445</ns0:v>
                </ns0:pt>
                <ns0:pt idx="230">
                  <ns0:v>0.038846306502819061</ns0:v>
                </ns0:pt>
                <ns0:pt idx="231">
                  <ns0:v>0.045672737061977386</ns0:v>
                </ns0:pt>
                <ns0:pt idx="232">
                  <ns0:v>0.052292913198471069</ns0:v>
                </ns0:pt>
                <ns0:pt idx="233">
                  <ns0:v>0.058789275586605072</ns0:v>
                </ns0:pt>
                <ns0:pt idx="234">
                  <ns0:v>0.064689129590988159</ns0:v>
                </ns0:pt>
                <ns0:pt idx="235">
                  <ns0:v>0.069629661738872528</ns0:v>
                </ns0:pt>
                <ns0:pt idx="236">
                  <ns0:v>0.07318134605884552</ns0:v>
                </ns0:pt>
                <ns0:pt idx="237">
                  <ns0:v>0.075052045285701752</ns0:v>
                </ns0:pt>
                <ns0:pt idx="238">
                  <ns0:v>0.074826739728450775</ns0:v>
                </ns0:pt>
                <ns0:pt idx="239">
                  <ns0:v>0.072983309626579285</ns0:v>
                </ns0:pt>
                <ns0:pt idx="240">
                  <ns0:v>0.069302484393119812</ns0:v>
                </ns0:pt>
                <ns0:pt idx="241">
                  <ns0:v>0.064872801303863525</ns0:v>
                </ns0:pt>
                <ns0:pt idx="242">
                  <ns0:v>0.059845142066478729</ns0:v>
                </ns0:pt>
                <ns0:pt idx="243">
                  <ns0:v>0.054764982312917709</ns0:v>
                </ns0:pt>
                <ns0:pt idx="244">
                  <ns0:v>0.04986165463924408</ns0:v>
                </ns0:pt>
                <ns0:pt idx="245">
                  <ns0:v>0.045135550200939178</ns0:v>
                </ns0:pt>
                <ns0:pt idx="246">
                  <ns0:v>0.040481481701135635</ns0:v>
                </ns0:pt>
                <ns0:pt idx="247">
                  <ns0:v>0.035714000463485718</ns0:v>
                </ns0:pt>
                <ns0:pt idx="248">
                  <ns0:v>0.030765509232878685</ns0:v>
                </ns0:pt>
                <ns0:pt idx="249">
                  <ns0:v>0.025819513946771622</ns0:v>
                </ns0:pt>
                <ns0:pt idx="250">
                  <ns0:v>0.021311521530151367</ns0:v>
                </ns0:pt>
                <ns0:pt idx="251">
                  <ns0:v>0.018044311553239822</ns0:v>
                </ns0:pt>
                <ns0:pt idx="252">
                  <ns0:v>0.016706384718418121</ns0:v>
                </ns0:pt>
                <ns0:pt idx="253">
                  <ns0:v>0.017576487734913826</ns0:v>
                </ns0:pt>
                <ns0:pt idx="254">
                  <ns0:v>0.020928740501403809</ns0:v>
                </ns0:pt>
                <ns0:pt idx="255">
                  <ns0:v>0.026461606845259666</ns0:v>
                </ns0:pt>
                <ns0:pt idx="256">
                  <ns0:v>0.03323427215218544</ns0:v>
                </ns0:pt>
                <ns0:pt idx="257">
                  <ns0:v>0.040582407265901566</ns0:v>
                </ns0:pt>
                <ns0:pt idx="258">
                  <ns0:v>0.04788270965218544</ns0:v>
                </ns0:pt>
                <ns0:pt idx="259">
                  <ns0:v>0.05474085733294487</ns0:v>
                </ns0:pt>
                <ns0:pt idx="260">
                  <ns0:v>0.061127118766307831</ns0:v>
                </ns0:pt>
                <ns0:pt idx="261">
                  <ns0:v>0.067198425531387329</ns0:v>
                </ns0:pt>
                <ns0:pt idx="262">
                  <ns0:v>0.072979830205440521</ns0:v>
                </ns0:pt>
                <ns0:pt idx="263">
                  <ns0:v>0.078671887516975403</ns0:v>
                </ns0:pt>
                <ns0:pt idx="264">
                  <ns0:v>0.08354659378528595</ns0:v>
                </ns0:pt>
                <ns0:pt idx="265">
                  <ns0:v>0.08719288557767868</ns0:v>
                </ns0:pt>
                <ns0:pt idx="266">
                  <ns0:v>0.089237414300441742</ns0:v>
                </ns0:pt>
                <ns0:pt idx="267">
                  <ns0:v>0.089388564229011536</ns0:v>
                </ns0:pt>
                <ns0:pt idx="268">
                  <ns0:v>0.08773619681596756</ns0:v>
                </ns0:pt>
                <ns0:pt idx="269">
                  <ns0:v>0.084745302796363831</ns0:v>
                </ns0:pt>
                <ns0:pt idx="270">
                  <ns0:v>0.080792523920536041</ns0:v>
                </ns0:pt>
                <ns0:pt idx="271">
                  <ns0:v>0.0763850137591362</ns0:v>
                </ns0:pt>
                <ns0:pt idx="272">
                  <ns0:v>0.07184126228094101</ns0:v>
                </ns0:pt>
                <ns0:pt idx="273">
                  <ns0:v>0.067556574940681458</ns0:v>
                </ns0:pt>
                <ns0:pt idx="274">
                  <ns0:v>0.063514597713947296</ns0:v>
                </ns0:pt>
                <ns0:pt idx="275">
                  <ns0:v>0.059525858610868454</ns0:v>
                </ns0:pt>
                <ns0:pt idx="276">
                  <ns0:v>0.055398646742105484</ns0:v>
                </ns0:pt>
                <ns0:pt idx="277">
                  <ns0:v>0.050982438027858734</ns0:v>
                </ns0:pt>
                <ns0:pt idx="278">
                  <ns0:v>0.046477403491735458</ns0:v>
                </ns0:pt>
                <ns0:pt idx="279">
                  <ns0:v>0.042107485234737396</ns0:v>
                </ns0:pt>
                <ns0:pt idx="280">
                  <ns0:v>0.038399234414100647</ns0:v>
                </ns0:pt>
                <ns0:pt idx="281">
                  <ns0:v>0.036335207521915436</ns0:v>
                </ns0:pt>
                <ns0:pt idx="282">
                  <ns0:v>0.036446347832679749</ns0:v>
                </ns0:pt>
                <ns0:pt idx="283">
                  <ns0:v>0.039095409214496613</ns0:v>
                </ns0:pt>
                <ns0:pt idx="284">
                  <ns0:v>0.043884709477424622</ns0:v>
                </ns0:pt>
                <ns0:pt idx="285">
                  <ns0:v>0.049931343644857407</ns0:v>
                </ns0:pt>
                <ns0:pt idx="286">
                  <ns0:v>0.056447297334671021</ns0:v>
                </ns0:pt>
                <ns0:pt idx="287">
                  <ns0:v>0.062872804701328278</ns0:v>
                </ns0:pt>
                <ns0:pt idx="288">
                  <ns0:v>0.068852871656417847</ns0:v>
                </ns0:pt>
                <ns0:pt idx="289">
                  <ns0:v>0.074439756572246552</ns0:v>
                </ns0:pt>
                <ns0:pt idx="290">
                  <ns0:v>0.079753689467906952</ns0:v>
                </ns0:pt>
                <ns0:pt idx="291">
                  <ns0:v>0.084910422563552856</ns0:v>
                </ns0:pt>
                <ns0:pt idx="292">
                  <ns0:v>0.089825674891471863</ns0:v>
                </ns0:pt>
                <ns0:pt idx="293">
                  <ns0:v>0.09400632232427597</ns0:v>
                </ns0:pt>
                <ns0:pt idx="294">
                  <ns0:v>0.096923790872097015</ns0:v>
                </ns0:pt>
                <ns0:pt idx="295">
                  <ns0:v>0.098149038851261139</ns0:v>
                </ns0:pt>
                <ns0:pt idx="296">
                  <ns0:v>0.097440317273139954</ns0:v>
                </ns0:pt>
                <ns0:pt idx="297">
                  <ns0:v>0.09517708420753479</ns0:v>
                </ns0:pt>
                <ns0:pt idx="298">
                  <ns0:v>0.091745063662528992</ns0:v>
                </ns0:pt>
                <ns0:pt idx="299">
                  <ns0:v>0.08805546909570694</ns0:v>
                </ns0:pt>
                <ns0:pt idx="300">
                  <ns0:v>0.083730459213256836</ns0:v>
                </ns0:pt>
                <ns0:pt idx="301">
                  <ns0:v>0.079584605991840363</ns0:v>
                </ns0:pt>
                <ns0:pt idx="302">
                  <ns0:v>0.07573988288640976</ns0:v>
                </ns0:pt>
                <ns0:pt idx="303">
                  <ns0:v>0.072084672749042511</ns0:v>
                </ns0:pt>
                <ns0:pt idx="304">
                  <ns0:v>0.068299710750579834</ns0:v>
                </ns0:pt>
                <ns0:pt idx="305">
                  <ns0:v>0.064244821667671204</ns0:v>
                </ns0:pt>
                <ns0:pt idx="306">
                  <ns0:v>0.059880532324314117</ns0:v>
                </ns0:pt>
                <ns0:pt idx="307">
                  <ns0:v>0.055593393743038177</ns0:v>
                </ns0:pt>
                <ns0:pt idx="308">
                  <ns0:v>0.05143548920750618</ns0:v>
                </ns0:pt>
                <ns0:pt idx="309">
                  <ns0:v>0.048219703137874603</ns0:v>
                </ns0:pt>
                <ns0:pt idx="310">
                  <ns0:v>0.046760644763708115</ns0:v>
                </ns0:pt>
                <ns0:pt idx="311">
                  <ns0:v>0.047662433236837387</ns0:v>
                </ns0:pt>
                <ns0:pt idx="312">
                  <ns0:v>0.050995208323001862</ns0:v>
                </ns0:pt>
                <ns0:pt idx="313">
                  <ns0:v>0.055976096540689468</ns0:v>
                </ns0:pt>
                <ns0:pt idx="314">
                  <ns0:v>0.061781033873558044</ns0:v>
                </ns0:pt>
                <ns0:pt idx="315">
                  <ns0:v>0.067801430821418762</ns0:v>
                </ns0:pt>
                <ns0:pt idx="316">
                  <ns0:v>0.073574870824813843</ns0:v>
                </ns0:pt>
                <ns0:pt idx="317">
                  <ns0:v>0.079052343964576721</ns0:v>
                </ns0:pt>
                <ns0:pt idx="318">
                  <ns0:v>0.084317579865455627</ns0:v>
                </ns0:pt>
                <ns0:pt idx="319">
                  <ns0:v>0.089354418218135834</ns0:v>
                </ns0:pt>
                <ns0:pt idx="320">
                  <ns0:v>0.094306394457817078</ns0:v>
                </ns0:pt>
                <ns0:pt idx="321">
                  <ns0:v>0.098940856754779816</ns0:v>
                </ns0:pt>
                <ns0:pt idx="322">
                  <ns0:v>0.10267674177885056</ns0:v>
                </ns0:pt>
                <ns0:pt idx="323">
                  <ns0:v>0.10482361912727356</ns0:v>
                </ns0:pt>
                <ns0:pt idx="324">
                  <ns0:v>0.10452099144458771</ns0:v>
                </ns0:pt>
                <ns0:pt idx="325">
                  <ns0:v>0.10297045856714249</ns0:v>
                </ns0:pt>
                <ns0:pt idx="326">
                  <ns0:v>0.099980257451534271</ns0:v>
                </ns0:pt>
                <ns0:pt idx="327">
                  <ns0:v>0.095928505063056946</ns0:v>
                </ns0:pt>
                <ns0:pt idx="328">
                  <ns0:v>0.091300509870052338</ns0:v>
                </ns0:pt>
                <ns0:pt idx="329">
                  <ns0:v>0.086577288806438446</ns0:v>
                </ns0:pt>
                <ns0:pt idx="330">
                  <ns0:v>0.082098186016082764</ns0:v>
                </ns0:pt>
                <ns0:pt idx="331">
                  <ns0:v>0.077901311218738556</ns0:v>
                </ns0:pt>
                <ns0:pt idx="332">
                  <ns0:v>0.073620125651359558</ns0:v>
                </ns0:pt>
                <ns0:pt idx="333">
                  <ns0:v>0.069155208766460419</ns0:v>
                </ns0:pt>
                <ns0:pt idx="334">
                  <ns0:v>0.064476162195205688</ns0:v>
                </ns0:pt>
                <ns0:pt idx="335">
                  <ns0:v>0.059694863855838776</ns0:v>
                </ns0:pt>
                <ns0:pt idx="336">
                  <ns0:v>0.055009201169013977</ns0:v>
                </ns0:pt>
                <ns0:pt idx="337">
                  <ns0:v>0.050921492278575897</ns0:v>
                </ns0:pt>
                <ns0:pt idx="338">
                  <ns0:v>0.048381157219409943</ns0:v>
                </ns0:pt>
                <ns0:pt idx="339">
                  <ns0:v>0.048090256750583649</ns0:v>
                </ns0:pt>
                <ns0:pt idx="340">
                  <ns0:v>0.050401214510202408</ns0:v>
                </ns0:pt>
                <ns0:pt idx="341">
                  <ns0:v>0.055053308606147766</ns0:v>
                </ns0:pt>
                <ns0:pt idx="342">
                  <ns0:v>0.060896288603544235</ns0:v>
                </ns0:pt>
                <ns0:pt idx="343">
                  <ns0:v>0.067170828580856323</ns0:v>
                </ns0:pt>
                <ns0:pt idx="344">
                  <ns0:v>0.073363125324249268</ns0:v>
                </ns0:pt>
                <ns0:pt idx="345">
                  <ns0:v>0.079049251973628998</ns0:v>
                </ns0:pt>
                <ns0:pt idx="346">
                  <ns0:v>0.084288053214550018</ns0:v>
                </ns0:pt>
                <ns0:pt idx="347">
                  <ns0:v>0.089181073009967804</ns0:v>
                </ns0:pt>
                <ns0:pt idx="348">
                  <ns0:v>0.093990489840507507</ns0:v>
                </ns0:pt>
                <ns0:pt idx="349">
                  <ns0:v>0.09849848598241806</ns0:v>
                </ns0:pt>
                <ns0:pt idx="350">
                  <ns0:v>0.10215084999799728</ns0:v>
                </ns0:pt>
                <ns0:pt idx="351">
                  <ns0:v>0.10449714958667755</ns0:v>
                </ns0:pt>
                <ns0:pt idx="352">
                  <ns0:v>0.10515914857387543</ns0:v>
                </ns0:pt>
                <ns0:pt idx="353">
                  <ns0:v>0.10401225835084915</ns0:v>
                </ns0:pt>
                <ns0:pt idx="354">
                  <ns0:v>0.10145944356918335</ns0:v>
                </ns0:pt>
                <ns0:pt idx="355">
                  <ns0:v>0.097817517817020416</ns0:v>
                </ns0:pt>
                <ns0:pt idx="356">
                  <ns0:v>0.093555361032485962</ns0:v>
                </ns0:pt>
                <ns0:pt idx="357">
                  <ns0:v>0.089077495038509369</ns0:v>
                </ns0:pt>
                <ns0:pt idx="358">
                  <ns0:v>0.084824077785015106</ns0:v>
                </ns0:pt>
                <ns0:pt idx="359">
                  <ns0:v>0.080803081393241882</ns0:v>
                </ns0:pt>
                <ns0:pt idx="360">
                  <ns0:v>0.076938651502132416</ns0:v>
                </ns0:pt>
                <ns0:pt idx="361">
                  <ns0:v>0.072973072528839111</ns0:v>
                </ns0:pt>
                <ns0:pt idx="362">
                  <ns0:v>0.068663068115711212</ns0:v>
                </ns0:pt>
                <ns0:pt idx="363">
                  <ns0:v>0.064006984233856201</ns0:v>
                </ns0:pt>
                <ns0:pt idx="364">
                  <ns0:v>0.059329919517040253</ns0:v>
                </ns0:pt>
                <ns0:pt idx="365">
                  <ns0:v>0.054771076887845993</ns0:v>
                </ns0:pt>
                <ns0:pt idx="366">
                  <ns0:v>0.050980538129806519</ns0:v>
                </ns0:pt>
                <ns0:pt idx="367">
                  <ns0:v>0.04908241331577301</ns0:v>
                </ns0:pt>
                <ns0:pt idx="368">
                  <ns0:v>0.049620401114225388</ns0:v>
                </ns0:pt>
                <ns0:pt idx="369">
                  <ns0:v>0.05251094326376915</ns0:v>
                </ns0:pt>
                <ns0:pt idx="370">
                  <ns0:v>0.057135730981826782</ns0:v>
                </ns0:pt>
                <ns0:pt idx="371">
                  <ns0:v>0.062636226415634155</ns0:v>
                </ns0:pt>
                <ns0:pt idx="372">
                  <ns0:v>0.068479262292385101</ns0:v>
                </ns0:pt>
                <ns0:pt idx="373">
                  <ns0:v>0.07403881847858429</ns0:v>
                </ns0:pt>
                <ns0:pt idx="374">
                  <ns0:v>0.079415589570999146</ns0:v>
                </ns0:pt>
                <ns0:pt idx="375">
                  <ns0:v>0.08463364839553833</ns0:v>
                </ns0:pt>
                <ns0:pt idx="376">
                  <ns0:v>0.089713066816329956</ns0:v>
                </ns0:pt>
                <ns0:pt idx="377">
                  <ns0:v>0.09468521922826767</ns0:v>
                </ns0:pt>
                <ns0:pt idx="378">
                  <ns0:v>0.099256105720996857</ns0:v>
                </ns0:pt>
                <ns0:pt idx="379">
                  <ns0:v>0.10270819813013077</ns0:v>
                </ns0:pt>
                <ns0:pt idx="380">
                  <ns0:v>0.10449463874101639</ns0:v>
                </ns0:pt>
                <ns0:pt idx="381">
                  <ns0:v>0.10425295680761337</ns0:v>
                </ns0:pt>
                <ns0:pt idx="382">
                  <ns0:v>0.1022007092833519</ns0:v>
                </ns0:pt>
                <ns0:pt idx="383">
                  <ns0:v>0.098717734217643738</ns0:v>
                </ns0:pt>
                <ns0:pt idx="384">
                  <ns0:v>0.094222418963909149</ns0:v>
                </ns0:pt>
                <ns0:pt idx="385">
                  <ns0:v>0.089206047356128693</ns0:v>
                </ns0:pt>
                <ns0:pt idx="386">
                  <ns0:v>0.084149464964866638</ns0:v>
                </ns0:pt>
                <ns0:pt idx="387">
                  <ns0:v>0.079380020499229431</ns0:v>
                </ns0:pt>
                <ns0:pt idx="388">
                  <ns0:v>0.074959293007850647</ns0:v>
                </ns0:pt>
                <ns0:pt idx="389">
                  <ns0:v>0.070504046976566315</ns0:v>
                </ns0:pt>
                <ns0:pt idx="390">
                  <ns0:v>0.066011495888233185</ns0:v>
                </ns0:pt>
                <ns0:pt idx="391">
                  <ns0:v>0.059633292257785797</ns0:v>
                </ns0:pt>
                <ns0:pt idx="392">
                  <ns0:v>0.051162537187337875</ns0:v>
                </ns0:pt>
                <ns0:pt idx="393">
                  <ns0:v>0.040421366691589355</ns0:v>
                </ns0:pt>
                <ns0:pt idx="394">
                  <ns0:v>0.02777763269841671</ns0:v>
                </ns0:pt>
                <ns0:pt idx="395">
                  <ns0:v>0.014007036574184895</ns0:v>
                </ns0:pt>
                <ns0:pt idx="396">
                  <ns0:v>3.2107036531670019e-05</ns0:v>
                </ns0:pt>
                <ns0:pt idx="397">
                  <ns0:v>-0.013527167029678822</ns0:v>
                </ns0:pt>
                <ns0:pt idx="398">
                  <ns0:v>-0.026065327227115631</ns0:v>
                </ns0:pt>
                <ns0:pt idx="399">
                  <ns0:v>-0.037363629788160324</ns0:v>
                </ns0:pt>
                <ns0:pt idx="400">
                  <ns0:v>-0.047389645129442215</ns0:v>
                </ns0:pt>
                <ns0:pt idx="401">
                  <ns0:v>-0.056055068969726562</ns0:v>
                </ns0:pt>
                <ns0:pt idx="402">
                  <ns0:v>0.20586036145687103</ns0:v>
                </ns0:pt>
                <ns0:pt idx="403">
                  <ns0:v>0.20114766061306</ns0:v>
                </ns0:pt>
                <ns0:pt idx="404">
                  <ns0:v>0.1942615807056427</ns0:v>
                </ns0:pt>
                <ns0:pt idx="405">
                  <ns0:v>0.18576130270957947</ns0:v>
                </ns0:pt>
                <ns0:pt idx="406">
                  <ns0:v>0.17611902952194214</ns0:v>
                </ns0:pt>
                <ns0:pt idx="407">
                  <ns0:v>0.16559213399887085</ns0:v>
                </ns0:pt>
                <ns0:pt idx="408">
                  <ns0:v>0.15439943969249725</ns0:v>
                </ns0:pt>
                <ns0:pt idx="409">
                  <ns0:v>0.14272361993789673</ns0:v>
                </ns0:pt>
                <ns0:pt idx="410">
                  <ns0:v>0.13090059161186218</ns0:v>
                </ns0:pt>
                <ns0:pt idx="411">
                  <ns0:v>0.11968909949064255</ns0:v>
                </ns0:pt>
                <ns0:pt idx="412">
                  <ns0:v>0.1095418706536293</ns0:v>
                </ns0:pt>
                <ns0:pt idx="413">
                  <ns0:v>0.10077661275863647</ns0:v>
                </ns0:pt>
                <ns0:pt idx="414">
                  <ns0:v>0.093598321080207825</ns0:v>
                </ns0:pt>
                <ns0:pt idx="415">
                  <ns0:v>0.089123658835887909</ns0:v>
                </ns0:pt>
                <ns0:pt idx="416">
                  <ns0:v>0.084890604019165039</ns0:v>
                </ns0:pt>
                <ns0:pt idx="417">
                  <ns0:v>0.080799996852874756</ns0:v>
                </ns0:pt>
                <ns0:pt idx="418">
                  <ns0:v>0.076633073389530182</ns0:v>
                </ns0:pt>
                <ns0:pt idx="419">
                  <ns0:v>0.072223126888275146</ns0:v>
                </ns0:pt>
                <ns0:pt idx="420">
                  <ns0:v>0.067617885768413544</ns0:v>
                </ns0:pt>
                <ns0:pt idx="421">
                  <ns0:v>0.062991790473461151</ns0:v>
                </ns0:pt>
                <ns0:pt idx="422">
                  <ns0:v>0.058585416525602341</ns0:v>
                </ns0:pt>
                <ns0:pt idx="423">
                  <ns0:v>0.054943867027759552</ns0:v>
                </ns0:pt>
                <ns0:pt idx="424">
                  <ns0:v>0.052688904106616974</ns0:v>
                </ns0:pt>
                <ns0:pt idx="425">
                  <ns0:v>0.053069930523633957</ns0:v>
                </ns0:pt>
                <ns0:pt idx="426">
                  <ns0:v>0.056285195052623749</ns0:v>
                </ns0:pt>
                <ns0:pt idx="427">
                  <ns0:v>0.062150903046131134</ns0:v>
                </ns0:pt>
                <ns0:pt idx="428">
                  <ns0:v>0.069616332650184631</ns0:v>
                </ns0:pt>
                <ns0:pt idx="429">
                  <ns0:v>0.077812761068344116</ns0:v>
                </ns0:pt>
                <ns0:pt idx="430">
                  <ns0:v>0.086017265915870667</ns0:v>
                </ns0:pt>
                <ns0:pt idx="431">
                  <ns0:v>0.093825668096542358</ns0:v>
                </ns0:pt>
                <ns0:pt idx="432">
                  <ns0:v>0.10118075460195541</ns0:v>
                </ns0:pt>
                <ns0:pt idx="433">
                  <ns0:v>0.1081521213054657</ns0:v>
                </ns0:pt>
                <ns0:pt idx="434">
                  <ns0:v>0.11471109092235565</ns0:v>
                </ns0:pt>
                <ns0:pt idx="435">
                  <ns0:v>0.1207190603017807</ns0:v>
                </ns0:pt>
                <ns0:pt idx="436">
                  <ns0:v>0.12564213573932648</ns0:v>
                </ns0:pt>
                <ns0:pt idx="437">
                  <ns0:v>0.12912219762802124</ns0:v>
                </ns0:pt>
                <ns0:pt idx="438">
                  <ns0:v>0.1308436393737793</ns0:v>
                </ns0:pt>
                <ns0:pt idx="439">
                  <ns0:v>0.13059347867965698</ns0:v>
                </ns0:pt>
                <ns0:pt idx="440">
                  <ns0:v>0.128567174077034</ns0:v>
                </ns0:pt>
                <ns0:pt idx="441">
                  <ns0:v>0.12522430717945099</ns0:v>
                </ns0:pt>
                <ns0:pt idx="442">
                  <ns0:v>0.1212586909532547</ns0:v>
                </ns0:pt>
                <ns0:pt idx="443">
                  <ns0:v>0.117280013859272</ns0:v>
                </ns0:pt>
                <ns0:pt idx="444">
                  <ns0:v>0.11368198692798615</ns0:v>
                </ns0:pt>
                <ns0:pt idx="445">
                  <ns0:v>0.11054208129644394</ns0:v>
                </ns0:pt>
                <ns0:pt idx="446">
                  <ns0:v>0.1076180562376976</ns0:v>
                </ns0:pt>
                <ns0:pt idx="447">
                  <ns0:v>0.10455272346735001</ns0:v>
                </ns0:pt>
                <ns0:pt idx="448">
                  <ns0:v>0.10125395655632019</ns0:v>
                </ns0:pt>
                <ns0:pt idx="449">
                  <ns0:v>0.097801133990287781</ns0:v>
                </ns0:pt>
                <ns0:pt idx="450">
                  <ns0:v>0.094366304576396942</ns0:v>
                </ns0:pt>
                <ns0:pt idx="451">
                  <ns0:v>0.091068066656589508</ns0:v>
                </ns0:pt>
                <ns0:pt idx="452">
                  <ns0:v>0.088361352682113647</ns0:v>
                </ns0:pt>
                <ns0:pt idx="453">
                  <ns0:v>0.087237976491451263</ns0:v>
                </ns0:pt>
                <ns0:pt idx="454">
                  <ns0:v>0.088373623788356781</ns0:v>
                </ns0:pt>
                <ns0:pt idx="455">
                  <ns0:v>0.092306308448314667</ns0:v>
                </ns0:pt>
                <ns0:pt idx="456">
                  <ns0:v>0.09882277250289917</ns0:v>
                </ns0:pt>
                <ns0:pt idx="457">
                  <ns0:v>0.10672494024038315</ns0:v>
                </ns0:pt>
                <ns0:pt idx="458">
                  <ns0:v>0.11505036056041718</ns0:v>
                </ns0:pt>
                <ns0:pt idx="459">
                  <ns0:v>0.12315814942121506</ns0:v>
                </ns0:pt>
                <ns0:pt idx="460">
                  <ns0:v>0.13077495992183685</ns0:v>
                </ns0:pt>
                <ns0:pt idx="461">
                  <ns0:v>0.13781638443470001</ns0:v>
                </ns0:pt>
                <ns0:pt idx="462">
                  <ns0:v>0.14423836767673492</ns0:v>
                </ns0:pt>
                <ns0:pt idx="463">
                  <ns0:v>0.15002681314945221</ns0:v>
                </ns0:pt>
                <ns0:pt idx="464">
                  <ns0:v>0.15525749325752258</ns0:v>
                </ns0:pt>
                <ns0:pt idx="465">
                  <ns0:v>0.15966406464576721</ns0:v>
                </ns0:pt>
                <ns0:pt idx="466">
                  <ns0:v>0.16276420652866364</ns0:v>
                </ns0:pt>
                <ns0:pt idx="467">
                  <ns0:v>0.16400186717510223</ns0:v>
                </ns0:pt>
                <ns0:pt idx="468">
                  <ns0:v>0.16330355405807495</ns0:v>
                </ns0:pt>
                <ns0:pt idx="469">
                  <ns0:v>0.16097763180732727</ns0:v>
                </ns0:pt>
                <ns0:pt idx="470">
                  <ns0:v>0.15768247842788696</ns0:v>
                </ns0:pt>
                <ns0:pt idx="471">
                  <ns0:v>0.1539631187915802</ns0:v>
                </ns0:pt>
                <ns0:pt idx="472">
                  <ns0:v>0.15033547580242157</ns0:v>
                </ns0:pt>
                <ns0:pt idx="473">
                  <ns0:v>0.14697709679603577</ns0:v>
                </ns0:pt>
                <ns0:pt idx="474">
                  <ns0:v>0.14372240006923676</ns0:v>
                </ns0:pt>
                <ns0:pt idx="475">
                  <ns0:v>0.14026461541652679</ns0:v>
                </ns0:pt>
                <ns0:pt idx="476">
                  <ns0:v>0.13653729856014252</ns0:v>
                </ns0:pt>
                <ns0:pt idx="477">
                  <ns0:v>0.13259167969226837</ns0:v>
                </ns0:pt>
                <ns0:pt idx="478">
                  <ns0:v>0.12865555286407471</ns0:v>
                </ns0:pt>
                <ns0:pt idx="479">
                  <ns0:v>0.12482237070798874</ns0:v>
                </ns0:pt>
                <ns0:pt idx="480">
                  <ns0:v>0.12110341340303421</ns0:v>
                </ns0:pt>
                <ns0:pt idx="481">
                  <ns0:v>0.11801072955131531</ns0:v>
                </ns0:pt>
                <ns0:pt idx="482">
                  <ns0:v>0.11671915650367737</ns0:v>
                </ns0:pt>
                <ns0:pt idx="483">
                  <ns0:v>0.11803814768791199</ns0:v>
                </ns0:pt>
                <ns0:pt idx="484">
                  <ns0:v>0.12228198349475861</ns0:v>
                </ns0:pt>
                <ns0:pt idx="485">
                  <ns0:v>0.12875477969646454</ns0:v>
                </ns0:pt>
                <ns0:pt idx="486">
                  <ns0:v>0.13624395430088043</ns0:v>
                </ns0:pt>
                <ns0:pt idx="487">
                  <ns0:v>0.14397569000720978</ns0:v>
                </ns0:pt>
                <ns0:pt idx="488">
                  <ns0:v>0.15150296688079834</ns0:v>
                </ns0:pt>
                <ns0:pt idx="489">
                  <ns0:v>0.15855953097343445</ns0:v>
                </ns0:pt>
                <ns0:pt idx="490">
                  <ns0:v>0.16496847569942474</ns0:v>
                </ns0:pt>
                <ns0:pt idx="491">
                  <ns0:v>0.17065757513046265</ns0:v>
                </ns0:pt>
                <ns0:pt idx="492">
                  <ns0:v>0.17568427324295044</ns0:v>
                </ns0:pt>
                <ns0:pt idx="493">
                  <ns0:v>0.179881751537323</ns0:v>
                </ns0:pt>
                <ns0:pt idx="494">
                  <ns0:v>0.18286888301372528</ns0:v>
                </ns0:pt>
                <ns0:pt idx="495">
                  <ns0:v>0.1840793639421463</ns0:v>
                </ns0:pt>
                <ns0:pt idx="496">
                  <ns0:v>0.18350133299827576</ns0:v>
                </ns0:pt>
                <ns0:pt idx="497">
                  <ns0:v>0.18138395249843597</ns0:v>
                </ns0:pt>
                <ns0:pt idx="498">
                  <ns0:v>0.1782430112361908</ns0:v>
                </ns0:pt>
                <ns0:pt idx="499">
                  <ns0:v>0.174550861120224</ns0:v>
                </ns0:pt>
                <ns0:pt idx="500">
                  <ns0:v>0.17081555724143982</ns0:v>
                </ns0:pt>
                <ns0:pt idx="501">
                  <ns0:v>0.16725790500640869</ns0:v>
                </ns0:pt>
                <ns0:pt idx="502">
                  <ns0:v>0.16379579901695251</ns0:v>
                </ns0:pt>
                <ns0:pt idx="503">
                  <ns0:v>0.16012139618396759</ns0:v>
                </ns0:pt>
                <ns0:pt idx="504">
                  <ns0:v>0.15596841275691986</ns0:v>
                </ns0:pt>
                <ns0:pt idx="505">
                  <ns0:v>0.15156854689121246</ns0:v>
                </ns0:pt>
                <ns0:pt idx="506">
                  <ns0:v>0.14704833924770355</ns0:v>
                </ns0:pt>
                <ns0:pt idx="507">
                  <ns0:v>0.14244776964187622</ns0:v>
                </ns0:pt>
                <ns0:pt idx="508">
                  <ns0:v>0.13796225190162659</ns0:v>
                </ns0:pt>
                <ns0:pt idx="509">
                  <ns0:v>0.13386362791061401</ns0:v>
                </ns0:pt>
                <ns0:pt idx="510">
                  <ns0:v>0.13098885118961334</ns0:v>
                </ns0:pt>
                <ns0:pt idx="511">
                  <ns0:v>0.13048446178436279</ns0:v>
                </ns0:pt>
                <ns0:pt idx="512">
                  <ns0:v>0.13292975723743439</ns0:v>
                </ns0:pt>
                <ns0:pt idx="513">
                  <ns0:v>0.13811159133911133</ns0:v>
                </ns0:pt>
                <ns0:pt idx="514">
                  <ns0:v>0.14479227364063263</ns0:v>
                </ns0:pt>
                <ns0:pt idx="515">
                  <ns0:v>0.15200738608837128</ns0:v>
                </ns0:pt>
                <ns0:pt idx="516">
                  <ns0:v>0.15912382304668427</ns0:v>
                </ns0:pt>
                <ns0:pt idx="517">
                  <ns0:v>0.16580712795257568</ns0:v>
                </ns0:pt>
                <ns0:pt idx="518">
                  <ns0:v>0.17190849781036377</ns0:v>
                </ns0:pt>
                <ns0:pt idx="519">
                  <ns0:v>0.17733412981033325</ns0:v>
                </ns0:pt>
                <ns0:pt idx="520">
                  <ns0:v>0.1820637583732605</ns0:v>
                </ns0:pt>
                <ns0:pt idx="521">
                  <ns0:v>0.18589763343334198</ns0:v>
                </ns0:pt>
                <ns0:pt idx="522">
                  <ns0:v>0.18851940333843231</ns0:v>
                </ns0:pt>
                <ns0:pt idx="523">
                  <ns0:v>0.18945705890655518</ns0:v>
                </ns0:pt>
                <ns0:pt idx="524">
                  <ns0:v>0.1886279284954071</ns0:v>
                </ns0:pt>
                <ns0:pt idx="525">
                  <ns0:v>0.18637822568416595</ns0:v>
                </ns0:pt>
                <ns0:pt idx="526">
                  <ns0:v>0.18315280973911285</ns0:v>
                </ns0:pt>
                <ns0:pt idx="527">
                  <ns0:v>0.17938345670700073</ns0:v>
                </ns0:pt>
                <ns0:pt idx="528">
                  <ns0:v>0.17552466690540314</ns0:v>
                </ns0:pt>
                <ns0:pt idx="529">
                  <ns0:v>0.17201705276966095</ns0:v>
                </ns0:pt>
                <ns0:pt idx="530">
                  <ns0:v>0.16873382031917572</ns0:v>
                </ns0:pt>
                <ns0:pt idx="531">
                  <ns0:v>0.16539755463600159</ns0:v>
                </ns0:pt>
                <ns0:pt idx="532">
                  <ns0:v>0.16180175542831421</ns0:v>
                </ns0:pt>
                <ns0:pt idx="533">
                  <ns0:v>0.15778824687004089</ns0:v>
                </ns0:pt>
                <ns0:pt idx="534">
                  <ns0:v>0.15354733169078827</ns0:v>
                </ns0:pt>
                <ns0:pt idx="535">
                  <ns0:v>0.14926618337631226</ns0:v>
                </ns0:pt>
                <ns0:pt idx="536">
                  <ns0:v>0.14508055150508881</ns0:v>
                </ns0:pt>
                <ns0:pt idx="537">
                  <ns0:v>0.14109793305397034</ns0:v>
                </ns0:pt>
                <ns0:pt idx="538">
                  <ns0:v>0.13786107301712036</ns0:v>
                </ns0:pt>
                <ns0:pt idx="539">
                  <ns0:v>0.13658419251441956</ns0:v>
                </ns0:pt>
                <ns0:pt idx="540">
                  <ns0:v>0.13810394704341888</ns0:v>
                </ns0:pt>
                <ns0:pt idx="541">
                  <ns0:v>0.14225095510482788</ns0:v>
                </ns0:pt>
                <ns0:pt idx="542">
                  <ns0:v>0.14770126342773438</ns0:v>
                </ns0:pt>
                <ns0:pt idx="543">
                  <ns0:v>0.1535697877407074</ns0:v>
                </ns0:pt>
                <ns0:pt idx="544">
                  <ns0:v>0.15924893319606781</ns0:v>
                </ns0:pt>
                <ns0:pt idx="545">
                  <ns0:v>0.16452737152576447</ns0:v>
                </ns0:pt>
                <ns0:pt idx="546">
                  <ns0:v>0.16931015253067017</ns0:v>
                </ns0:pt>
                <ns0:pt idx="547">
                  <ns0:v>0.17352940142154694</ns0:v>
                </ns0:pt>
                <ns0:pt idx="548">
                  <ns0:v>0.17717245221138</ns0:v>
                </ns0:pt>
                <ns0:pt idx="549">
                  <ns0:v>0.18015055358409882</ns0:v>
                </ns0:pt>
                <ns0:pt idx="550">
                  <ns0:v>0.18206290900707245</ns0:v>
                </ns0:pt>
                <ns0:pt idx="551">
                  <ns0:v>0.18244634568691254</ns0:v>
                </ns0:pt>
                <ns0:pt idx="552">
                  <ns0:v>0.18130950629711151</ns0:v>
                </ns0:pt>
                <ns0:pt idx="553">
                  <ns0:v>0.17898650467395782</ns0:v>
                </ns0:pt>
                <ns0:pt idx="554">
                  <ns0:v>0.17590193450450897</ns0:v>
                </ns0:pt>
                <ns0:pt idx="555">
                  <ns0:v>0.17245244979858398</ns0:v>
                </ns0:pt>
                <ns0:pt idx="556">
                  <ns0:v>0.16904713213443756</ns0:v>
                </ns0:pt>
                <ns0:pt idx="557">
                  <ns0:v>0.16602909564971924</ns0:v>
                </ns0:pt>
                <ns0:pt idx="558">
                  <ns0:v>0.16333480179309845</ns0:v>
                </ns0:pt>
                <ns0:pt idx="559">
                  <ns0:v>0.16063967347145081</ns0:v>
                </ns0:pt>
                <ns0:pt idx="560">
                  <ns0:v>0.15758243203163147</ns0:v>
                </ns0:pt>
                <ns0:pt idx="561">
                  <ns0:v>0.15419948101043701</ns0:v>
                </ns0:pt>
                <ns0:pt idx="562">
                  <ns0:v>0.15066450834274292</ns0:v>
                </ns0:pt>
                <ns0:pt idx="563">
                  <ns0:v>0.14708337187767029</ns0:v>
                </ns0:pt>
                <ns0:pt idx="564">
                  <ns0:v>0.14355815947055817</ns0:v>
                </ns0:pt>
                <ns0:pt idx="565">
                  <ns0:v>0.14015167951583862</ns0:v>
                </ns0:pt>
                <ns0:pt idx="566">
                  <ns0:v>0.1375359445810318</ns0:v>
                </ns0:pt>
                <ns0:pt idx="567">
                  <ns0:v>0.1371099054813385</ns0:v>
                </ns0:pt>
                <ns0:pt idx="568">
                  <ns0:v>0.1394617110490799</ns0:v>
                </ns0:pt>
                <ns0:pt idx="569">
                  <ns0:v>0.1441204845905304</ns0:v>
                </ns0:pt>
                <ns0:pt idx="570">
                  <ns0:v>0.14993478357791901</ns0:v>
                </ns0:pt>
                <ns0:pt idx="571">
                  <ns0:v>0.15599532425403595</ns0:v>
                </ns0:pt>
                <ns0:pt idx="572">
                  <ns0:v>0.16181689500808716</ns0:v>
                </ns0:pt>
                <ns0:pt idx="573">
                  <ns0:v>0.16725310683250427</ns0:v>
                </ns0:pt>
                <ns0:pt idx="574">
                  <ns0:v>0.17215335369110107</ns0:v>
                </ns0:pt>
                <ns0:pt idx="575">
                  <ns0:v>0.17646671831607819</ns0:v>
                </ns0:pt>
                <ns0:pt idx="576">
                  <ns0:v>0.18021997809410095</ns0:v>
                </ns0:pt>
                <ns0:pt idx="577">
                  <ns0:v>0.18322630226612091</ns0:v>
                </ns0:pt>
                <ns0:pt idx="578">
                  <ns0:v>0.18505364656448364</ns0:v>
                </ns0:pt>
                <ns0:pt idx="579">
                  <ns0:v>0.1852220892906189</ns0:v>
                </ns0:pt>
                <ns0:pt idx="580">
                  <ns0:v>0.18383508920669556</ns0:v>
                </ns0:pt>
                <ns0:pt idx="581">
                  <ns0:v>0.18108999729156494</ns0:v>
                </ns0:pt>
                <ns0:pt idx="582">
                  <ns0:v>0.17752918601036072</ns0:v>
                </ns0:pt>
                <ns0:pt idx="583">
                  <ns0:v>0.17368444800376892</ns0:v>
                </ns0:pt>
                <ns0:pt idx="584">
                  <ns0:v>0.16999511420726776</ns0:v>
                </ns0:pt>
                <ns0:pt idx="585">
                  <ns0:v>0.16678212583065033</ns0:v>
                </ns0:pt>
                <ns0:pt idx="586">
                  <ns0:v>0.16381105780601501</ns0:v>
                </ns0:pt>
                <ns0:pt idx="587">
                  <ns0:v>0.16074220836162567</ns0:v>
                </ns0:pt>
                <ns0:pt idx="588">
                  <ns0:v>0.15727709233760834</ns0:v>
                </ns0:pt>
                <ns0:pt idx="589">
                  <ns0:v>0.15358345210552216</ns0:v>
                </ns0:pt>
                <ns0:pt idx="590">
                  <ns0:v>0.14977408945560455</ns0:v>
                </ns0:pt>
                <ns0:pt idx="591">
                  <ns0:v>0.14601078629493713</ns0:v>
                </ns0:pt>
                <ns0:pt idx="592">
                  <ns0:v>0.14233843982219696</ns0:v>
                </ns0:pt>
                <ns0:pt idx="593">
                  <ns0:v>0.13891766965389252</ns0:v>
                </ns0:pt>
                <ns0:pt idx="594">
                  <ns0:v>0.13664108514785767</ns0:v>
                </ns0:pt>
                <ns0:pt idx="595">
                  <ns0:v>0.13666437566280365</ns0:v>
                </ns0:pt>
                <ns0:pt idx="596">
                  <ns0:v>0.1393110603094101</ns0:v>
                </ns0:pt>
                <ns0:pt idx="597">
                  <ns0:v>0.14399378001689911</ns0:v>
                </ns0:pt>
                <ns0:pt idx="598">
                  <ns0:v>0.14972162246704102</ns0:v>
                </ns0:pt>
                <ns0:pt idx="599">
                  <ns0:v>0.15582887828350067</ns0:v>
                </ns0:pt>
                <ns0:pt idx="600">
                  <ns0:v>0.16187545657157898</ns0:v>
                </ns0:pt>
                <ns0:pt idx="601">
                  <ns0:v>0.16769908368587494</ns0:v>
                </ns0:pt>
                <ns0:pt idx="602">
                  <ns0:v>0.17309632897377014</ns0:v>
                </ns0:pt>
                <ns0:pt idx="603">
                  <ns0:v>0.17801721394062042</ns0:v>
                </ns0:pt>
                <ns0:pt idx="604">
                  <ns0:v>0.18237109482288361</ns0:v>
                </ns0:pt>
                <ns0:pt idx="605">
                  <ns0:v>0.18579462170600891</ns0:v>
                </ns0:pt>
                <ns0:pt idx="606">
                  <ns0:v>0.18797904253005981</ns0:v>
                </ns0:pt>
                <ns0:pt idx="607">
                  <ns0:v>0.18838228285312653</ns0:v>
                </ns0:pt>
                <ns0:pt idx="608">
                  <ns0:v>0.18700124323368073</ns0:v>
                </ns0:pt>
                <ns0:pt idx="609">
                  <ns0:v>0.18434138596057892</ns0:v>
                </ns0:pt>
                <ns0:pt idx="610">
                  <ns0:v>0.18082565069198608</ns0:v>
                </ns0:pt>
                <ns0:pt idx="611">
                  <ns0:v>0.17691256105899811</ns0:v>
                </ns0:pt>
                <ns0:pt idx="612">
                  <ns0:v>0.17303352057933807</ns0:v>
                </ns0:pt>
                <ns0:pt idx="613">
                  <ns0:v>0.16949844360351562</ns0:v>
                </ns0:pt>
                <ns0:pt idx="614">
                  <ns0:v>0.16597330570220947</ns0:v>
                </ns0:pt>
                <ns0:pt idx="615">
                  <ns0:v>0.1622699499130249</ns0:v>
                </ns0:pt>
                <ns0:pt idx="616">
                  <ns0:v>0.15820780396461487</ns0:v>
                </ns0:pt>
                <ns0:pt idx="617">
                  <ns0:v>0.15391165018081665</ns0:v>
                </ns0:pt>
                <ns0:pt idx="618">
                  <ns0:v>0.14958058297634125</ns0:v>
                </ns0:pt>
                <ns0:pt idx="619">
                  <ns0:v>0.14537888765335083</ns0:v>
                </ns0:pt>
                <ns0:pt idx="620">
                  <ns0:v>0.14138162136077881</ns0:v>
                </ns0:pt>
                <ns0:pt idx="621">
                  <ns0:v>0.13802918791770935</ns0:v>
                </ns0:pt>
                <ns0:pt idx="622">
                  <ns0:v>0.13618391752243042</ns0:v>
                </ns0:pt>
                <ns0:pt idx="623">
                  <ns0:v>0.13676957786083221</ns0:v>
                </ns0:pt>
                <ns0:pt idx="624">
                  <ns0:v>0.14012189209461212</ns0:v>
                </ns0:pt>
                <ns0:pt idx="625">
                  <ns0:v>0.14546166360378265</ns0:v>
                </ns0:pt>
                <ns0:pt idx="626">
                  <ns0:v>0.15156105160713196</ns0:v>
                </ns0:pt>
                <ns0:pt idx="627">
                  <ns0:v>0.15761689841747284</ns0:v>
                </ns0:pt>
                <ns0:pt idx="628">
                  <ns0:v>0.16318672895431519</ns0:v>
                </ns0:pt>
                <ns0:pt idx="629">
                  <ns0:v>0.16825519502162933</ns0:v>
                </ns0:pt>
                <ns0:pt idx="630">
                  <ns0:v>0.17275594174861908</ns0:v>
                </ns0:pt>
                <ns0:pt idx="631">
                  <ns0:v>0.17667640745639801</ns0:v>
                </ns0:pt>
                <ns0:pt idx="632">
                  <ns0:v>0.18010494112968445</ns0:v>
                </ns0:pt>
                <ns0:pt idx="633">
                  <ns0:v>0.18282428383827209</ns0:v>
                </ns0:pt>
                <ns0:pt idx="634">
                  <ns0:v>0.18424628674983978</ns0:v>
                </ns0:pt>
                <ns0:pt idx="635">
                  <ns0:v>0.18400636315345764</ns0:v>
                </ns0:pt>
                <ns0:pt idx="636">
                  <ns0:v>0.18231704831123352</ns0:v>
                </ns0:pt>
                <ns0:pt idx="637">
                  <ns0:v>0.17939811944961548</ns0:v>
                </ns0:pt>
                <ns0:pt idx="638">
                  <ns0:v>0.17579104006290436</ns0:v>
                </ns0:pt>
                <ns0:pt idx="639">
                  <ns0:v>0.17203603684902191</ns0:v>
                </ns0:pt>
                <ns0:pt idx="640">
                  <ns0:v>0.16849811375141144</ns0:v>
                </ns0:pt>
                <ns0:pt idx="641">
                  <ns0:v>0.16532891988754272</ns0:v>
                </ns0:pt>
                <ns0:pt idx="642">
                  <ns0:v>0.16233763098716736</ns0:v>
                </ns0:pt>
                <ns0:pt idx="643">
                  <ns0:v>0.15921613574028015</ns0:v>
                </ns0:pt>
                <ns0:pt idx="644">
                  <ns0:v>0.15577502548694611</ns0:v>
                </ns0:pt>
                <ns0:pt idx="645">
                  <ns0:v>0.15205144882202148</ns0:v>
                </ns0:pt>
                <ns0:pt idx="646">
                  <ns0:v>0.1481747180223465</ns0:v>
                </ns0:pt>
                <ns0:pt idx="647">
                  <ns0:v>0.1443856805562973</ns0:v>
                </ns0:pt>
                <ns0:pt idx="648">
                  <ns0:v>0.14070160686969757</ns0:v>
                </ns0:pt>
                <ns0:pt idx="649">
                  <ns0:v>0.13734394311904907</ns0:v>
                </ns0:pt>
                <ns0:pt idx="650">
                  <ns0:v>0.13529016077518463</ns0:v>
                </ns0:pt>
                <ns0:pt idx="651">
                  <ns0:v>0.13565567135810852</ns0:v>
                </ns0:pt>
                <ns0:pt idx="652">
                  <ns0:v>0.13885001838207245</ns0:v>
                </ns0:pt>
                <ns0:pt idx="653">
                  <ns0:v>0.14416269958019257</ns0:v>
                </ns0:pt>
                <ns0:pt idx="654">
                  <ns0:v>0.15054276585578918</ns0:v>
                </ns0:pt>
                <ns0:pt idx="655">
                  <ns0:v>0.15721587836742401</ns0:v>
                </ns0:pt>
                <ns0:pt idx="656">
                  <ns0:v>0.16375167667865753</ns0:v>
                </ns0:pt>
                <ns0:pt idx="657">
                  <ns0:v>0.16991174221038818</ns0:v>
                </ns0:pt>
                <ns0:pt idx="658">
                  <ns0:v>0.17546683549880981</ns0:v>
                </ns0:pt>
                <ns0:pt idx="659">
                  <ns0:v>0.18038186430931091</ns0:v>
                </ns0:pt>
                <ns0:pt idx="660">
                  <ns0:v>0.18466983735561371</ns0:v>
                </ns0:pt>
                <ns0:pt idx="661">
                  <ns0:v>0.18798419833183289</ns0:v>
                </ns0:pt>
                <ns0:pt idx="662">
                  <ns0:v>0.19004324078559875</ns0:v>
                </ns0:pt>
                <ns0:pt idx="663">
                  <ns0:v>0.19035130739212036</ns0:v>
                </ns0:pt>
                <ns0:pt idx="664">
                  <ns0:v>0.18873459100723267</ns0:v>
                </ns0:pt>
                <ns0:pt idx="665">
                  <ns0:v>0.18544760346412659</ns0:v>
                </ns0:pt>
                <ns0:pt idx="666">
                  <ns0:v>0.18116992712020874</ns0:v>
                </ns0:pt>
                <ns0:pt idx="667">
                  <ns0:v>0.17650945484638214</ns0:v>
                </ns0:pt>
                <ns0:pt idx="668">
                  <ns0:v>0.17195716500282288</ns0:v>
                </ns0:pt>
                <ns0:pt idx="669">
                  <ns0:v>0.16777151823043823</ns0:v>
                </ns0:pt>
                <ns0:pt idx="670">
                  <ns0:v>0.16384881734848022</ns0:v>
                </ns0:pt>
                <ns0:pt idx="671">
                  <ns0:v>0.15987418591976166</ns0:v>
                </ns0:pt>
                <ns0:pt idx="672">
                  <ns0:v>0.15566837787628174</ns0:v>
                </ns0:pt>
                <ns0:pt idx="673">
                  <ns0:v>0.15123394131660461</ns0:v>
                </ns0:pt>
                <ns0:pt idx="674">
                  <ns0:v>0.14676035940647125</ns0:v>
                </ns0:pt>
                <ns0:pt idx="675">
                  <ns0:v>0.14239555597305298</ns0:v>
                </ns0:pt>
                <ns0:pt idx="676">
                  <ns0:v>0.1382119357585907</ns0:v>
                </ns0:pt>
                <ns0:pt idx="677">
                  <ns0:v>0.13452789187431335</ns0:v>
                </ns0:pt>
                <ns0:pt idx="678">
                  <ns0:v>0.13226494193077087</ns0:v>
                </ns0:pt>
                <ns0:pt idx="679">
                  <ns0:v>0.13236099481582642</ns0:v>
                </ns0:pt>
                <ns0:pt idx="680">
                  <ns0:v>0.13536655902862549</ns0:v>
                </ns0:pt>
                <ns0:pt idx="681">
                  <ns0:v>0.14091934263706207</ns0:v>
                </ns0:pt>
                <ns0:pt idx="682">
                  <ns0:v>0.1475919783115387</ns0:v>
                </ns0:pt>
                <ns0:pt idx="683">
                  <ns0:v>0.1546071320772171</ns0:v>
                </ns0:pt>
                <ns0:pt idx="684">
                  <ns0:v>0.16131110489368439</ns0:v>
                </ns0:pt>
                <ns0:pt idx="685">
                  <ns0:v>0.16746556758880615</ns0:v>
                </ns0:pt>
                <ns0:pt idx="686">
                  <ns0:v>0.17291983962059021</ns0:v>
                </ns0:pt>
                <ns0:pt idx="687">
                  <ns0:v>0.17770712077617645</ns0:v>
                </ns0:pt>
                <ns0:pt idx="688">
                  <ns0:v>0.18185661733150482</ns0:v>
                </ns0:pt>
                <ns0:pt idx="689">
                  <ns0:v>0.18537408113479614</ns0:v>
                </ns0:pt>
                <ns0:pt idx="690">
                  <ns0:v>0.18795230984687805</ns0:v>
                </ns0:pt>
                <ns0:pt idx="691">
                  <ns0:v>0.18901756405830383</ns0:v>
                </ns0:pt>
                <ns0:pt idx="692">
                  <ns0:v>0.18858058750629425</ns0:v>
                </ns0:pt>
                <ns0:pt idx="693">
                  <ns0:v>0.18694423139095306</ns0:v>
                </ns0:pt>
                <ns0:pt idx="694">
                  <ns0:v>0.18435722589492798</ns0:v>
                </ns0:pt>
                <ns0:pt idx="695">
                  <ns0:v>0.18117934465408325</ns0:v>
                </ns0:pt>
                <ns0:pt idx="696">
                  <ns0:v>0.17788033187389374</ns0:v>
                </ns0:pt>
                <ns0:pt idx="697">
                  <ns0:v>0.17460405826568604</ns0:v>
                </ns0:pt>
                <ns0:pt idx="698">
                  <ns0:v>0.17139112949371338</ns0:v>
                </ns0:pt>
                <ns0:pt idx="699">
                  <ns0:v>0.16794721782207489</ns0:v>
                </ns0:pt>
                <ns0:pt idx="700">
                  <ns0:v>0.16407831013202667</ns0:v>
                </ns0:pt>
                <ns0:pt idx="701">
                  <ns0:v>0.15979835391044617</ns0:v>
                </ns0:pt>
                <ns0:pt idx="702">
                  <ns0:v>0.15531191229820251</ns0:v>
                </ns0:pt>
                <ns0:pt idx="703">
                  <ns0:v>0.15088188648223877</ns0:v>
                </ns0:pt>
                <ns0:pt idx="704">
                  <ns0:v>0.14655950665473938</ns0:v>
                </ns0:pt>
                <ns0:pt idx="705">
                  <ns0:v>0.14251789450645447</ns0:v>
                </ns0:pt>
                <ns0:pt idx="706">
                  <ns0:v>0.13934929668903351</ns0:v>
                </ns0:pt>
                <ns0:pt idx="707">
                  <ns0:v>0.13846378028392792</ns0:v>
                </ns0:pt>
                <ns0:pt idx="708">
                  <ns0:v>0.1403631716966629</ns0:v>
                </ns0:pt>
                <ns0:pt idx="709">
                  <ns0:v>0.14495939016342163</ns0:v>
                </ns0:pt>
                <ns0:pt idx="710">
                  <ns0:v>0.15097898244857788</ns0:v>
                </ns0:pt>
                <ns0:pt idx="711">
                  <ns0:v>0.15764959156513214</ns0:v>
                </ns0:pt>
                <ns0:pt idx="712">
                  <ns0:v>0.16425199806690216</ns0:v>
                </ns0:pt>
                <ns0:pt idx="713">
                  <ns0:v>0.1705285906791687</ns0:v>
                </ns0:pt>
                <ns0:pt idx="714">
                  <ns0:v>0.17627924680709839</ns0:v>
                </ns0:pt>
                <ns0:pt idx="715">
                  <ns0:v>0.18139153718948364</ns0:v>
                </ns0:pt>
                <ns0:pt idx="716">
                  <ns0:v>0.18577294051647186</ns0:v>
                </ns0:pt>
                <ns0:pt idx="717">
                  <ns0:v>0.18909120559692383</ns0:v>
                </ns0:pt>
                <ns0:pt idx="718">
                  <ns0:v>0.1909250020980835</ns0:v>
                </ns0:pt>
                <ns0:pt idx="719">
                  <ns0:v>0.19103826582431793</ns0:v>
                </ns0:pt>
                <ns0:pt idx="720">
                  <ns0:v>0.18929632008075714</ns0:v>
                </ns0:pt>
                <ns0:pt idx="721">
                  <ns0:v>0.18597492575645447</ns0:v>
                </ns0:pt>
                <ns0:pt idx="722">
                  <ns0:v>0.18162190914154053</ns0:v>
                </ns0:pt>
                <ns0:pt idx="723">
                  <ns0:v>0.17687688767910004</ns0:v>
                </ns0:pt>
                <ns0:pt idx="724">
                  <ns0:v>0.17224237322807312</ns0:v>
                </ns0:pt>
                <ns0:pt idx="725">
                  <ns0:v>0.16806350648403168</ns0:v>
                </ns0:pt>
                <ns0:pt idx="726">
                  <ns0:v>0.16429966688156128</ns0:v>
                </ns0:pt>
                <ns0:pt idx="727">
                  <ns0:v>0.16063813865184784</ns0:v>
                </ns0:pt>
                <ns0:pt idx="728">
                  <ns0:v>0.15673282742500305</ns0:v>
                </ns0:pt>
                <ns0:pt idx="729">
                  <ns0:v>0.15256606042385101</ns0:v>
                </ns0:pt>
                <ns0:pt idx="730">
                  <ns0:v>0.14821796119213104</ns0:v>
                </ns0:pt>
                <ns0:pt idx="731">
                  <ns0:v>0.14375710487365723</ns0:v>
                </ns0:pt>
                <ns0:pt idx="732">
                  <ns0:v>0.13937261700630188</ns0:v>
                </ns0:pt>
                <ns0:pt idx="733">
                  <ns0:v>0.13525830209255219</ns0:v>
                </ns0:pt>
                <ns0:pt idx="734">
                  <ns0:v>0.13196244835853577</ns0:v>
                </ns0:pt>
                <ns0:pt idx="735">
                  <ns0:v>0.13076163828372955</ns0:v>
                </ns0:pt>
                <ns0:pt idx="736">
                  <ns0:v>0.13232220709323883</ns0:v>
                </ns0:pt>
                <ns0:pt idx="737">
                  <ns0:v>0.13672570884227753</ns0:v>
                </ns0:pt>
                <ns0:pt idx="738">
                  <ns0:v>0.14269368350505829</ns0:v>
                </ns0:pt>
                <ns0:pt idx="739">
                  <ns0:v>0.14921160042285919</ns0:v>
                </ns0:pt>
                <ns0:pt idx="740">
                  <ns0:v>0.15560859441757202</ns0:v>
                </ns0:pt>
                <ns0:pt idx="741">
                  <ns0:v>0.1615867018699646</ns0:v>
                </ns0:pt>
                <ns0:pt idx="742">
                  <ns0:v>0.16701298952102661</ns0:v>
                </ns0:pt>
                <ns0:pt idx="743">
                  <ns0:v>0.17181362211704254</ns0:v>
                </ns0:pt>
                <ns0:pt idx="744">
                  <ns0:v>0.17599481344223022</ns0:v>
                </ns0:pt>
                <ns0:pt idx="745">
                  <ns0:v>0.17963048815727234</ns0:v>
                </ns0:pt>
                <ns0:pt idx="746">
                  <ns0:v>0.1824258416891098</ns0:v>
                </ns0:pt>
                <ns0:pt idx="747">
                  <ns0:v>0.18387949466705322</ns0:v>
                </ns0:pt>
                <ns0:pt idx="748">
                  <ns0:v>0.18371239304542542</ns0:v>
                </ns0:pt>
                <ns0:pt idx="749">
                  <ns0:v>0.18215806782245636</ns0:v>
                </ns0:pt>
                <ns0:pt idx="750">
                  <ns0:v>0.17948614060878754</ns0:v>
                </ns0:pt>
                <ns0:pt idx="751">
                  <ns0:v>0.17609396576881409</ns0:v>
                </ns0:pt>
                <ns0:pt idx="752">
                  <ns0:v>0.17242597043514252</ns0:v>
                </ns0:pt>
                <ns0:pt idx="753">
                  <ns0:v>0.16885644197463989</ns0:v>
                </ns0:pt>
                <ns0:pt idx="754">
                  <ns0:v>0.16547141969203949</ns0:v>
                </ns0:pt>
                <ns0:pt idx="755">
                  <ns0:v>0.16208302974700928</ns0:v>
                </ns0:pt>
                <ns0:pt idx="756">
                  <ns0:v>0.15854831039905548</ns0:v>
                </ns0:pt>
                <ns0:pt idx="757">
                  <ns0:v>0.15465852618217468</ns0:v>
                </ns0:pt>
                <ns0:pt idx="758">
                  <ns0:v>0.15056243538856506</ns0:v>
                </ns0:pt>
                <ns0:pt idx="759">
                  <ns0:v>0.14641788601875305</ns0:v>
                </ns0:pt>
                <ns0:pt idx="760">
                  <ns0:v>0.14240662753582001</ns0:v>
                </ns0:pt>
                <ns0:pt idx="761">
                  <ns0:v>0.13858775794506073</ns0:v>
                </ns0:pt>
                <ns0:pt idx="762">
                  <ns0:v>0.135269895195961</ns0:v>
                </ns0:pt>
                <ns0:pt idx="763">
                  <ns0:v>0.13377609848976135</ns0:v>
                </ns0:pt>
                <ns0:pt idx="764">
                  <ns0:v>0.13500909507274628</ns0:v>
                </ns0:pt>
                <ns0:pt idx="765">
                  <ns0:v>0.13903377950191498</ns0:v>
                </ns0:pt>
                <ns0:pt idx="766">
                  <ns0:v>0.14483436942100525</ns0:v>
                </ns0:pt>
                <ns0:pt idx="767">
                  <ns0:v>0.15140941739082336</ns0:v>
                </ns0:pt>
                <ns0:pt idx="768">
                  <ns0:v>0.15805011987686157</ns0:v>
                </ns0:pt>
                <ns0:pt idx="769">
                  <ns0:v>0.16440786421298981</ns0:v>
                </ns0:pt>
                <ns0:pt idx="770">
                  <ns0:v>0.17029249668121338</ns0:v>
                </ns0:pt>
                <ns0:pt idx="771">
                  <ns0:v>0.17557473480701447</ns0:v>
                </ns0:pt>
                <ns0:pt idx="772">
                  <ns0:v>0.18020260334014893</ns0:v>
                </ns0:pt>
                <ns0:pt idx="773">
                  <ns0:v>0.18400295078754425</ns0:v>
                </ns0:pt>
                <ns0:pt idx="774">
                  <ns0:v>0.18659184873104095</ns0:v>
                </ns0:pt>
                <ns0:pt idx="775">
                  <ns0:v>0.18763948976993561</ns0:v>
                </ns0:pt>
                <ns0:pt idx="776">
                  <ns0:v>0.18691405653953552</ns0:v>
                </ns0:pt>
                <ns0:pt idx="777">
                  <ns0:v>0.18467317521572113</ns0:v>
                </ns0:pt>
                <ns0:pt idx="778">
                  <ns0:v>0.1811387687921524</ns0:v>
                </ns0:pt>
                <ns0:pt idx="779">
                  <ns0:v>0.17690043151378632</ns0:v>
                </ns0:pt>
                <ns0:pt idx="780">
                  <ns0:v>0.17244483530521393</ns0:v>
                </ns0:pt>
                <ns0:pt idx="781">
                  <ns0:v>0.16819070279598236</ns0:v>
                </ns0:pt>
                <ns0:pt idx="782">
                  <ns0:v>0.16429628431797028</ns0:v>
                </ns0:pt>
                <ns0:pt idx="783">
                  <ns0:v>0.16059127449989319</ns0:v>
                </ns0:pt>
                <ns0:pt idx="784">
                  <ns0:v>0.1567876785993576</ns0:v>
                </ns0:pt>
                <ns0:pt idx="785">
                  <ns0:v>0.15269280970096588</ns0:v>
                </ns0:pt>
                <ns0:pt idx="786">
                  <ns0:v>0.14837661385536194</ns0:v>
                </ns0:pt>
                <ns0:pt idx="787">
                  <ns0:v>0.14402930438518524</ns0:v>
                </ns0:pt>
                <ns0:pt idx="788">
                  <ns0:v>0.13974525034427643</ns0:v>
                </ns0:pt>
                <ns0:pt idx="789">
                  <ns0:v>0.13559906184673309</ns0:v>
                </ns0:pt>
                <ns0:pt idx="790">
                  <ns0:v>0.12465731054544449</ns0:v>
                </ns0:pt>
                <ns0:pt idx="791">
                  <ns0:v>0.11326346546411514</ns0:v>
                </ns0:pt>
                <ns0:pt idx="792">
                  <ns0:v>0.1024077907204628</ns0:v>
                </ns0:pt>
                <ns0:pt idx="793">
                  <ns0:v>0.092846229672431946</ns0:v>
                </ns0:pt>
                <ns0:pt idx="794">
                  <ns0:v>0.084984675049781799</ns0:v>
                </ns0:pt>
                <ns0:pt idx="795">
                  <ns0:v>0.079025037586688995</ns0:v>
                </ns0:pt>
                <ns0:pt idx="796">
                  <ns0:v>0.075143858790397644</ns0:v>
                </ns0:pt>
                <ns0:pt idx="797">
                  <ns0:v>0.073507428169250488</ns0:v>
                </ns0:pt>
                <ns0:pt idx="798">
                  <ns0:v>0.074226856231689453</ns0:v>
                </ns0:pt>
                <ns0:pt idx="799">
                  <ns0:v>0.077412441372871399</ns0:v>
                </ns0:pt>
                <ns0:pt idx="800">
                  <ns0:v>0.083266496658325195</ns0:v>
                </ns0:pt>
                <ns0:pt idx="801">
                  <ns0:v>0.092135913670063019</ns0:v>
                </ns0:pt>
              </ns0:numCache>
            </ns0:numRef>
          </ns0:yVal>
          <ns0:smooth val="0"/>
        </ns0:ser>
        <ns0:axId val="31"/>
        <ns0:axId val="32"/>
      </ns0:scatterChart>
      <ns0:valAx>
        <ns0:axId val="3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2"/>
        <ns0:crossesAt val="-0.4"/>
        <ns0:crossBetween val="midCat"/>
        <ns0:majorUnit val="5.0"/>
      </ns0:valAx>
      <ns0:valAx>
        <ns0:axId val="32"/>
        <ns0:scaling>
          <ns0:orientation val="minMax"/>
          <ns0:max val="0.6000000000000001"/>
          <ns0:min val="-0.4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4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4"/>
          <ns0:y val="0.1"/>
          <ns0:w val="0.5"/>
          <ns0:h val="0.5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Data!$D$2:$D$1401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0.11048983359839822</ns0:v>
                </ns0:pt>
                <ns0:pt idx="201">
                  <ns0:v>0.11547106399850464</ns0:v>
                </ns0:pt>
                <ns0:pt idx="202">
                  <ns0:v>0.11635130485522446</ns0:v>
                </ns0:pt>
                <ns0:pt idx="203">
                  <ns0:v>0.11443187157659812</ns0:v>
                </ns0:pt>
                <ns0:pt idx="204">
                  <ns0:v>0.1110567956631263</ns0:v>
                </ns0:pt>
                <ns0:pt idx="205">
                  <ns0:v>0.10724330825273815</ns0:v>
                </ns0:pt>
                <ns0:pt idx="206">
                  <ns0:v>0.10446539340470536</ns0:v>
                </ns0:pt>
                <ns0:pt idx="207">
                  <ns0:v>0.10338657735290713</ns0:v>
                </ns0:pt>
                <ns0:pt idx="208">
                  <ns0:v>0.1040306199492318</ns0:v>
                </ns0:pt>
                <ns0:pt idx="209">
                  <ns0:v>0.10635452444587902</ns0:v>
                </ns0:pt>
                <ns0:pt idx="210">
                  <ns0:v>0.11023774379336042</ns0:v>
                </ns0:pt>
                <ns0:pt idx="211">
                  <ns0:v>0.11542432573622989</ns0:v>
                </ns0:pt>
                <ns0:pt idx="212">
                  <ns0:v>0.12145481399466755</ns0:v>
                </ns0:pt>
                <ns0:pt idx="213">
                  <ns0:v>0.13311654647791424</ns0:v>
                </ns0:pt>
                <ns0:pt idx="214">
                  <ns0:v>0.1452203574415665</ns0:v>
                </ns0:pt>
                <ns0:pt idx="215">
                  <ns0:v>0.15756341549868463</ns0:v>
                </ns0:pt>
                <ns0:pt idx="216">
                  <ns0:v>0.16924163807700501</ns0:v>
                </ns0:pt>
                <ns0:pt idx="217">
                  <ns0:v>0.17983206540224544</ns0:v>
                </ns0:pt>
                <ns0:pt idx="218">
                  <ns0:v>0.18912634256839345</ns0:v>
                </ns0:pt>
                <ns0:pt idx="219">
                  <ns0:v>0.19697080722061663</ns0:v>
                </ns0:pt>
                <ns0:pt idx="220">
                  <ns0:v>0.20341015062023568</ns0:v>
                </ns0:pt>
                <ns0:pt idx="221">
                  <ns0:v>0.20830871318804176</ns0:v>
                </ns0:pt>
                <ns0:pt idx="222">
                  <ns0:v>0.21188611054956014</ns0:v>
                </ns0:pt>
                <ns0:pt idx="223">
                  <ns0:v>0.21466154667324092</ns0:v>
                </ns0:pt>
                <ns0:pt idx="224">
                  <ns0:v>0.21737483376976585</ns0:v>
                </ns0:pt>
                <ns0:pt idx="225">
                  <ns0:v>0.22112361200654118</ns0:v>
                </ns0:pt>
                <ns0:pt idx="226">
                  <ns0:v>0.22676697491121381</ns0:v>
                </ns0:pt>
                <ns0:pt idx="227">
                  <ns0:v>0.23448572048681185</ns0:v>
                </ns0:pt>
                <ns0:pt idx="228">
                  <ns0:v>0.24395949580385262</ns0:v>
                </ns0:pt>
                <ns0:pt idx="229">
                  <ns0:v>0.25450624171625491</ns0:v>
                </ns0:pt>
                <ns0:pt idx="230">
                  <ns0:v>0.26520060087679675</ns0:v>
                </ns0:pt>
                <ns0:pt idx="231">
                  <ns0:v>0.27478638040450698</ns0:v>
                </ns0:pt>
                <ns0:pt idx="232">
                  <ns0:v>0.28272035865984579</ns0:v>
                </ns0:pt>
                <ns0:pt idx="233">
                  <ns0:v>0.28858055337638799</ns0:v>
                </ns0:pt>
                <ns0:pt idx="234">
                  <ns0:v>0.29236356611547698</ns0:v>
                </ns0:pt>
                <ns0:pt idx="235">
                  <ns0:v>0.29442969850231931</ns0:v>
                </ns0:pt>
                <ns0:pt idx="236">
                  <ns0:v>0.29491469411057641</ns0:v>
                </ns0:pt>
                <ns0:pt idx="237">
                  <ns0:v>0.29453443391881556</ns0:v>
                </ns0:pt>
                <ns0:pt idx="238">
                  <ns0:v>0.29374331312785218</ns0:v>
                </ns0:pt>
                <ns0:pt idx="239">
                  <ns0:v>0.29314334415576943</ns0:v>
                </ns0:pt>
                <ns0:pt idx="240">
                  <ns0:v>0.29244545279830148</ns0:v>
                </ns0:pt>
                <ns0:pt idx="241">
                  <ns0:v>0.29170621583097467</ns0:v>
                </ns0:pt>
                <ns0:pt idx="242">
                  <ns0:v>0.29111833800432924</ns0:v>
                </ns0:pt>
                <ns0:pt idx="243">
                  <ns0:v>0.29022667294201621</ns0:v>
                </ns0:pt>
                <ns0:pt idx="244">
                  <ns0:v>0.28872741224341347</ns0:v>
                </ns0:pt>
                <ns0:pt idx="245">
                  <ns0:v>0.28674663432776026</ns0:v>
                </ns0:pt>
                <ns0:pt idx="246">
                  <ns0:v>0.28424868249401791</ns0:v>
                </ns0:pt>
                <ns0:pt idx="247">
                  <ns0:v>0.28108729101287461</ns0:v>
                </ns0:pt>
                <ns0:pt idx="248">
                  <ns0:v>0.27748552123530951</ns0:v>
                </ns0:pt>
                <ns0:pt idx="249">
                  <ns0:v>0.27382447161454221</ns0:v>
                </ns0:pt>
                <ns0:pt idx="250">
                  <ns0:v>0.27023258879247786</ns0:v>
                </ns0:pt>
                <ns0:pt idx="251">
                  <ns0:v>0.26678222385762423</ns0:v>
                </ns0:pt>
                <ns0:pt idx="252">
                  <ns0:v>0.26350720942052386</ns0:v>
                </ns0:pt>
                <ns0:pt idx="253">
                  <ns0:v>0.26065647837133327</ns0:v>
                </ns0:pt>
                <ns0:pt idx="254">
                  <ns0:v>0.25840554608034616</ns0:v>
                </ns0:pt>
                <ns0:pt idx="255">
                  <ns0:v>0.25718870691484796</ns0:v>
                </ns0:pt>
                <ns0:pt idx="256">
                  <ns0:v>0.25685675565880806</ns0:v>
                </ns0:pt>
                <ns0:pt idx="257">
                  <ns0:v>0.25724550760324794</ns0:v>
                </ns0:pt>
                <ns0:pt idx="258">
                  <ns0:v>0.25849218224898396</ns0:v>
                </ns0:pt>
                <ns0:pt idx="259">
                  <ns0:v>0.26004951573946039</ns0:v>
                </ns0:pt>
                <ns0:pt idx="260">
                  <ns0:v>0.26168120426694796</ns0:v>
                </ns0:pt>
                <ns0:pt idx="261">
                  <ns0:v>0.2635122878523074</ns0:v>
                </ns0:pt>
                <ns0:pt idx="262">
                  <ns0:v>0.26499407514060269</ns0:v>
                </ns0:pt>
                <ns0:pt idx="263">
                  <ns0:v>0.26608788205138401</ns0:v>
                </ns0:pt>
                <ns0:pt idx="264">
                  <ns0:v>0.26705061989801337</ns0:v>
                </ns0:pt>
                <ns0:pt idx="265">
                  <ns0:v>0.26804622282615076</ns0:v>
                </ns0:pt>
                <ns0:pt idx="266">
                  <ns0:v>0.26852021458095554</ns0:v>
                </ns0:pt>
                <ns0:pt idx="267">
                  <ns0:v>0.26825826532454611</ns0:v>
                </ns0:pt>
                <ns0:pt idx="268">
                  <ns0:v>0.26820189156214697</ns0:v>
                </ns0:pt>
                <ns0:pt idx="269">
                  <ns0:v>0.26892310713691159</ns0:v>
                </ns0:pt>
                <ns0:pt idx="270">
                  <ns0:v>0.27009792896002177</ns0:v>
                </ns0:pt>
                <ns0:pt idx="271">
                  <ns0:v>0.27158317794826398</ns0:v>
                </ns0:pt>
                <ns0:pt idx="272">
                  <ns0:v>0.27344240287795907</ns0:v>
                </ns0:pt>
                <ns0:pt idx="273">
                  <ns0:v>0.27558636281512422</ns0:v>
                </ns0:pt>
                <ns0:pt idx="274">
                  <ns0:v>0.27778702860788784</ns0:v>
                </ns0:pt>
                <ns0:pt idx="275">
                  <ns0:v>0.28029785971164262</ns0:v>
                </ns0:pt>
                <ns0:pt idx="276">
                  <ns0:v>0.28273779390193937</ns0:v>
                </ns0:pt>
                <ns0:pt idx="277">
                  <ns0:v>0.28509237756305117</ns0:v>
                </ns0:pt>
                <ns0:pt idx="278">
                  <ns0:v>0.28732719428788245</ns0:v>
                </ns0:pt>
                <ns0:pt idx="279">
                  <ns0:v>0.28926629187629649</ns0:v>
                </ns0:pt>
                <ns0:pt idx="280">
                  <ns0:v>0.2904855043145696</ns0:v>
                </ns0:pt>
                <ns0:pt idx="281">
                  <ns0:v>0.29139571045835022</ns0:v>
                </ns0:pt>
                <ns0:pt idx="282">
                  <ns0:v>0.2917317233231343</ns0:v>
                </ns0:pt>
                <ns0:pt idx="283">
                  <ns0:v>0.29152460893540449</ns0:v>
                </ns0:pt>
                <ns0:pt idx="284">
                  <ns0:v>0.29104527967827909</ns0:v>
                </ns0:pt>
                <ns0:pt idx="285">
                  <ns0:v>0.29038136311224499</ns0:v>
                </ns0:pt>
                <ns0:pt idx="286">
                  <ns0:v>0.28928238717117843</ns0:v>
                </ns0:pt>
                <ns0:pt idx="287">
                  <ns0:v>0.28813544141018677</ns0:v>
                </ns0:pt>
                <ns0:pt idx="288">
                  <ns0:v>0.28733713948301265</ns0:v>
                </ns0:pt>
                <ns0:pt idx="289">
                  <ns0:v>0.28684379006524202</ns0:v>
                </ns0:pt>
                <ns0:pt idx="290">
                  <ns0:v>0.28648172343283035</ns0:v>
                </ns0:pt>
                <ns0:pt idx="291">
                  <ns0:v>0.28663037691483934</ns0:v>
                </ns0:pt>
                <ns0:pt idx="292">
                  <ns0:v>0.28675892700902383</ns0:v>
                </ns0:pt>
                <ns0:pt idx="293">
                  <ns0:v>0.28646612329753607</ns0:v>
                </ns0:pt>
                <ns0:pt idx="294">
                  <ns0:v>0.28544512232327579</ns0:v>
                </ns0:pt>
                <ns0:pt idx="295">
                  <ns0:v>0.28426536149834375</ns0:v>
                </ns0:pt>
                <ns0:pt idx="296">
                  <ns0:v>0.28347163111291623</ns0:v>
                </ns0:pt>
                <ns0:pt idx="297">
                  <ns0:v>0.2832425105130702</ns0:v>
                </ns0:pt>
                <ns0:pt idx="298">
                  <ns0:v>0.2832837101298542</ns0:v>
                </ns0:pt>
                <ns0:pt idx="299">
                  <ns0:v>0.28342214419765349</ns0:v>
                </ns0:pt>
                <ns0:pt idx="300">
                  <ns0:v>0.28319122468622665</ns0:v>
                </ns0:pt>
                <ns0:pt idx="301">
                  <ns0:v>0.2827842987590577</ns0:v>
                </ns0:pt>
                <ns0:pt idx="302">
                  <ns0:v>0.28223301378765042</ns0:v>
                </ns0:pt>
                <ns0:pt idx="303">
                  <ns0:v>0.28121818311039481</ns0:v>
                </ns0:pt>
                <ns0:pt idx="304">
                  <ns0:v>0.27998120578306013</ns0:v>
                </ns0:pt>
                <ns0:pt idx="305">
                  <ns0:v>0.27884119866747242</ns0:v>
                </ns0:pt>
                <ns0:pt idx="306">
                  <ns0:v>0.27781947954561736</ns0:v>
                </ns0:pt>
                <ns0:pt idx="307">
                  <ns0:v>0.27737859755859129</ns0:v>
                </ns0:pt>
                <ns0:pt idx="308">
                  <ns0:v>0.27762019027604001</ns0:v>
                </ns0:pt>
                <ns0:pt idx="309">
                  <ns0:v>0.27876357944823016</ns0:v>
                </ns0:pt>
                <ns0:pt idx="310">
                  <ns0:v>0.28012804880690517</ns0:v>
                </ns0:pt>
                <ns0:pt idx="311">
                  <ns0:v>0.28178689128234824</ns0:v>
                </ns0:pt>
                <ns0:pt idx="312">
                  <ns0:v>0.28338334123075876</ns0:v>
                </ns0:pt>
                <ns0:pt idx="313">
                  <ns0:v>0.2843630717623204</ns0:v>
                </ns0:pt>
                <ns0:pt idx="314">
                  <ns0:v>0.28514812805776957</ns0:v>
                </ns0:pt>
                <ns0:pt idx="315">
                  <ns0:v>0.28622412610569703</ns0:v>
                </ns0:pt>
                <ns0:pt idx="316">
                  <ns0:v>0.28718430544989243</ns0:v>
                </ns0:pt>
                <ns0:pt idx="317">
                  <ns0:v>0.28823171775748607</ns0:v>
                </ns0:pt>
                <ns0:pt idx="318">
                  <ns0:v>0.28923209589421667</ns0:v>
                </ns0:pt>
                <ns0:pt idx="319">
                  <ns0:v>0.29034670991799083</ns0:v>
                </ns0:pt>
                <ns0:pt idx="320">
                  <ns0:v>0.29129752125873876</ns0:v>
                </ns0:pt>
                <ns0:pt idx="321">
                  <ns0:v>0.29170942152826956</ns0:v>
                </ns0:pt>
                <ns0:pt idx="322">
                  <ns0:v>0.29188170603251018</ns0:v>
                </ns0:pt>
                <ns0:pt idx="323">
                  <ns0:v>0.29228299636882382</ns0:v>
                </ns0:pt>
                <ns0:pt idx="324">
                  <ns0:v>0.29274106073099776</ns0:v>
                </ns0:pt>
                <ns0:pt idx="325">
                  <ns0:v>0.29338169084805271</ns0:v>
                </ns0:pt>
                <ns0:pt idx="326">
                  <ns0:v>0.29401691572275568</ns0:v>
                </ns0:pt>
                <ns0:pt idx="327">
                  <ns0:v>0.29470340466519368</ns0:v>
                </ns0:pt>
                <ns0:pt idx="328">
                  <ns0:v>0.29554104005309567</ns0:v>
                </ns0:pt>
                <ns0:pt idx="329">
                  <ns0:v>0.29652630933847118</ns0:v>
                </ns0:pt>
                <ns0:pt idx="330">
                  <ns0:v>0.29748033306894534</ns0:v>
                </ns0:pt>
                <ns0:pt idx="331">
                  <ns0:v>0.2983477690489898</ns0:v>
                </ns0:pt>
                <ns0:pt idx="332">
                  <ns0:v>0.29899991102269363</ns0:v>
                </ns0:pt>
                <ns0:pt idx="333">
                  <ns0:v>0.29923776888698717</ns0:v>
                </ns0:pt>
                <ns0:pt idx="334">
                  <ns0:v>0.2989882280600728</ns0:v>
                </ns0:pt>
                <ns0:pt idx="335">
                  <ns0:v>0.29861802715099334</ns0:v>
                </ns0:pt>
                <ns0:pt idx="336">
                  <ns0:v>0.29815946443996622</ns0:v>
                </ns0:pt>
                <ns0:pt idx="337">
                  <ns0:v>0.29791899349593953</ns0:v>
                </ns0:pt>
                <ns0:pt idx="338">
                  <ns0:v>0.29822897615577987</ns0:v>
                </ns0:pt>
                <ns0:pt idx="339">
                  <ns0:v>0.29842808843690738</ns0:v>
                </ns0:pt>
                <ns0:pt idx="340">
                  <ns0:v>0.29823467997049957</ns0:v>
                </ns0:pt>
                <ns0:pt idx="341">
                  <ns0:v>0.29794949925272307</ns0:v>
                </ns0:pt>
                <ns0:pt idx="342">
                  <ns0:v>0.29796785174204293</ns0:v>
                </ns0:pt>
                <ns0:pt idx="343">
                  <ns0:v>0.29815728978304679</ns0:v>
                </ns0:pt>
                <ns0:pt idx="344">
                  <ns0:v>0.29834078618269255</ns0:v>
                </ns0:pt>
                <ns0:pt idx="345">
                  <ns0:v>0.2986175186393224</ns0:v>
                </ns0:pt>
                <ns0:pt idx="346">
                  <ns0:v>0.29907989401674828</ns0:v>
                </ns0:pt>
                <ns0:pt idx="347">
                  <ns0:v>0.29963890596690912</ns0:v>
                </ns0:pt>
                <ns0:pt idx="348">
                  <ns0:v>0.2999908043254067</ns0:v>
                </ns0:pt>
                <ns0:pt idx="349">
                  <ns0:v>0.30052921579694603</ns0:v>
                </ns0:pt>
                <ns0:pt idx="350">
                  <ns0:v>0.30097287059716193</ns0:v>
                </ns0:pt>
                <ns0:pt idx="351">
                  <ns0:v>0.30150705391944232</ns0:v>
                </ns0:pt>
                <ns0:pt idx="352">
                  <ns0:v>0.30184803474042776</ns0:v>
                </ns0:pt>
                <ns0:pt idx="353">
                  <ns0:v>0.3019173753467973</ns0:v>
                </ns0:pt>
                <ns0:pt idx="354">
                  <ns0:v>0.30139571267311949</ns0:v>
                </ns0:pt>
                <ns0:pt idx="355">
                  <ns0:v>0.30028171777869467</ns0:v>
                </ns0:pt>
                <ns0:pt idx="356">
                  <ns0:v>0.29887994567308612</ns0:v>
                </ns0:pt>
                <ns0:pt idx="357">
                  <ns0:v>0.29735447389189462</ns0:v>
                </ns0:pt>
                <ns0:pt idx="358">
                  <ns0:v>0.29614682870512204</ns0:v>
                </ns0:pt>
                <ns0:pt idx="359">
                  <ns0:v>0.29528362398188213</ns0:v>
                </ns0:pt>
                <ns0:pt idx="360">
                  <ns0:v>0.29495154331437784</ns0:v>
                </ns0:pt>
                <ns0:pt idx="361">
                  <ns0:v>0.29492034486951269</ns0:v>
                </ns0:pt>
                <ns0:pt idx="362">
                  <ns0:v>0.29491455038651959</ns0:v>
                </ns0:pt>
                <ns0:pt idx="363">
                  <ns0:v>0.29491570893682473</ns0:v>
                </ns0:pt>
                <ns0:pt idx="364">
                  <ns0:v>0.29488149488322091</ns0:v>
                </ns0:pt>
                <ns0:pt idx="365">
                  <ns0:v>0.29484948157418933</ns0:v>
                </ns0:pt>
                <ns0:pt idx="366">
                  <ns0:v>0.29479053058059945</ns0:v>
                </ns0:pt>
                <ns0:pt idx="367">
                  <ns0:v>0.29447690752001132</ns0:v>
                </ns0:pt>
                <ns0:pt idx="368">
                  <ns0:v>0.29399531855602534</ns0:v>
                </ns0:pt>
                <ns0:pt idx="369">
                  <ns0:v>0.29378401333179238</ns0:v>
                </ns0:pt>
                <ns0:pt idx="370">
                  <ns0:v>0.29384633356719203</ns0:v>
                </ns0:pt>
                <ns0:pt idx="371">
                  <ns0:v>0.29407323702405369</ns0:v>
                </ns0:pt>
                <ns0:pt idx="372">
                  <ns0:v>0.29414032486862746</ns0:v>
                </ns0:pt>
                <ns0:pt idx="373">
                  <ns0:v>0.29416395067326429</ns0:v>
                </ns0:pt>
                <ns0:pt idx="374">
                  <ns0:v>0.2940308627602442</ns0:v>
                </ns0:pt>
                <ns0:pt idx="375">
                  <ns0:v>0.29412530772373502</ns0:v>
                </ns0:pt>
                <ns0:pt idx="376">
                  <ns0:v>0.29421070197675497</ns0:v>
                </ns0:pt>
                <ns0:pt idx="377">
                  <ns0:v>0.29430210331557821</ns0:v>
                </ns0:pt>
                <ns0:pt idx="378">
                  <ns0:v>0.29430741010885175</ns0:v>
                </ns0:pt>
                <ns0:pt idx="379">
                  <ns0:v>0.29439618495621134</ns0:v>
                </ns0:pt>
                <ns0:pt idx="380">
                  <ns0:v>0.29486553474031829</ns0:v>
                </ns0:pt>
                <ns0:pt idx="381">
                  <ns0:v>0.29545962786117963</ns0:v>
                </ns0:pt>
                <ns0:pt idx="382">
                  <ns0:v>0.29605386889187391</ns0:v>
                </ns0:pt>
                <ns0:pt idx="383">
                  <ns0:v>0.29633158964285017</ns0:v>
                </ns0:pt>
                <ns0:pt idx="384">
                  <ns0:v>0.29622514934528021</ns0:v>
                </ns0:pt>
                <ns0:pt idx="385">
                  <ns0:v>0.29577440948279216</ns0:v>
                </ns0:pt>
                <ns0:pt idx="386">
                  <ns0:v>0.2950366974100696</ns0:v>
                </ns0:pt>
                <ns0:pt idx="387">
                  <ns0:v>0.29424261159397597</ns0:v>
                </ns0:pt>
                <ns0:pt idx="388">
                  <ns0:v>0.29338152873825984</ns0:v>
                </ns0:pt>
                <ns0:pt idx="389">
                  <ns0:v>0.29261365564212716</ns0:v>
                </ns0:pt>
                <ns0:pt idx="390">
                  <ns0:v>0.29208998998849334</ns0:v>
                </ns0:pt>
                <ns0:pt idx="391">
                  <ns0:v>0.29183120022349607</ns0:v>
                </ns0:pt>
                <ns0:pt idx="392">
                  <ns0:v>0.29202397428929788</ns0:v>
                </ns0:pt>
                <ns0:pt idx="393">
                  <ns0:v>0.29286929414989138</ns0:v>
                </ns0:pt>
                <ns0:pt idx="394">
                  <ns0:v>0.29418766395510443</ns0:v>
                </ns0:pt>
                <ns0:pt idx="395">
                  <ns0:v>0.29590613344915639</ns0:v>
                </ns0:pt>
                <ns0:pt idx="396">
                  <ns0:v>0.29777065731273067</ns0:v>
                </ns0:pt>
                <ns0:pt idx="397">
                  <ns0:v>0.2995369977238953</ns0:v>
                </ns0:pt>
                <ns0:pt idx="398">
                  <ns0:v>0.3008121592727207</ns0:v>
                </ns0:pt>
                <ns0:pt idx="399">
                  <ns0:v>0.30119621453487239</ns0:v>
                </ns0:pt>
                <ns0:pt idx="400">
                  <ns0:v>0.30065960058301877</ns0:v>
                </ns0:pt>
                <ns0:pt idx="401">
                  <ns0:v>0.2996681769107416</ns0:v>
                </ns0:pt>
                <ns0:pt idx="402">
                  <ns0:v>0.29872293586358228</ns0:v>
                </ns0:pt>
                <ns0:pt idx="403">
                  <ns0:v>0.2978844143658968</ns0:v>
                </ns0:pt>
                <ns0:pt idx="404">
                  <ns0:v>0.29747095912268567</ns0:v>
                </ns0:pt>
                <ns0:pt idx="405">
                  <ns0:v>0.29746245566593282</ns0:v>
                </ns0:pt>
                <ns0:pt idx="406">
                  <ns0:v>0.29781345994926506</ns0:v>
                </ns0:pt>
                <ns0:pt idx="407">
                  <ns0:v>0.2984235750633536</ns0:v>
                </ns0:pt>
                <ns0:pt idx="408">
                  <ns0:v>0.29918865296472397</ns0:v>
                </ns0:pt>
                <ns0:pt idx="409">
                  <ns0:v>0.30035140167771063</ns0:v>
                </ns0:pt>
                <ns0:pt idx="410">
                  <ns0:v>0.30183868878326547</ns0:v>
                </ns0:pt>
                <ns0:pt idx="411">
                  <ns0:v>0.30364837040154141</ns0:v>
                </ns0:pt>
                <ns0:pt idx="412">
                  <ns0:v>0.30546562681777034</ns0:v>
                </ns0:pt>
                <ns0:pt idx="413">
                  <ns0:v>0.30723545288669768</ns0:v>
                </ns0:pt>
                <ns0:pt idx="414">
                  <ns0:v>0.30867480847063183</ns0:v>
                </ns0:pt>
                <ns0:pt idx="415">
                  <ns0:v>0.30956915339871682</ns0:v>
                </ns0:pt>
                <ns0:pt idx="416">
                  <ns0:v>0.31031134178706593</ns0:v>
                </ns0:pt>
                <ns0:pt idx="417">
                  <ns0:v>0.31086780843924933</ns0:v>
                </ns0:pt>
                <ns0:pt idx="418">
                  <ns0:v>0.31111522893586097</ns0:v>
                </ns0:pt>
                <ns0:pt idx="419">
                  <ns0:v>0.31070492789392357</ns0:v>
                </ns0:pt>
                <ns0:pt idx="420">
                  <ns0:v>0.30952422004891011</ns0:v>
                </ns0:pt>
                <ns0:pt idx="421">
                  <ns0:v>0.30765699460271662</ns0:v>
                </ns0:pt>
                <ns0:pt idx="422">
                  <ns0:v>0.30533206747319558</ns0:v>
                </ns0:pt>
                <ns0:pt idx="423">
                  <ns0:v>0.30347002818633184</ns0:v>
                </ns0:pt>
                <ns0:pt idx="424">
                  <ns0:v>0.30253278296171038</ns0:v>
                </ns0:pt>
                <ns0:pt idx="425">
                  <ns0:v>0.30250366557334857</ns0:v>
                </ns0:pt>
                <ns0:pt idx="426">
                  <ns0:v>0.3032261829670222</ns0:v>
                </ns0:pt>
                <ns0:pt idx="427">
                  <ns0:v>0.30436711648968312</ns0:v>
                </ns0:pt>
                <ns0:pt idx="428">
                  <ns0:v>0.30580307447039839</ns0:v>
                </ns0:pt>
                <ns0:pt idx="429">
                  <ns0:v>0.30715761482187198</ns0:v>
                </ns0:pt>
                <ns0:pt idx="430">
                  <ns0:v>0.30811698598035486</ns0:v>
                </ns0:pt>
                <ns0:pt idx="431">
                  <ns0:v>0.3086120031640151</ns0:v>
                </ns0:pt>
                <ns0:pt idx="432">
                  <ns0:v>0.30819771650637368</ns0:v>
                </ns0:pt>
                <ns0:pt idx="433">
                  <ns0:v>0.30719545046747698</ns0:v>
                </ns0:pt>
                <ns0:pt idx="434">
                  <ns0:v>0.30566784737453645</ns0:v>
                </ns0:pt>
                <ns0:pt idx="435">
                  <ns0:v>0.30359206520508175</ns0:v>
                </ns0:pt>
                <ns0:pt idx="436">
                  <ns0:v>0.30108279747457728</ns0:v>
                </ns0:pt>
                <ns0:pt idx="437">
                  <ns0:v>0.29885151284087569</ns0:v>
                </ns0:pt>
                <ns0:pt idx="438">
                  <ns0:v>0.29675799282962839</ns0:v>
                </ns0:pt>
                <ns0:pt idx="439">
                  <ns0:v>0.29512459077498077</ns0:v>
                </ns0:pt>
                <ns0:pt idx="440">
                  <ns0:v>0.29394028790942783</ns0:v>
                </ns0:pt>
                <ns0:pt idx="441">
                  <ns0:v>0.29291178126007544</ns0:v>
                </ns0:pt>
                <ns0:pt idx="442">
                  <ns0:v>0.29178530114186896</ns0:v>
                </ns0:pt>
                <ns0:pt idx="443">
                  <ns0:v>0.29068298441004392</ns0:v>
                </ns0:pt>
                <ns0:pt idx="444">
                  <ns0:v>0.28980289459984226</ns0:v>
                </ns0:pt>
                <ns0:pt idx="445">
                  <ns0:v>0.28913413810960398</ns0:v>
                </ns0:pt>
                <ns0:pt idx="446">
                  <ns0:v>0.28878540588562696</ns0:v>
                </ns0:pt>
                <ns0:pt idx="447">
                  <ns0:v>0.28877835350148467</ns0:v>
                </ns0:pt>
                <ns0:pt idx="448">
                  <ns0:v>0.2885135741975457</ns0:v>
                </ns0:pt>
                <ns0:pt idx="449">
                  <ns0:v>0.28788886256554752</ns0:v>
                </ns0:pt>
                <ns0:pt idx="450">
                  <ns0:v>0.28683116353704574</ns0:v>
                </ns0:pt>
                <ns0:pt idx="451">
                  <ns0:v>0.28555714310135721</ns0:v>
                </ns0:pt>
                <ns0:pt idx="452">
                  <ns0:v>0.28419345704244159</ns0:v>
                </ns0:pt>
                <ns0:pt idx="453">
                  <ns0:v>0.2829499161842508</ns0:v>
                </ns0:pt>
                <ns0:pt idx="454">
                  <ns0:v>0.2819011262056233</ns0:v>
                </ns0:pt>
                <ns0:pt idx="455">
                  <ns0:v>0.28139416198340045</ns0:v>
                </ns0:pt>
                <ns0:pt idx="456">
                  <ns0:v>0.28128057032757853</ns0:v>
                </ns0:pt>
                <ns0:pt idx="457">
                  <ns0:v>0.2820411812249255</ns0:v>
                </ns0:pt>
                <ns0:pt idx="458">
                  <ns0:v>0.2831500364045082</ns0:v>
                </ns0:pt>
                <ns0:pt idx="459">
                  <ns0:v>0.28440102055843769</ns0:v>
                </ns0:pt>
                <ns0:pt idx="460">
                  <ns0:v>0.28543904991728314</ns0:v>
                </ns0:pt>
                <ns0:pt idx="461">
                  <ns0:v>0.28650093463742105</ns0:v>
                </ns0:pt>
                <ns0:pt idx="462">
                  <ns0:v>0.28714916654168093</ns0:v>
                </ns0:pt>
                <ns0:pt idx="463">
                  <ns0:v>0.28774309099709489</ns0:v>
                </ns0:pt>
                <ns0:pt idx="464">
                  <ns0:v>0.2881380354086498</ns0:v>
                </ns0:pt>
                <ns0:pt idx="465">
                  <ns0:v>0.28845248445277266</ns0:v>
                </ns0:pt>
                <ns0:pt idx="466">
                  <ns0:v>0.28881971762529929</ns0:v>
                </ns0:pt>
                <ns0:pt idx="467">
                  <ns0:v>0.28939738978818352</ns0:v>
                </ns0:pt>
                <ns0:pt idx="468">
                  <ns0:v>0.29026436692966467</ns0:v>
                </ns0:pt>
                <ns0:pt idx="469">
                  <ns0:v>0.29173723887733388</ns0:v>
                </ns0:pt>
                <ns0:pt idx="470">
                  <ns0:v>0.29311238867335382</ns0:v>
                </ns0:pt>
                <ns0:pt idx="471">
                  <ns0:v>0.29444990995237996</ns0:v>
                </ns0:pt>
                <ns0:pt idx="472">
                  <ns0:v>0.2956830876983495</ns0:v>
                </ns0:pt>
                <ns0:pt idx="473">
                  <ns0:v>0.29658812717769734</ns0:v>
                </ns0:pt>
                <ns0:pt idx="474">
                  <ns0:v>0.29697387235712452</ns0:v>
                </ns0:pt>
                <ns0:pt idx="475">
                  <ns0:v>0.29733645566935107</ns0:v>
                </ns0:pt>
                <ns0:pt idx="476">
                  <ns0:v>0.29755031125459996</ns0:v>
                </ns0:pt>
                <ns0:pt idx="477">
                  <ns0:v>0.29746302005694986</ns0:v>
                </ns0:pt>
                <ns0:pt idx="478">
                  <ns0:v>0.2972792538079061</ns0:v>
                </ns0:pt>
                <ns0:pt idx="479">
                  <ns0:v>0.29706003142322457</ns0:v>
                </ns0:pt>
                <ns0:pt idx="480">
                  <ns0:v>0.29674835966687019</ns0:v>
                </ns0:pt>
                <ns0:pt idx="481">
                  <ns0:v>0.2963027309951764</ns0:v>
                </ns0:pt>
                <ns0:pt idx="482">
                  <ns0:v>0.29568074909543751</ns0:v>
                </ns0:pt>
                <ns0:pt idx="483">
                  <ns0:v>0.29553800644599942</ns0:v>
                </ns0:pt>
                <ns0:pt idx="484">
                  <ns0:v>0.29588944871209155</ns0:v>
                </ns0:pt>
                <ns0:pt idx="485">
                  <ns0:v>0.29658421245838928</ns0:v>
                </ns0:pt>
                <ns0:pt idx="486">
                  <ns0:v>0.2973135768562512</ns0:v>
                </ns0:pt>
                <ns0:pt idx="487">
                  <ns0:v>0.29771381638128253</ns0:v>
                </ns0:pt>
                <ns0:pt idx="488">
                  <ns0:v>0.29757696782103776</ns0:v>
                </ns0:pt>
                <ns0:pt idx="489">
                  <ns0:v>0.29709188149769683</ns0:v>
                </ns0:pt>
                <ns0:pt idx="490">
                  <ns0:v>0.2965167179857498</ns0:v>
                </ns0:pt>
                <ns0:pt idx="491">
                  <ns0:v>0.29557241069382401</ns0:v>
                </ns0:pt>
                <ns0:pt idx="492">
                  <ns0:v>0.2941721286465141</ns0:v>
                </ns0:pt>
                <ns0:pt idx="493">
                  <ns0:v>0.29254108893669623</ns0:v>
                </ns0:pt>
                <ns0:pt idx="494">
                  <ns0:v>0.29079278980493928</ns0:v>
                </ns0:pt>
                <ns0:pt idx="495">
                  <ns0:v>0.28976877320680472</ns0:v>
                </ns0:pt>
                <ns0:pt idx="496">
                  <ns0:v>0.2892364700085463</ns0:v>
                </ns0:pt>
                <ns0:pt idx="497">
                  <ns0:v>0.28913050125970058</ns0:v>
                </ns0:pt>
                <ns0:pt idx="498">
                  <ns0:v>0.2893802102469496</ns0:v>
                </ns0:pt>
                <ns0:pt idx="499">
                  <ns0:v>0.29022980766518908</ns0:v>
                </ns0:pt>
                <ns0:pt idx="500">
                  <ns0:v>0.29118567027496689</ns0:v>
                </ns0:pt>
                <ns0:pt idx="501">
                  <ns0:v>0.29202631863100875</ns0:v>
                </ns0:pt>
                <ns0:pt idx="502">
                  <ns0:v>0.29289700591520113</ns0:v>
                </ns0:pt>
                <ns0:pt idx="503">
                  <ns0:v>0.29364535388820995</ns0:v>
                </ns0:pt>
                <ns0:pt idx="504">
                  <ns0:v>0.29406265899047374</ns0:v>
                </ns0:pt>
                <ns0:pt idx="505">
                  <ns0:v>0.29423834561808576</ns0:v>
                </ns0:pt>
                <ns0:pt idx="506">
                  <ns0:v>0.29426156411908116</ns0:v>
                </ns0:pt>
                <ns0:pt idx="507">
                  <ns0:v>0.29406328337489746</ns0:v>
                </ns0:pt>
                <ns0:pt idx="508">
                  <ns0:v>0.29340619039097149</ns0:v>
                </ns0:pt>
                <ns0:pt idx="509">
                  <ns0:v>0.29215767349973715</ns0:v>
                </ns0:pt>
                <ns0:pt idx="510">
                  <ns0:v>0.29091205745861093</ns0:v>
                </ns0:pt>
                <ns0:pt idx="511">
                  <ns0:v>0.28986142121340219</ns0:v>
                </ns0:pt>
                <ns0:pt idx="512">
                  <ns0:v>0.28911539999065122</ns0:v>
                </ns0:pt>
                <ns0:pt idx="513">
                  <ns0:v>0.28861259360995822</ns0:v>
                </ns0:pt>
                <ns0:pt idx="514">
                  <ns0:v>0.28882330804978357</ns0:v>
                </ns0:pt>
                <ns0:pt idx="515">
                  <ns0:v>0.28941216469026548</ns0:v>
                </ns0:pt>
                <ns0:pt idx="516">
                  <ns0:v>0.29020157488569792</ns0:v>
                </ns0:pt>
                <ns0:pt idx="517">
                  <ns0:v>0.29092675118520639</ns0:v>
                </ns0:pt>
                <ns0:pt idx="518">
                  <ns0:v>0.29112638935854546</ns0:v>
                </ns0:pt>
                <ns0:pt idx="519">
                  <ns0:v>0.29063421005770829</ns0:v>
                </ns0:pt>
                <ns0:pt idx="520">
                  <ns0:v>0.28962431966799485</ns0:v>
                </ns0:pt>
                <ns0:pt idx="521">
                  <ns0:v>0.28842267402677235</ns0:v>
                </ns0:pt>
                <ns0:pt idx="522">
                  <ns0:v>0.28739019355739875</ns0:v>
                </ns0:pt>
                <ns0:pt idx="523">
                  <ns0:v>0.28675971844115422</ns0:v>
                </ns0:pt>
                <ns0:pt idx="524">
                  <ns0:v>0.28633082409776256</ns0:v>
                </ns0:pt>
                <ns0:pt idx="525">
                  <ns0:v>0.28598110006535626</ns0:v>
                </ns0:pt>
                <ns0:pt idx="526">
                  <ns0:v>0.28569229030939863</ns0:v>
                </ns0:pt>
                <ns0:pt idx="527">
                  <ns0:v>0.28522596765990416</ns0:v>
                </ns0:pt>
                <ns0:pt idx="528">
                  <ns0:v>0.284839261862739</ns0:v>
                </ns0:pt>
                <ns0:pt idx="529">
                  <ns0:v>0.28467118311592832</ns0:v>
                </ns0:pt>
                <ns0:pt idx="530">
                  <ns0:v>0.28486489482340188</ns0:v>
                </ns0:pt>
                <ns0:pt idx="531">
                  <ns0:v>0.28581840164395228</ns0:v>
                </ns0:pt>
                <ns0:pt idx="532">
                  <ns0:v>0.28741400546433693</ns0:v>
                </ns0:pt>
                <ns0:pt idx="533">
                  <ns0:v>0.28939749508779927</ns0:v>
                </ns0:pt>
                <ns0:pt idx="534">
                  <ns0:v>0.29155755908835451</ns0:v>
                </ns0:pt>
                <ns0:pt idx="535">
                  <ns0:v>0.29344629583822845</ns0:v>
                </ns0:pt>
                <ns0:pt idx="536">
                  <ns0:v>0.29488805456281225</ns0:v>
                </ns0:pt>
                <ns0:pt idx="537">
                  <ns0:v>0.29600476133136255</ns0:v>
                </ns0:pt>
                <ns0:pt idx="538">
                  <ns0:v>0.2967119508657266</ns0:v>
                </ns0:pt>
                <ns0:pt idx="539">
                  <ns0:v>0.29641409932424806</ns0:v>
                </ns0:pt>
                <ns0:pt idx="540">
                  <ns0:v>0.29553922484783185</ns0:v>
                </ns0:pt>
                <ns0:pt idx="541">
                  <ns0:v>0.29464771951520224</ns0:v>
                </ns0:pt>
                <ns0:pt idx="542">
                  <ns0:v>0.29424187636012827</ns0:v>
                </ns0:pt>
                <ns0:pt idx="543">
                  <ns0:v>0.29443028740131238</ns0:v>
                </ns0:pt>
                <ns0:pt idx="544">
                  <ns0:v>0.29543931906985343</ns0:v>
                </ns0:pt>
                <ns0:pt idx="545">
                  <ns0:v>0.29655656111255757</ns0:v>
                </ns0:pt>
                <ns0:pt idx="546">
                  <ns0:v>0.29761486074687915</ns0:v>
                </ns0:pt>
                <ns0:pt idx="547">
                  <ns0:v>0.29784591351518397</ns0:v>
                </ns0:pt>
                <ns0:pt idx="548">
                  <ns0:v>0.29712948050537513</ns0:v>
                </ns0:pt>
                <ns0:pt idx="549">
                  <ns0:v>0.29581926656244029</ns0:v>
                </ns0:pt>
                <ns0:pt idx="550">
                  <ns0:v>0.29413539264533872</ns0:v>
                </ns0:pt>
                <ns0:pt idx="551">
                  <ns0:v>0.29263239451280337</ns0:v>
                </ns0:pt>
                <ns0:pt idx="552">
                  <ns0:v>0.29151064554540745</ns0:v>
                </ns0:pt>
                <ns0:pt idx="553">
                  <ns0:v>0.29042813471840589</ns0:v>
                </ns0:pt>
                <ns0:pt idx="554">
                  <ns0:v>0.28972842098536561</ns0:v>
                </ns0:pt>
                <ns0:pt idx="555">
                  <ns0:v>0.28932333964074231</ns0:v>
                </ns0:pt>
                <ns0:pt idx="556">
                  <ns0:v>0.28864958327535223</ns0:v>
                </ns0:pt>
                <ns0:pt idx="557">
                  <ns0:v>0.28776004606154076</ns0:v>
                </ns0:pt>
                <ns0:pt idx="558">
                  <ns0:v>0.28648375507985896</ns0:v>
                </ns0:pt>
                <ns0:pt idx="559">
                  <ns0:v>0.28498248814699761</ns0:v>
                </ns0:pt>
                <ns0:pt idx="560">
                  <ns0:v>0.28322217933627053</ns0:v>
                </ns0:pt>
                <ns0:pt idx="561">
                  <ns0:v>0.28113765968861171</ns0:v>
                </ns0:pt>
                <ns0:pt idx="562">
                  <ns0:v>0.27896346411594641</ns0:v>
                </ns0:pt>
                <ns0:pt idx="563">
                  <ns0:v>0.27720092779565475</ns0:v>
                </ns0:pt>
                <ns0:pt idx="564">
                  <ns0:v>0.2760757474991532</ns0:v>
                </ns0:pt>
                <ns0:pt idx="565">
                  <ns0:v>0.27529975693745656</ns0:v>
                </ns0:pt>
                <ns0:pt idx="566">
                  <ns0:v>0.27471578767562099</ns0:v>
                </ns0:pt>
                <ns0:pt idx="567">
                  <ns0:v>0.27419164159528592</ns0:v>
                </ns0:pt>
                <ns0:pt idx="568">
                  <ns0:v>0.27381424994185655</ns0:v>
                </ns0:pt>
                <ns0:pt idx="569">
                  <ns0:v>0.27342660308410854</ns0:v>
                </ns0:pt>
                <ns0:pt idx="570">
                  <ns0:v>0.27342039712932392</ns0:v>
                </ns0:pt>
                <ns0:pt idx="571">
                  <ns0:v>0.27360295585473809</ns0:v>
                </ns0:pt>
                <ns0:pt idx="572">
                  <ns0:v>0.2743700028596105</ns0:v>
                </ns0:pt>
                <ns0:pt idx="573">
                  <ns0:v>0.27589052750461512</ns0:v>
                </ns0:pt>
                <ns0:pt idx="574">
                  <ns0:v>0.2779547905229659</ns0:v>
                </ns0:pt>
                <ns0:pt idx="575">
                  <ns0:v>0.28009042529565864</ns0:v>
                </ns0:pt>
                <ns0:pt idx="576">
                  <ns0:v>0.28166173939462569</ns0:v>
                </ns0:pt>
                <ns0:pt idx="577">
                  <ns0:v>0.28288341217150509</ns0:v>
                </ns0:pt>
                <ns0:pt idx="578">
                  <ns0:v>0.28405623203584024</ns0:v>
                </ns0:pt>
                <ns0:pt idx="579">
                  <ns0:v>0.28484588261929994</ns0:v>
                </ns0:pt>
                <ns0:pt idx="580">
                  <ns0:v>0.28516138037934646</ns0:v>
                </ns0:pt>
                <ns0:pt idx="581">
                  <ns0:v>0.28519261711409871</ns0:v>
                </ns0:pt>
                <ns0:pt idx="582">
                  <ns0:v>0.28523516566584484</ns0:v>
                </ns0:pt>
                <ns0:pt idx="583">
                  <ns0:v>0.28557219527537581</ns0:v>
                </ns0:pt>
                <ns0:pt idx="584">
                  <ns0:v>0.28619217206473185</ns0:v>
                </ns0:pt>
                <ns0:pt idx="585">
                  <ns0:v>0.2873802607295261</ns0:v>
                </ns0:pt>
                <ns0:pt idx="586">
                  <ns0:v>0.2892890947543571</ns0:v>
                </ns0:pt>
                <ns0:pt idx="587">
                  <ns0:v>0.29178017250224253</ns0:v>
                </ns0:pt>
                <ns0:pt idx="588">
                  <ns0:v>0.29358006200825626</ns0:v>
                </ns0:pt>
                <ns0:pt idx="589">
                  <ns0:v>0.29542409471221925</ns0:v>
                </ns0:pt>
                <ns0:pt idx="590">
                  <ns0:v>0.29730712463772435</ns0:v>
                </ns0:pt>
                <ns0:pt idx="591">
                  <ns0:v>0.29914311643987324</ns0:v>
                </ns0:pt>
                <ns0:pt idx="592">
                  <ns0:v>0.30090811675070656</ns0:v>
                </ns0:pt>
                <ns0:pt idx="593">
                  <ns0:v>0.30245248316162254</ns0:v>
                </ns0:pt>
                <ns0:pt idx="594">
                  <ns0:v>0.3034799328006747</ns0:v>
                </ns0:pt>
                <ns0:pt idx="595">
                  <ns0:v>0.30397322287870804</ns0:v>
                </ns0:pt>
                <ns0:pt idx="596">
                  <ns0:v>0.30417130802919401</ns0:v>
                </ns0:pt>
                <ns0:pt idx="597">
                  <ns0:v>0.30410876571473289</ns0:v>
                </ns0:pt>
                <ns0:pt idx="598">
                  <ns0:v>0.30370320153373098</ns0:v>
                </ns0:pt>
                <ns0:pt idx="599">
                  <ns0:v>0.30289593361621187</ns0:v>
                </ns0:pt>
                <ns0:pt idx="600">
                  <ns0:v>0.30888796055641499</ns0:v>
                </ns0:pt>
                <ns0:pt idx="601">
                  <ns0:v>0.31062396803223657</ns0:v>
                </ns0:pt>
                <ns0:pt idx="602">
                  <ns0:v>0.31207810317471385</ns0:v>
                </ns0:pt>
                <ns0:pt idx="603">
                  <ns0:v>0.31365759112964303</ns0:v>
                </ns0:pt>
                <ns0:pt idx="604">
                  <ns0:v>0.31543466745541499</ns0:v>
                </ns0:pt>
                <ns0:pt idx="605">
                  <ns0:v>0.31726872299468795</ns0:v>
                </ns0:pt>
                <ns0:pt idx="606">
                  <ns0:v>0.31928888878832778</ns0:v>
                </ns0:pt>
                <ns0:pt idx="607">
                  <ns0:v>0.32146204353716334</ns0:v>
                </ns0:pt>
                <ns0:pt idx="608">
                  <ns0:v>0.3234996107182278</ns0:v>
                </ns0:pt>
                <ns0:pt idx="609">
                  <ns0:v>0.32563096455464619</ns0:v>
                </ns0:pt>
                <ns0:pt idx="610">
                  <ns0:v>0.3279582271830313</ns0:v>
                </ns0:pt>
                <ns0:pt idx="611">
                  <ns0:v>0.33053012506605101</ns0:v>
                </ns0:pt>
                <ns0:pt idx="612">
                  <ns0:v>0.33309461970682042</ns0:v>
                </ns0:pt>
                <ns0:pt idx="613">
                  <ns0:v>0.33696483330602123</ns0:v>
                </ns0:pt>
                <ns0:pt idx="614">
                  <ns0:v>0.34157627005143859</ns0:v>
                </ns0:pt>
                <ns0:pt idx="615">
                  <ns0:v>0.34706889649031003</ns0:v>
                </ns0:pt>
                <ns0:pt idx="616">
                  <ns0:v>0.35287929310852589</ns0:v>
                </ns0:pt>
                <ns0:pt idx="617">
                  <ns0:v>0.35832045462147627</ns0:v>
                </ns0:pt>
                <ns0:pt idx="618">
                  <ns0:v>0.36345834896010021</ns0:v>
                </ns0:pt>
                <ns0:pt idx="619">
                  <ns0:v>0.3682449806565124</ns0:v>
                </ns0:pt>
                <ns0:pt idx="620">
                  <ns0:v>0.37237267945360708</ns0:v>
                </ns0:pt>
                <ns0:pt idx="621">
                  <ns0:v>0.37589201227792962</ns0:v>
                </ns0:pt>
                <ns0:pt idx="622">
                  <ns0:v>0.37885184563232871</ns0:v>
                </ns0:pt>
                <ns0:pt idx="623">
                  <ns0:v>0.38151091972686751</ns0:v>
                </ns0:pt>
                <ns0:pt idx="624">
                  <ns0:v>0.38449134919025391</ns0:v>
                </ns0:pt>
                <ns0:pt idx="625">
                  <ns0:v>0.38824622597627018</ns0:v>
                </ns0:pt>
                <ns0:pt idx="626">
                  <ns0:v>0.39296546803931109</ns0:v>
                </ns0:pt>
                <ns0:pt idx="627">
                  <ns0:v>0.39843987236209977</ns0:v>
                </ns0:pt>
                <ns0:pt idx="628">
                  <ns0:v>0.40426211077526353</ns0:v>
                </ns0:pt>
                <ns0:pt idx="629">
                  <ns0:v>0.40998094762047188</ns0:v>
                </ns0:pt>
                <ns0:pt idx="630">
                  <ns0:v>0.41559823840053611</ns0:v>
                </ns0:pt>
                <ns0:pt idx="631">
                  <ns0:v>0.42117216100802013</ns0:v>
                </ns0:pt>
                <ns0:pt idx="632">
                  <ns0:v>0.42668569620322944</ns0:v>
                </ns0:pt>
                <ns0:pt idx="633">
                  <ns0:v>0.43194195188114753</ns0:v>
                </ns0:pt>
                <ns0:pt idx="634">
                  <ns0:v>0.43654868230393717</ns0:v>
                </ns0:pt>
                <ns0:pt idx="635">
                  <ns0:v>0.44039344774434591</ns0:v>
                </ns0:pt>
                <ns0:pt idx="636">
                  <ns0:v>0.44348857504125727</ns0:v>
                </ns0:pt>
                <ns0:pt idx="637">
                  <ns0:v>0.44596540951527402</ns0:v>
                </ns0:pt>
                <ns0:pt idx="638">
                  <ns0:v>0.44752774811872315</ns0:v>
                </ns0:pt>
                <ns0:pt idx="639">
                  <ns0:v>0.44838234353617556</ns0:v>
                </ns0:pt>
                <ns0:pt idx="640">
                  <ns0:v>0.44887632267612354</ns0:v>
                </ns0:pt>
                <ns0:pt idx="641">
                  <ns0:v>0.44922597629208183</ns0:v>
                </ns0:pt>
                <ns0:pt idx="642">
                  <ns0:v>0.44989567094758193</ns0:v>
                </ns0:pt>
                <ns0:pt idx="643">
                  <ns0:v>0.45074645149285109</ns0:v>
                </ns0:pt>
                <ns0:pt idx="644">
                  <ns0:v>0.45167671318049507</ns0:v>
                </ns0:pt>
                <ns0:pt idx="645">
                  <ns0:v>0.45266159611001511</ns0:v>
                </ns0:pt>
                <ns0:pt idx="646">
                  <ns0:v>0.45392626181440704</ns0:v>
                </ns0:pt>
                <ns0:pt idx="647">
                  <ns0:v>0.45571892208999243</ns0:v>
                </ns0:pt>
                <ns0:pt idx="648">
                  <ns0:v>0.45784948301577272</ns0:v>
                </ns0:pt>
                <ns0:pt idx="649">
                  <ns0:v>0.45998225715512187</ns0:v>
                </ns0:pt>
                <ns0:pt idx="650">
                  <ns0:v>0.46202710276035497</ns0:v>
                </ns0:pt>
                <ns0:pt idx="651">
                  <ns0:v>0.46359859306026613</ns0:v>
                </ns0:pt>
                <ns0:pt idx="652">
                  <ns0:v>0.46453520061906933</ns0:v>
                </ns0:pt>
                <ns0:pt idx="653">
                  <ns0:v>0.46510299501167696</ns0:v>
                </ns0:pt>
                <ns0:pt idx="654">
                  <ns0:v>0.46545014577720317</ns0:v>
                </ns0:pt>
                <ns0:pt idx="655">
                  <ns0:v>0.46538288399713551</ns0:v>
                </ns0:pt>
                <ns0:pt idx="656">
                  <ns0:v>0.46452457346524317</ns0:v>
                </ns0:pt>
                <ns0:pt idx="657">
                  <ns0:v>0.46294187908955337</ns0:v>
                </ns0:pt>
                <ns0:pt idx="658">
                  <ns0:v>0.46132941362221802</ns0:v>
                </ns0:pt>
                <ns0:pt idx="659">
                  <ns0:v>0.46006250173084867</ns0:v>
                </ns0:pt>
                <ns0:pt idx="660">
                  <ns0:v>0.45904296922277088</ns0:v>
                </ns0:pt>
                <ns0:pt idx="661">
                  <ns0:v>0.45826931035504864</ns0:v>
                </ns0:pt>
                <ns0:pt idx="662">
                  <ns0:v>0.45795534723089437</ns0:v>
                </ns0:pt>
                <ns0:pt idx="663">
                  <ns0:v>0.45828433935093643</ns0:v>
                </ns0:pt>
                <ns0:pt idx="664">
                  <ns0:v>0.45912826994423567</ns0:v>
                </ns0:pt>
                <ns0:pt idx="665">
                  <ns0:v>0.4608287572349522</ns0:v>
                </ns0:pt>
                <ns0:pt idx="666">
                  <ns0:v>0.46329004024129317</ns0:v>
                </ns0:pt>
                <ns0:pt idx="667">
                  <ns0:v>0.46587501715595114</ns0:v>
                </ns0:pt>
                <ns0:pt idx="668">
                  <ns0:v>0.46859180119966565</ns0:v>
                </ns0:pt>
                <ns0:pt idx="669">
                  <ns0:v>0.47099502624817541</ns0:v>
                </ns0:pt>
                <ns0:pt idx="670">
                  <ns0:v>0.47282909419894237</ns0:v>
                </ns0:pt>
                <ns0:pt idx="671">
                  <ns0:v>0.47381562556359946</ns0:v>
                </ns0:pt>
                <ns0:pt idx="672">
                  <ns0:v>0.47389576535140321</ns0:v>
                </ns0:pt>
                <ns0:pt idx="673">
                  <ns0:v>0.4733950328226752</ns0:v>
                </ns0:pt>
                <ns0:pt idx="674">
                  <ns0:v>0.47272866855376044</ns0:v>
                </ns0:pt>
                <ns0:pt idx="675">
                  <ns0:v>0.47215682277719284</ns0:v>
                </ns0:pt>
                <ns0:pt idx="676">
                  <ns0:v>0.47176366619555443</ns0:v>
                </ns0:pt>
                <ns0:pt idx="677">
                  <ns0:v>0.47153227657329727</ns0:v>
                </ns0:pt>
                <ns0:pt idx="678">
                  <ns0:v>0.47104725036395001</ns0:v>
                </ns0:pt>
                <ns0:pt idx="679">
                  <ns0:v>0.47089520470891538</ns0:v>
                </ns0:pt>
                <ns0:pt idx="680">
                  <ns0:v>0.47137527479045466</ns0:v>
                </ns0:pt>
                <ns0:pt idx="681">
                  <ns0:v>0.4724213914662842</ns0:v>
                </ns0:pt>
                <ns0:pt idx="682">
                  <ns0:v>0.47392719928015653</ns0:v>
                </ns0:pt>
                <ns0:pt idx="683">
                  <ns0:v>0.47541299827747396</ns0:v>
                </ns0:pt>
                <ns0:pt idx="684">
                  <ns0:v>0.47668410546120782</ns0:v>
                </ns0:pt>
                <ns0:pt idx="685">
                  <ns0:v>0.4780524225127516</ns0:v>
                </ns0:pt>
                <ns0:pt idx="686">
                  <ns0:v>0.4793312425881861</ns0:v>
                </ns0:pt>
                <ns0:pt idx="687">
                  <ns0:v>0.48040331323803187</ns0:v>
                </ns0:pt>
                <ns0:pt idx="688">
                  <ns0:v>0.48097645644721021</ns0:v>
                </ns0:pt>
                <ns0:pt idx="689">
                  <ns0:v>0.48100484905922436</ns0:v>
                </ns0:pt>
                <ns0:pt idx="690">
                  <ns0:v>0.48029921704628065</ns0:v>
                </ns0:pt>
                <ns0:pt idx="691">
                  <ns0:v>0.47912727574280495</ns0:v>
                </ns0:pt>
                <ns0:pt idx="692">
                  <ns0:v>0.47814888816599677</ns0:v>
                </ns0:pt>
                <ns0:pt idx="693">
                  <ns0:v>0.47725055522877247</ns0:v>
                </ns0:pt>
                <ns0:pt idx="694">
                  <ns0:v>0.47657293087172659</ns0:v>
                </ns0:pt>
                <ns0:pt idx="695">
                  <ns0:v>0.47663175691376508</ns0:v>
                </ns0:pt>
                <ns0:pt idx="696">
                  <ns0:v>0.4773520259611746</ns0:v>
                </ns0:pt>
                <ns0:pt idx="697">
                  <ns0:v>0.47883387343962242</ns0:v>
                </ns0:pt>
                <ns0:pt idx="698">
                  <ns0:v>0.48097438231437195</ns0:v>
                </ns0:pt>
                <ns0:pt idx="699">
                  <ns0:v>0.48352049173788308</ns0:v>
                </ns0:pt>
                <ns0:pt idx="700">
                  <ns0:v>0.48555097197254737</ns0:v>
                </ns0:pt>
                <ns0:pt idx="701">
                  <ns0:v>0.48694026219125969</ns0:v>
                </ns0:pt>
                <ns0:pt idx="702">
                  <ns0:v>0.48766984974356603</ns0:v>
                </ns0:pt>
                <ns0:pt idx="703">
                  <ns0:v>0.48769635415559842</ns0:v>
                </ns0:pt>
                <ns0:pt idx="704">
                  <ns0:v>0.48668602089019819</ns0:v>
                </ns0:pt>
                <ns0:pt idx="705">
                  <ns0:v>0.48475709015032192</ns0:v>
                </ns0:pt>
                <ns0:pt idx="706">
                  <ns0:v>0.48234307135550319</ns0:v>
                </ns0:pt>
                <ns0:pt idx="707">
                  <ns0:v>0.47956506701575075</ns0:v>
                </ns0:pt>
                <ns0:pt idx="708">
                  <ns0:v>0.47677271763489942</ns0:v>
                </ns0:pt>
                <ns0:pt idx="709">
                  <ns0:v>0.47458630653256401</ns0:v>
                </ns0:pt>
                <ns0:pt idx="710">
                  <ns0:v>0.47346308291717565</ns0:v>
                </ns0:pt>
                <ns0:pt idx="711">
                  <ns0:v>0.47342642183775241</ns0:v>
                </ns0:pt>
                <ns0:pt idx="712">
                  <ns0:v>0.47382260633569745</ns0:v>
                </ns0:pt>
                <ns0:pt idx="713">
                  <ns0:v>0.47469166021628917</ns0:v>
                </ns0:pt>
                <ns0:pt idx="714">
                  <ns0:v>0.47617504322591414</ns0:v>
                </ns0:pt>
                <ns0:pt idx="715">
                  <ns0:v>0.47799095948147108</ns0:v>
                </ns0:pt>
                <ns0:pt idx="716">
                  <ns0:v>0.479807981206542</ns0:v>
                </ns0:pt>
                <ns0:pt idx="717">
                  <ns0:v>0.48118059921721495</ns0:v>
                </ns0:pt>
                <ns0:pt idx="718">
                  <ns0:v>0.48225467237425818</ns0:v>
                </ns0:pt>
                <ns0:pt idx="719">
                  <ns0:v>0.48328646029548267</ns0:v>
                </ns0:pt>
                <ns0:pt idx="720">
                  <ns0:v>0.48392689053487714</ns0:v>
                </ns0:pt>
                <ns0:pt idx="721">
                  <ns0:v>0.48404083434076767</ns0:v>
                </ns0:pt>
                <ns0:pt idx="722">
                  <ns0:v>0.48355844645002688</ns0:v>
                </ns0:pt>
                <ns0:pt idx="723">
                  <ns0:v>0.48242041952098569</ns0:v>
                </ns0:pt>
                <ns0:pt idx="724">
                  <ns0:v>0.48078004914431832</ns0:v>
                </ns0:pt>
                <ns0:pt idx="725">
                  <ns0:v>0.47910891245252529</ns0:v>
                </ns0:pt>
                <ns0:pt idx="726">
                  <ns0:v>0.47771050169750645</ns0:v>
                </ns0:pt>
                <ns0:pt idx="727">
                  <ns0:v>0.47701072782875947</ns0:v>
                </ns0:pt>
                <ns0:pt idx="728">
                  <ns0:v>0.47731216798067228</ns0:v>
                </ns0:pt>
                <ns0:pt idx="729">
                  <ns0:v>0.47872187203177846</ns0:v>
                </ns0:pt>
                <ns0:pt idx="730">
                  <ns0:v>0.48120580267161556</ns0:v>
                </ns0:pt>
                <ns0:pt idx="731">
                  <ns0:v>0.48418664485819773</ns0:v>
                </ns0:pt>
                <ns0:pt idx="732">
                  <ns0:v>0.48747167702252264</ns0:v>
                </ns0:pt>
                <ns0:pt idx="733">
                  <ns0:v>0.49083524073029028</ns0:v>
                </ns0:pt>
                <ns0:pt idx="734">
                  <ns0:v>0.49361005250598849</ns0:v>
                </ns0:pt>
                <ns0:pt idx="735">
                  <ns0:v>0.49502497102543658</ns0:v>
                </ns0:pt>
                <ns0:pt idx="736">
                  <ns0:v>0.49522379770554781</ns0:v>
                </ns0:pt>
                <ns0:pt idx="737">
                  <ns0:v>0.49468189798743745</ns0:v>
                </ns0:pt>
                <ns0:pt idx="738">
                  <ns0:v>0.49345255137544691</ns0:v>
                </ns0:pt>
                <ns0:pt idx="739">
                  <ns0:v>0.49169620545309273</ns0:v>
                </ns0:pt>
                <ns0:pt idx="740">
                  <ns0:v>0.48968854089077996</ns0:v>
                </ns0:pt>
                <ns0:pt idx="741">
                  <ns0:v>0.48782856001906488</ns0:v>
                </ns0:pt>
                <ns0:pt idx="742">
                  <ns0:v>0.48641014748387884</ns0:v>
                </ns0:pt>
                <ns0:pt idx="743">
                  <ns0:v>0.48510581539375713</ns0:v>
                </ns0:pt>
                <ns0:pt idx="744">
                  <ns0:v>0.48395892224317621</ns0:v>
                </ns0:pt>
                <ns0:pt idx="745">
                  <ns0:v>0.48313200506171988</ns0:v>
                </ns0:pt>
                <ns0:pt idx="746">
                  <ns0:v>0.48268636329482922</ns0:v>
                </ns0:pt>
                <ns0:pt idx="747">
                  <ns0:v>0.48246536356199543</ns0:v>
                </ns0:pt>
                <ns0:pt idx="748">
                  <ns0:v>0.48259188335240083</ns0:v>
                </ns0:pt>
                <ns0:pt idx="749">
                  <ns0:v>0.48255535103639879</ns0:v>
                </ns0:pt>
                <ns0:pt idx="750">
                  <ns0:v>0.48233905926153936</ns0:v>
                </ns0:pt>
                <ns0:pt idx="751">
                  <ns0:v>0.48189448201881291</ns0:v>
                </ns0:pt>
                <ns0:pt idx="752">
                  <ns0:v>0.48108736968209098</ns0:v>
                </ns0:pt>
                <ns0:pt idx="753">
                  <ns0:v>0.48021249837716234</ns0:v>
                </ns0:pt>
                <ns0:pt idx="754">
                  <ns0:v>0.47898931843579257</ns0:v>
                </ns0:pt>
                <ns0:pt idx="755">
                  <ns0:v>0.47735017449297062</ns0:v>
                </ns0:pt>
                <ns0:pt idx="756">
                  <ns0:v>0.4757996661409703</ns0:v>
                </ns0:pt>
                <ns0:pt idx="757">
                  <ns0:v>0.47446787808035013</ns0:v>
                </ns0:pt>
                <ns0:pt idx="758">
                  <ns0:v>0.47297262047614935</ns0:v>
                </ns0:pt>
                <ns0:pt idx="759">
                  <ns0:v>0.47155049910675417</ns0:v>
                </ns0:pt>
                <ns0:pt idx="760">
                  <ns0:v>0.47031882533168734</ns0:v>
                </ns0:pt>
                <ns0:pt idx="761">
                  <ns0:v>0.46932512147995781</ns0:v>
                </ns0:pt>
                <ns0:pt idx="762">
                  <ns0:v>0.46899721390098792</ns0:v>
                </ns0:pt>
                <ns0:pt idx="763">
                  <ns0:v>0.46930688500344542</ns0:v>
                </ns0:pt>
                <ns0:pt idx="764">
                  <ns0:v>0.47009417409926718</ns0:v>
                </ns0:pt>
                <ns0:pt idx="765">
                  <ns0:v>0.47143526774344269</ns0:v>
                </ns0:pt>
                <ns0:pt idx="766">
                  <ns0:v>0.47275307000793093</ns0:v>
                </ns0:pt>
                <ns0:pt idx="767">
                  <ns0:v>0.47373572082790072</ns0:v>
                </ns0:pt>
                <ns0:pt idx="768">
                  <ns0:v>0.47461981835064904</ns0:v>
                </ns0:pt>
                <ns0:pt idx="769">
                  <ns0:v>0.47549074978347017</ns0:v>
                </ns0:pt>
                <ns0:pt idx="770">
                  <ns0:v>0.47614377323921858</ns0:v>
                </ns0:pt>
                <ns0:pt idx="771">
                  <ns0:v>0.47654332398654603</ns0:v>
                </ns0:pt>
                <ns0:pt idx="772">
                  <ns0:v>0.47658860184475604</ns0:v>
                </ns0:pt>
                <ns0:pt idx="773">
                  <ns0:v>0.47622688605869518</ns0:v>
                </ns0:pt>
                <ns0:pt idx="774">
                  <ns0:v>0.47572776404723027</ns0:v>
                </ns0:pt>
                <ns0:pt idx="775">
                  <ns0:v>0.47529782296275536</ns0:v>
                </ns0:pt>
                <ns0:pt idx="776">
                  <ns0:v>0.47464555973899009</ns0:v>
                </ns0:pt>
                <ns0:pt idx="777">
                  <ns0:v>0.4739468786051026</ns0:v>
                </ns0:pt>
                <ns0:pt idx="778">
                  <ns0:v>0.47316400191120317</ns0:v>
                </ns0:pt>
                <ns0:pt idx="779">
                  <ns0:v>0.47268993526763015</ns0:v>
                </ns0:pt>
                <ns0:pt idx="780">
                  <ns0:v>0.47250299710707994</ns0:v>
                </ns0:pt>
                <ns0:pt idx="781">
                  <ns0:v>0.4726293747475161</ns0:v>
                </ns0:pt>
                <ns0:pt idx="782">
                  <ns0:v>0.47290062008563233</ns0:v>
                </ns0:pt>
                <ns0:pt idx="783">
                  <ns0:v>0.4737879964965459</ns0:v>
                </ns0:pt>
                <ns0:pt idx="784">
                  <ns0:v>0.47516837804050305</ns0:v>
                </ns0:pt>
                <ns0:pt idx="785">
                  <ns0:v>0.47694364517442817</ns0:v>
                </ns0:pt>
                <ns0:pt idx="786">
                  <ns0:v>0.47917968898027097</ns0:v>
                </ns0:pt>
                <ns0:pt idx="787">
                  <ns0:v>0.48143114218762778</ns0:v>
                </ns0:pt>
                <ns0:pt idx="788">
                  <ns0:v>0.48358986470123638</ns0:v>
                </ns0:pt>
                <ns0:pt idx="789">
                  <ns0:v>0.48563527193921258</ns0:v>
                </ns0:pt>
                <ns0:pt idx="790">
                  <ns0:v>0.48668444791223014</ns0:v>
                </ns0:pt>
                <ns0:pt idx="791">
                  <ns0:v>0.48706208881463675</ns0:v>
                </ns0:pt>
                <ns0:pt idx="792">
                  <ns0:v>0.48722730549653848</ns0:v>
                </ns0:pt>
                <ns0:pt idx="793">
                  <ns0:v>0.48690383163876766</ns0:v>
                </ns0:pt>
                <ns0:pt idx="794">
                  <ns0:v>0.4858913634811946</ns0:v>
                </ns0:pt>
                <ns0:pt idx="795">
                  <ns0:v>0.48483425375834244</ns0:v>
                </ns0:pt>
                <ns0:pt idx="796">
                  <ns0:v>0.48386741013235379</ns0:v>
                </ns0:pt>
                <ns0:pt idx="797">
                  <ns0:v>0.48316887346353282</ns0:v>
                </ns0:pt>
                <ns0:pt idx="798">
                  <ns0:v>0.48296349528561189</ns0:v>
                </ns0:pt>
                <ns0:pt idx="799">
                  <ns0:v>0.48338525690004142</ns0:v>
                </ns0:pt>
                <ns0:pt idx="800">
                  <ns0:v>0.48445356078532614</ns0:v>
                </ns0:pt>
                <ns0:pt idx="801">
                  <ns0:v>0.48623408918661026</ns0:v>
                </ns0:pt>
                <ns0:pt idx="802">
                  <ns0:v>0.48816708810045073</ns0:v>
                </ns0:pt>
                <ns0:pt idx="803">
                  <ns0:v>0.49005228948791441</ns0:v>
                </ns0:pt>
                <ns0:pt idx="804">
                  <ns0:v>0.49165452784689911</ns0:v>
                </ns0:pt>
                <ns0:pt idx="805">
                  <ns0:v>0.49286931115904797</ns0:v>
                </ns0:pt>
                <ns0:pt idx="806">
                  <ns0:v>0.49367356839721405</ns0:v>
                </ns0:pt>
                <ns0:pt idx="807">
                  <ns0:v>0.49436322496676538</ns0:v>
                </ns0:pt>
                <ns0:pt idx="808">
                  <ns0:v>0.49483931277480636</ns0:v>
                </ns0:pt>
                <ns0:pt idx="809">
                  <ns0:v>0.49518820416897197</ns0:v>
                </ns0:pt>
                <ns0:pt idx="810">
                  <ns0:v>0.49560935439801457</ns0:v>
                </ns0:pt>
                <ns0:pt idx="811">
                  <ns0:v>0.49581714403148597</ns0:v>
                </ns0:pt>
                <ns0:pt idx="812">
                  <ns0:v>0.49595150612027067</ns0:v>
                </ns0:pt>
                <ns0:pt idx="813">
                  <ns0:v>0.49568038397941599</ns0:v>
                </ns0:pt>
                <ns0:pt idx="814">
                  <ns0:v>0.49479726388674961</ns0:v>
                </ns0:pt>
                <ns0:pt idx="815">
                  <ns0:v>0.49385947011939391</ns0:v>
                </ns0:pt>
                <ns0:pt idx="816">
                  <ns0:v>0.49284758658006739</ns0:v>
                </ns0:pt>
                <ns0:pt idx="817">
                  <ns0:v>0.49183014373088713</ns0:v>
                </ns0:pt>
                <ns0:pt idx="818">
                  <ns0:v>0.49115634387250862</ns0:v>
                </ns0:pt>
                <ns0:pt idx="819">
                  <ns0:v>0.49102724159233735</ns0:v>
                </ns0:pt>
                <ns0:pt idx="820">
                  <ns0:v>0.49126524129238569</ns0:v>
                </ns0:pt>
                <ns0:pt idx="821">
                  <ns0:v>0.4919212571848634</ns0:v>
                </ns0:pt>
                <ns0:pt idx="822">
                  <ns0:v>0.49318601166794401</ns0:v>
                </ns0:pt>
                <ns0:pt idx="823">
                  <ns0:v>0.494401698095564</ns0:v>
                </ns0:pt>
                <ns0:pt idx="824">
                  <ns0:v>0.49543321269228047</ns0:v>
                </ns0:pt>
                <ns0:pt idx="825">
                  <ns0:v>0.49592478198337808</ns0:v>
                </ns0:pt>
                <ns0:pt idx="826">
                  <ns0:v>0.49588317667214754</ns0:v>
                </ns0:pt>
                <ns0:pt idx="827">
                  <ns0:v>0.49574468701290975</ns0:v>
                </ns0:pt>
                <ns0:pt idx="828">
                  <ns0:v>0.49551310108717056</ns0:v>
                </ns0:pt>
                <ns0:pt idx="829">
                  <ns0:v>0.49536261114526275</ns0:v>
                </ns0:pt>
                <ns0:pt idx="830">
                  <ns0:v>0.49558011603292529</ns0:v>
                </ns0:pt>
                <ns0:pt idx="831">
                  <ns0:v>0.4959094837318902</ns0:v>
                </ns0:pt>
                <ns0:pt idx="832">
                  <ns0:v>0.49640369339585566</ns0:v>
                </ns0:pt>
                <ns0:pt idx="833">
                  <ns0:v>0.49701688281516448</ns0:v>
                </ns0:pt>
                <ns0:pt idx="834">
                  <ns0:v>0.49720880651585231</ns0:v>
                </ns0:pt>
                <ns0:pt idx="835">
                  <ns0:v>0.49703190317052148</ns0:v>
                </ns0:pt>
                <ns0:pt idx="836">
                  <ns0:v>0.49670055772346899</ns0:v>
                </ns0:pt>
                <ns0:pt idx="837">
                  <ns0:v>0.4960625868620131</ns0:v>
                </ns0:pt>
                <ns0:pt idx="838">
                  <ns0:v>0.49557146516380585</ns0:v>
                </ns0:pt>
                <ns0:pt idx="839">
                  <ns0:v>0.4954554311586839</ns0:v>
                </ns0:pt>
                <ns0:pt idx="840">
                  <ns0:v>0.49567137690919594</ns0:v>
                </ns0:pt>
                <ns0:pt idx="841">
                  <ns0:v>0.49603543851583937</ns0:v>
                </ns0:pt>
                <ns0:pt idx="842">
                  <ns0:v>0.49624715044852818</ns0:v>
                </ns0:pt>
                <ns0:pt idx="843">
                  <ns0:v>0.4966856043148053</ns0:v>
                </ns0:pt>
                <ns0:pt idx="844">
                  <ns0:v>0.4972467639464403</ns0:v>
                </ns0:pt>
                <ns0:pt idx="845">
                  <ns0:v>0.497496392198645</ns0:v>
                </ns0:pt>
                <ns0:pt idx="846">
                  <ns0:v>0.49733065834515194</ns0:v>
                </ns0:pt>
                <ns0:pt idx="847">
                  <ns0:v>0.49672704618587454</ns0:v>
                </ns0:pt>
                <ns0:pt idx="848">
                  <ns0:v>0.49628973479980104</ns0:v>
                </ns0:pt>
                <ns0:pt idx="849">
                  <ns0:v>0.49562142096839401</ns0:v>
                </ns0:pt>
                <ns0:pt idx="850">
                  <ns0:v>0.49474420103206979</ns0:v>
                </ns0:pt>
                <ns0:pt idx="851">
                  <ns0:v>0.49361409620494601</ns0:v>
                </ns0:pt>
                <ns0:pt idx="852">
                  <ns0:v>0.49229186318587365</ns0:v>
                </ns0:pt>
                <ns0:pt idx="853">
                  <ns0:v>0.49101254784089177</ns0:v>
                </ns0:pt>
                <ns0:pt idx="854">
                  <ns0:v>0.48967887034882024</ns0:v>
                </ns0:pt>
                <ns0:pt idx="855">
                  <ns0:v>0.48798743906325526</ns0:v>
                </ns0:pt>
                <ns0:pt idx="856">
                  <ns0:v>0.48622338711886798</ns0:v>
                </ns0:pt>
                <ns0:pt idx="857">
                  <ns0:v>0.48422297632959038</ns0:v>
                </ns0:pt>
                <ns0:pt idx="858">
                  <ns0:v>0.48190101732319124</ns0:v>
                </ns0:pt>
                <ns0:pt idx="859">
                  <ns0:v>0.48009843120984852</ns0:v>
                </ns0:pt>
                <ns0:pt idx="860">
                  <ns0:v>0.47854182554668923</ns0:v>
                </ns0:pt>
                <ns0:pt idx="861">
                  <ns0:v>0.47709066879159506</ns0:v>
                </ns0:pt>
                <ns0:pt idx="862">
                  <ns0:v>0.47597543029780376</ns0:v>
                </ns0:pt>
                <ns0:pt idx="863">
                  <ns0:v>0.47513614372907798</ns0:v>
                </ns0:pt>
                <ns0:pt idx="864">
                  <ns0:v>0.47459346641250483</ns0:v>
                </ns0:pt>
                <ns0:pt idx="865">
                  <ns0:v>0.47436899806821858</ns0:v>
                </ns0:pt>
                <ns0:pt idx="866">
                  <ns0:v>0.47435645934857368</ns0:v>
                </ns0:pt>
                <ns0:pt idx="867">
                  <ns0:v>0.47452264562653029</ns0:v>
                </ns0:pt>
                <ns0:pt idx="868">
                  <ns0:v>0.47442276100676412</ns0:v>
                </ns0:pt>
                <ns0:pt idx="869">
                  <ns0:v>0.47404169020955239</ns0:v>
                </ns0:pt>
                <ns0:pt idx="870">
                  <ns0:v>0.47366863466303627</ns0:v>
                </ns0:pt>
                <ns0:pt idx="871">
                  <ns0:v>0.47313294006113138</ns0:v>
                </ns0:pt>
                <ns0:pt idx="872">
                  <ns0:v>0.47233589907584306</ns0:v>
                </ns0:pt>
                <ns0:pt idx="873">
                  <ns0:v>0.47115578713477035</ns0:v>
                </ns0:pt>
                <ns0:pt idx="874">
                  <ns0:v>0.47011485899854216</ns0:v>
                </ns0:pt>
                <ns0:pt idx="875">
                  <ns0:v>0.46965000612367808</ns0:v>
                </ns0:pt>
                <ns0:pt idx="876">
                  <ns0:v>0.47009166372400019</ns0:v>
                </ns0:pt>
                <ns0:pt idx="877">
                  <ns0:v>0.47120427912771817</ns0:v>
                </ns0:pt>
                <ns0:pt idx="878">
                  <ns0:v>0.47269007055087964</ns0:v>
                </ns0:pt>
                <ns0:pt idx="879">
                  <ns0:v>0.47437116971767934</ns0:v>
                </ns0:pt>
                <ns0:pt idx="880">
                  <ns0:v>0.47598974664507593</ns0:v>
                </ns0:pt>
                <ns0:pt idx="881">
                  <ns0:v>0.47716991888725757</ns0:v>
                </ns0:pt>
                <ns0:pt idx="882">
                  <ns0:v>0.47802008440135496</ns0:v>
                </ns0:pt>
                <ns0:pt idx="883">
                  <ns0:v>0.47890832055645932</ns0:v>
                </ns0:pt>
                <ns0:pt idx="884">
                  <ns0:v>0.47942977231128725</ns0:v>
                </ns0:pt>
                <ns0:pt idx="885">
                  <ns0:v>0.47960195435821107</ns0:v>
                </ns0:pt>
                <ns0:pt idx="886">
                  <ns0:v>0.47954273120491203</ns0:v>
                </ns0:pt>
                <ns0:pt idx="887">
                  <ns0:v>0.47902130713741181</ns0:v>
                </ns0:pt>
                <ns0:pt idx="888">
                  <ns0:v>0.47847734576667306</ns0:v>
                </ns0:pt>
                <ns0:pt idx="889">
                  <ns0:v>0.47827934367563429</ns0:v>
                </ns0:pt>
                <ns0:pt idx="890">
                  <ns0:v>0.47813849110818224</ns0:v>
                </ns0:pt>
                <ns0:pt idx="891">
                  <ns0:v>0.47794802784352847</ns0:v>
                </ns0:pt>
                <ns0:pt idx="892">
                  <ns0:v>0.47758576503764788</ns0:v>
                </ns0:pt>
                <ns0:pt idx="893">
                  <ns0:v>0.47689075719388946</ns0:v>
                </ns0:pt>
                <ns0:pt idx="894">
                  <ns0:v>0.47620103585073859</ns0:v>
                </ns0:pt>
                <ns0:pt idx="895">
                  <ns0:v>0.47561250602657235</ns0:v>
                </ns0:pt>
                <ns0:pt idx="896">
                  <ns0:v>0.4754958472582797</ns0:v>
                </ns0:pt>
                <ns0:pt idx="897">
                  <ns0:v>0.47586501495739958</ns0:v>
                </ns0:pt>
                <ns0:pt idx="898">
                  <ns0:v>0.4767657281067133</ns0:v>
                </ns0:pt>
                <ns0:pt idx="899">
                  <ns0:v>0.47783572741290919</ns0:v>
                </ns0:pt>
                <ns0:pt idx="900">
                  <ns0:v>0.47852419399422241</ns0:v>
                </ns0:pt>
                <ns0:pt idx="901">
                  <ns0:v>0.47873461340700774</ns0:v>
                </ns0:pt>
                <ns0:pt idx="902">
                  <ns0:v>0.47830512096266775</ns0:v>
                </ns0:pt>
                <ns0:pt idx="903">
                  <ns0:v>0.47748819894475192</ns0:v>
                </ns0:pt>
                <ns0:pt idx="904">
                  <ns0:v>0.47632002466070306</ns0:v>
                </ns0:pt>
                <ns0:pt idx="905">
                  <ns0:v>0.47522930348859249</ns0:v>
                </ns0:pt>
                <ns0:pt idx="906">
                  <ns0:v>0.47434031874456473</ns0:v>
                </ns0:pt>
                <ns0:pt idx="907">
                  <ns0:v>0.47330047218857346</ns0:v>
                </ns0:pt>
                <ns0:pt idx="908">
                  <ns0:v>0.47205078375754417</ns0:v>
                </ns0:pt>
                <ns0:pt idx="909">
                  <ns0:v>0.4708004411642509</ns0:v>
                </ns0:pt>
                <ns0:pt idx="910">
                  <ns0:v>0.46969095751049578</ns0:v>
                </ns0:pt>
                <ns0:pt idx="911">
                  <ns0:v>0.46875195938032976</ns0:v>
                </ns0:pt>
                <ns0:pt idx="912">
                  <ns0:v>0.46809878778020769</ns0:v>
                </ns0:pt>
                <ns0:pt idx="913">
                  <ns0:v>0.4675436827751408</ns0:v>
                </ns0:pt>
                <ns0:pt idx="914">
                  <ns0:v>0.46688221143114406</ns0:v>
                </ns0:pt>
                <ns0:pt idx="915">
                  <ns0:v>0.4662637278415287</ns0:v>
                </ns0:pt>
                <ns0:pt idx="916">
                  <ns0:v>0.46580612159726714</ns0:v>
                </ns0:pt>
                <ns0:pt idx="917">
                  <ns0:v>0.46569828135114405</ns0:v>
                </ns0:pt>
                <ns0:pt idx="918">
                  <ns0:v>0.46599596862293136</ns0:v>
                </ns0:pt>
                <ns0:pt idx="919">
                  <ns0:v>0.4662013011305996</ns0:v>
                </ns0:pt>
                <ns0:pt idx="920">
                  <ns0:v>0.46629400169462332</ns0:v>
                </ns0:pt>
                <ns0:pt idx="921">
                  <ns0:v>0.46609270191546215</ns0:v>
                </ns0:pt>
                <ns0:pt idx="922">
                  <ns0:v>0.46569049456390205</ns0:v>
                </ns0:pt>
                <ns0:pt idx="923">
                  <ns0:v>0.46498135940606361</ns0:v>
                </ns0:pt>
                <ns0:pt idx="924">
                  <ns0:v>0.46400553106153714</ns0:v>
                </ns0:pt>
                <ns0:pt idx="925">
                  <ns0:v>0.46310273218669151</ns0:v>
                </ns0:pt>
                <ns0:pt idx="926">
                  <ns0:v>0.46206251127435538</ns0:v>
                </ns0:pt>
                <ns0:pt idx="927">
                  <ns0:v>0.46139130487866031</ns0:v>
                </ns0:pt>
                <ns0:pt idx="928">
                  <ns0:v>0.46103187321897798</ns0:v>
                </ns0:pt>
                <ns0:pt idx="929">
                  <ns0:v>0.46097561045694946</ns0:v>
                </ns0:pt>
                <ns0:pt idx="930">
                  <ns0:v>0.46095811050865743</ns0:v>
                </ns0:pt>
                <ns0:pt idx="931">
                  <ns0:v>0.46132976799856457</ns0:v>
                </ns0:pt>
                <ns0:pt idx="932">
                  <ns0:v>0.46258471321503841</ns0:v>
                </ns0:pt>
                <ns0:pt idx="933">
                  <ns0:v>0.46453212665209614</ns0:v>
                </ns0:pt>
                <ns0:pt idx="934">
                  <ns0:v>0.46641866544152344</ns0:v>
                </ns0:pt>
                <ns0:pt idx="935">
                  <ns0:v>0.46817485529661473</ns0:v>
                </ns0:pt>
                <ns0:pt idx="936">
                  <ns0:v>0.46965877459700217</ns0:v>
                </ns0:pt>
                <ns0:pt idx="937">
                  <ns0:v>0.47078297277742281</ns0:v>
                </ns0:pt>
                <ns0:pt idx="938">
                  <ns0:v>0.47141659304910211</ns0:v>
                </ns0:pt>
                <ns0:pt idx="939">
                  <ns0:v>0.47169363263040565</ns0:v>
                </ns0:pt>
                <ns0:pt idx="940">
                  <ns0:v>0.47158052010910068</ns0:v>
                </ns0:pt>
                <ns0:pt idx="941">
                  <ns0:v>0.47127515038462925</ns0:v>
                </ns0:pt>
                <ns0:pt idx="942">
                  <ns0:v>0.47082221459418577</ns0:v>
                </ns0:pt>
                <ns0:pt idx="943">
                  <ns0:v>0.47062800187738518</ns0:v>
                </ns0:pt>
                <ns0:pt idx="944">
                  <ns0:v>0.47101000339832227</ns0:v>
                </ns0:pt>
                <ns0:pt idx="945">
                  <ns0:v>0.4722544028158831</ns0:v>
                </ns0:pt>
                <ns0:pt idx="946">
                  <ns0:v>0.47426237554577855</ns0:v>
                </ns0:pt>
                <ns0:pt idx="947">
                  <ns0:v>0.47629303276733093</ns0:v>
                </ns0:pt>
                <ns0:pt idx="948">
                  <ns0:v>0.47811723928041133</ns0:v>
                </ns0:pt>
                <ns0:pt idx="949">
                  <ns0:v>0.47973298736276671</ns0:v>
                </ns0:pt>
                <ns0:pt idx="950">
                  <ns0:v>0.48120248767206275</ns0:v>
                </ns0:pt>
                <ns0:pt idx="951">
                  <ns0:v>0.48242132736469151</ns0:v>
                </ns0:pt>
                <ns0:pt idx="952">
                  <ns0:v>0.48302379075475704</ns0:v>
                </ns0:pt>
                <ns0:pt idx="953">
                  <ns0:v>0.48305099350887404</ns0:v>
                </ns0:pt>
                <ns0:pt idx="954">
                  <ns0:v>0.48261942296084698</ns0:v>
                </ns0:pt>
                <ns0:pt idx="955">
                  <ns0:v>0.48212227164654664</ns0:v>
                </ns0:pt>
                <ns0:pt idx="956">
                  <ns0:v>0.4815278321521147</ns0:v>
                </ns0:pt>
                <ns0:pt idx="957">
                  <ns0:v>0.4808499301102353</ns0:v>
                </ns0:pt>
                <ns0:pt idx="958">
                  <ns0:v>0.48042362235456326</ns0:v>
                </ns0:pt>
                <ns0:pt idx="959">
                  <ns0:v>0.48041620507570698</ns0:v>
                </ns0:pt>
                <ns0:pt idx="960">
                  <ns0:v>0.48054904023612915</ns0:v>
                </ns0:pt>
                <ns0:pt idx="961">
                  <ns0:v>0.48075494112213385</ns0:v>
                </ns0:pt>
                <ns0:pt idx="962">
                  <ns0:v>0.48113772002917088</ns0:v>
                </ns0:pt>
                <ns0:pt idx="963">
                  <ns0:v>0.48175316915811683</ns0:v>
                </ns0:pt>
                <ns0:pt idx="964">
                  <ns0:v>0.48233664201649162</ns0:v>
                </ns0:pt>
                <ns0:pt idx="965">
                  <ns0:v>0.48327145834139978</ns0:v>
                </ns0:pt>
                <ns0:pt idx="966">
                  <ns0:v>0.48461160906313844</ns0:v>
                </ns0:pt>
                <ns0:pt idx="967">
                  <ns0:v>0.48630047598428633</ns0:v>
                </ns0:pt>
                <ns0:pt idx="968">
                  <ns0:v>0.48773029550293501</ns0:v>
                </ns0:pt>
                <ns0:pt idx="969">
                  <ns0:v>0.48882904103772806</ns0:v>
                </ns0:pt>
                <ns0:pt idx="970">
                  <ns0:v>0.48883153694329712</ns0:v>
                </ns0:pt>
                <ns0:pt idx="971">
                  <ns0:v>0.48791497028447561</ns0:v>
                </ns0:pt>
                <ns0:pt idx="972">
                  <ns0:v>0.48658379157727166</ns0:v>
                </ns0:pt>
                <ns0:pt idx="973">
                  <ns0:v>0.48512259825626569</ns0:v>
                </ns0:pt>
                <ns0:pt idx="974">
                  <ns0:v>0.48372463553269796</ns0:v>
                </ns0:pt>
                <ns0:pt idx="975">
                  <ns0:v>0.48238784399154822</ns0:v>
                </ns0:pt>
                <ns0:pt idx="976">
                  <ns0:v>0.48144584539955709</ns0:v>
                </ns0:pt>
                <ns0:pt idx="977">
                  <ns0:v>0.48107421488732199</ns0:v>
                </ns0:pt>
                <ns0:pt idx="978">
                  <ns0:v>0.48089281116184446</ns0:v>
                </ns0:pt>
                <ns0:pt idx="979">
                  <ns0:v>0.48149500526265571</ns0:v>
                </ns0:pt>
                <ns0:pt idx="980">
                  <ns0:v>0.48253792561354919</ns0:v>
                </ns0:pt>
                <ns0:pt idx="981">
                  <ns0:v>0.48325806202942556</ns0:v>
                </ns0:pt>
                <ns0:pt idx="982">
                  <ns0:v>0.48355297484460485</ns0:v>
                </ns0:pt>
                <ns0:pt idx="983">
                  <ns0:v>0.48343882441583425</ns0:v>
                </ns0:pt>
                <ns0:pt idx="984">
                  <ns0:v>0.48321318258663143</ns0:v>
                </ns0:pt>
                <ns0:pt idx="985">
                  <ns0:v>0.48281141695090712</ns0:v>
                </ns0:pt>
                <ns0:pt idx="986">
                  <ns0:v>0.48234798171278159</ns0:v>
                </ns0:pt>
                <ns0:pt idx="987">
                  <ns0:v>0.48201365849182554</ns0:v>
                </ns0:pt>
                <ns0:pt idx="988">
                  <ns0:v>0.48187225881299822</ns0:v>
                </ns0:pt>
                <ns0:pt idx="989">
                  <ns0:v>0.48173819589960448</ns0:v>
                </ns0:pt>
                <ns0:pt idx="990">
                  <ns0:v>0.4814160897877951</ns0:v>
                </ns0:pt>
                <ns0:pt idx="991">
                  <ns0:v>0.48073153343204822</ns0:v>
                </ns0:pt>
                <ns0:pt idx="992">
                  <ns0:v>0.47966919396317798</ns0:v>
                </ns0:pt>
                <ns0:pt idx="993">
                  <ns0:v>0.47865044719876976</ns0:v>
                </ns0:pt>
                <ns0:pt idx="994">
                  <ns0:v>0.47753265068649431</ns0:v>
                </ns0:pt>
                <ns0:pt idx="995">
                  <ns0:v>0.47684589587928522</ns0:v>
                </ns0:pt>
                <ns0:pt idx="996">
                  <ns0:v>0.47659739730029582</ns0:v>
                </ns0:pt>
                <ns0:pt idx="997">
                  <ns0:v>0.47674839586832823</ns0:v>
                </ns0:pt>
                <ns0:pt idx="998">
                  <ns0:v>0.47726147997460966</ns0:v>
                </ns0:pt>
                <ns0:pt idx="999">
                  <ns0:v>0.47817273876692501</ns0:v>
                </ns0:pt>
                <ns0:pt idx="1000">
                  <ns0:v>0.47810633003470093</ns0:v>
                </ns0:pt>
                <ns0:pt idx="1001">
                  <ns0:v>0.48182330453780303</ns0:v>
                </ns0:pt>
                <ns0:pt idx="1002">
                  <ns0:v>0.48605932057361467</ns0:v>
                </ns0:pt>
                <ns0:pt idx="1003">
                  <ns0:v>0.48994476711743123</ns0:v>
                </ns0:pt>
                <ns0:pt idx="1004">
                  <ns0:v>0.49264264402422869</ns0:v>
                </ns0:pt>
                <ns0:pt idx="1005">
                  <ns0:v>0.49446512176570301</ns0:v>
                </ns0:pt>
                <ns0:pt idx="1006">
                  <ns0:v>0.49595052186321764</ns0:v>
                </ns0:pt>
                <ns0:pt idx="1007">
                  <ns0:v>0.49717799422635167</ns0:v>
                </ns0:pt>
                <ns0:pt idx="1008">
                  <ns0:v>0.49838484283942808</ns0:v>
                </ns0:pt>
                <ns0:pt idx="1009">
                  <ns0:v>0.49996596253664333</ns0:v>
                </ns0:pt>
                <ns0:pt idx="1010">
                  <ns0:v>0.50195348329512623</ns0:v>
                </ns0:pt>
                <ns0:pt idx="1011">
                  <ns0:v>0.5044932373512484</ns0:v>
                </ns0:pt>
                <ns0:pt idx="1012">
                  <ns0:v>0.50766031915012522</ns0:v>
                </ns0:pt>
                <ns0:pt idx="1013">
                  <ns0:v>0.51251768898658479</ns0:v>
                </ns0:pt>
                <ns0:pt idx="1014">
                  <ns0:v>0.51789817862737597</ns0:v>
                </ns0:pt>
                <ns0:pt idx="1015">
                  <ns0:v>0.52365641606920266</ns0:v>
                </ns0:pt>
                <ns0:pt idx="1016">
                  <ns0:v>0.5297108059408121</ns0:v>
                </ns0:pt>
                <ns0:pt idx="1017">
                  <ns0:v>0.5361435398272425</ns0:v>
                </ns0:pt>
                <ns0:pt idx="1018">
                  <ns0:v>0.54307764259495517</ns0:v>
                </ns0:pt>
                <ns0:pt idx="1019">
                  <ns0:v>0.55063771024576613</ns0:v>
                </ns0:pt>
                <ns0:pt idx="1020">
                  <ns0:v>0.5582089478346639</ns0:v>
                </ns0:pt>
                <ns0:pt idx="1021">
                  <ns0:v>0.56578989152442327</ns0:v>
                </ns0:pt>
                <ns0:pt idx="1022">
                  <ns0:v>0.57287067794704527</ns0:v>
                </ns0:pt>
                <ns0:pt idx="1023">
                  <ns0:v>0.57925852179256343</ns0:v>
                </ns0:pt>
                <ns0:pt idx="1024">
                  <ns0:v>0.58531201478445394</ns0:v>
                </ns0:pt>
                <ns0:pt idx="1025">
                  <ns0:v>0.59117985361612435</ns0:v>
                </ns0:pt>
                <ns0:pt idx="1026">
                  <ns0:v>0.59700316398426889</ns0:v>
                </ns0:pt>
                <ns0:pt idx="1027">
                  <ns0:v>0.60301046403631775</ns0:v>
                </ns0:pt>
                <ns0:pt idx="1028">
                  <ns0:v>0.60962258264241198</ns0:v>
                </ns0:pt>
                <ns0:pt idx="1029">
                  <ns0:v>0.61718258832534467</ns0:v>
                </ns0:pt>
                <ns0:pt idx="1030">
                  <ns0:v>0.62548527355941952</ns0:v>
                </ns0:pt>
                <ns0:pt idx="1031">
                  <ns0:v>0.63411964527192854</ns0:v>
                </ns0:pt>
                <ns0:pt idx="1032">
                  <ns0:v>0.64305480717981411</ns0:v>
                </ns0:pt>
                <ns0:pt idx="1033">
                  <ns0:v>0.65210740414891166</ns0:v>
                </ns0:pt>
                <ns0:pt idx="1034">
                  <ns0:v>0.66098211727498535</ns0:v>
                </ns0:pt>
                <ns0:pt idx="1035">
                  <ns0:v>0.66979034667898318</ns0:v>
                </ns0:pt>
                <ns0:pt idx="1036">
                  <ns0:v>0.67829233408869671</ns0:v>
                </ns0:pt>
                <ns0:pt idx="1037">
                  <ns0:v>0.68616247527785068</ns0:v>
                </ns0:pt>
                <ns0:pt idx="1038">
                  <ns0:v>0.69348710291708937</ns0:v>
                </ns0:pt>
                <ns0:pt idx="1039">
                  <ns0:v>0.70006080057113196</ns0:v>
                </ns0:pt>
                <ns0:pt idx="1040">
                  <ns0:v>0.70595727247693307</ns0:v>
                </ns0:pt>
                <ns0:pt idx="1041">
                  <ns0:v>0.71117028810325988</ns0:v>
                </ns0:pt>
                <ns0:pt idx="1042">
                  <ns0:v>0.71603033378677539</ns0:v>
                </ns0:pt>
                <ns0:pt idx="1043">
                  <ns0:v>0.72030284897680485</ns0:v>
                </ns0:pt>
                <ns0:pt idx="1044">
                  <ns0:v>0.72388647986691779</ns0:v>
                </ns0:pt>
                <ns0:pt idx="1045">
                  <ns0:v>0.72713324621660358</ns0:v>
                </ns0:pt>
                <ns0:pt idx="1046">
                  <ns0:v>0.73007529757081358</ns0:v>
                </ns0:pt>
                <ns0:pt idx="1047">
                  <ns0:v>0.73319463050223799</ns0:v>
                </ns0:pt>
                <ns0:pt idx="1048">
                  <ns0:v>0.73690543683358545</ns0:v>
                </ns0:pt>
                <ns0:pt idx="1049">
                  <ns0:v>0.74095661526007506</ns0:v>
                </ns0:pt>
                <ns0:pt idx="1050">
                  <ns0:v>0.74526588130415106</ns0:v>
                </ns0:pt>
                <ns0:pt idx="1051">
                  <ns0:v>0.74950321873187409</ns0:v>
                </ns0:pt>
                <ns0:pt idx="1052">
                  <ns0:v>0.75318113003117593</ns0:v>
                </ns0:pt>
                <ns0:pt idx="1053">
                  <ns0:v>0.75613935798352838</ns0:v>
                </ns0:pt>
                <ns0:pt idx="1054">
                  <ns0:v>0.75822481137722031</ns0:v>
                </ns0:pt>
                <ns0:pt idx="1055">
                  <ns0:v>0.75946874496687788</ns0:v>
                </ns0:pt>
                <ns0:pt idx="1056">
                  <ns0:v>0.7599971423799472</ns0:v>
                </ns0:pt>
                <ns0:pt idx="1057">
                  <ns0:v>0.75992254807894843</ns0:v>
                </ns0:pt>
                <ns0:pt idx="1058">
                  <ns0:v>0.75944658574214685</ns0:v>
                </ns0:pt>
                <ns0:pt idx="1059">
                  <ns0:v>0.75871036913391332</ns0:v>
                </ns0:pt>
                <ns0:pt idx="1060">
                  <ns0:v>0.75789911518021202</ns0:v>
                </ns0:pt>
                <ns0:pt idx="1061">
                  <ns0:v>0.75721660812870095</ns0:v>
                </ns0:pt>
                <ns0:pt idx="1062">
                  <ns0:v>0.75652813766060545</ns0:v>
                </ns0:pt>
                <ns0:pt idx="1063">
                  <ns0:v>0.75576606651683353</ns0:v>
                </ns0:pt>
                <ns0:pt idx="1064">
                  <ns0:v>0.75492902432622355</ns0:v>
                </ns0:pt>
                <ns0:pt idx="1065">
                  <ns0:v>0.75400710294528039</ns0:v>
                </ns0:pt>
                <ns0:pt idx="1066">
                  <ns0:v>0.7530247115617521</ns0:v>
                </ns0:pt>
                <ns0:pt idx="1067">
                  <ns0:v>0.75220419019356821</ns0:v>
                </ns0:pt>
                <ns0:pt idx="1068">
                  <ns0:v>0.75156931772259949</ns0:v>
                </ns0:pt>
                <ns0:pt idx="1069">
                  <ns0:v>0.75116767957727903</ns0:v>
                </ns0:pt>
                <ns0:pt idx="1070">
                  <ns0:v>0.75122529719128239</ns0:v>
                </ns0:pt>
                <ns0:pt idx="1071">
                  <ns0:v>0.75183247292425592</ns0:v>
                </ns0:pt>
                <ns0:pt idx="1072">
                  <ns0:v>0.75295695467850787</ns0:v>
                </ns0:pt>
                <ns0:pt idx="1073">
                  <ns0:v>0.75420229849219933</ns0:v>
                </ns0:pt>
                <ns0:pt idx="1074">
                  <ns0:v>0.75543090560213755</ns0:v>
                </ns0:pt>
                <ns0:pt idx="1075">
                  <ns0:v>0.75631299765917193</ns0:v>
                </ns0:pt>
                <ns0:pt idx="1076">
                  <ns0:v>0.7567660423391922</ns0:v>
                </ns0:pt>
                <ns0:pt idx="1077">
                  <ns0:v>0.75676173722480822</ns0:v>
                </ns0:pt>
                <ns0:pt idx="1078">
                  <ns0:v>0.75626985703951832</ns0:v>
                </ns0:pt>
                <ns0:pt idx="1079">
                  <ns0:v>0.75524756814755312</ns0:v>
                </ns0:pt>
                <ns0:pt idx="1080">
                  <ns0:v>0.75405389811343493</ns0:v>
                </ns0:pt>
                <ns0:pt idx="1081">
                  <ns0:v>0.75297191544407849</ns0:v>
                </ns0:pt>
                <ns0:pt idx="1082">
                  <ns0:v>0.75227333148362319</ns0:v>
                </ns0:pt>
                <ns0:pt idx="1083">
                  <ns0:v>0.75202960756682158</ns0:v>
                </ns0:pt>
                <ns0:pt idx="1084">
                  <ns0:v>0.75208985326660904</ns0:v>
                </ns0:pt>
                <ns0:pt idx="1085">
                  <ns0:v>0.75206581184435839</ns0:v>
                </ns0:pt>
                <ns0:pt idx="1086">
                  <ns0:v>0.75185461323389691</ns0:v>
                </ns0:pt>
                <ns0:pt idx="1087">
                  <ns0:v>0.75194649350236065</ns0:v>
                </ns0:pt>
                <ns0:pt idx="1088">
                  <ns0:v>0.75243593164933575</ns0:v>
                </ns0:pt>
                <ns0:pt idx="1089">
                  <ns0:v>0.75335553343865325</ns0:v>
                </ns0:pt>
                <ns0:pt idx="1090">
                  <ns0:v>0.75445349615314272</ns0:v>
                </ns0:pt>
                <ns0:pt idx="1091">
                  <ns0:v>0.75543627911172639</ns0:v>
                </ns0:pt>
                <ns0:pt idx="1092">
                  <ns0:v>0.75605298002449073</ns0:v>
                </ns0:pt>
                <ns0:pt idx="1093">
                  <ns0:v>0.75625310960456515</ns0:v>
                </ns0:pt>
                <ns0:pt idx="1094">
                  <ns0:v>0.7561702577756324</ns0:v>
                </ns0:pt>
                <ns0:pt idx="1095">
                  <ns0:v>0.75581439750182411</ns0:v>
                </ns0:pt>
                <ns0:pt idx="1096">
                  <ns0:v>0.75540909976400428</ns0:v>
                </ns0:pt>
                <ns0:pt idx="1097">
                  <ns0:v>0.75467210245536875</ns0:v>
                </ns0:pt>
                <ns0:pt idx="1098">
                  <ns0:v>0.75375915739926147</ns0:v>
                </ns0:pt>
                <ns0:pt idx="1099">
                  <ns0:v>0.75264709448822431</ns0:v>
                </ns0:pt>
                <ns0:pt idx="1100">
                  <ns0:v>0.75144346388306293</ns0:v>
                </ns0:pt>
                <ns0:pt idx="1101">
                  <ns0:v>0.75022473029894055</ns0:v>
                </ns0:pt>
                <ns0:pt idx="1102">
                  <ns0:v>0.74934673727537826</ns0:v>
                </ns0:pt>
                <ns0:pt idx="1103">
                  <ns0:v>0.74896568246363282</ns0:v>
                </ns0:pt>
                <ns0:pt idx="1104">
                  <ns0:v>0.74932106395710851</ns0:v>
                </ns0:pt>
                <ns0:pt idx="1105">
                  <ns0:v>0.75035939141945573</ns0:v>
                </ns0:pt>
                <ns0:pt idx="1106">
                  <ns0:v>0.75202882557664974</ns0:v>
                </ns0:pt>
                <ns0:pt idx="1107">
                  <ns0:v>0.75395673568460053</ns0:v>
                </ns0:pt>
                <ns0:pt idx="1108">
                  <ns0:v>0.75581813947467458</ns0:v>
                </ns0:pt>
                <ns0:pt idx="1109">
                  <ns0:v>0.75735553760886987</ns0:v>
                </ns0:pt>
                <ns0:pt idx="1110">
                  <ns0:v>0.75882374694486676</ns0:v>
                </ns0:pt>
                <ns0:pt idx="1111">
                  <ns0:v>0.76006412099678433</ns0:v>
                </ns0:pt>
                <ns0:pt idx="1112">
                  <ns0:v>0.76101454096885646</ns0:v>
                </ns0:pt>
                <ns0:pt idx="1113">
                  <ns0:v>0.76159803086244704</ns0:v>
                </ns0:pt>
                <ns0:pt idx="1114">
                  <ns0:v>0.76154447118859481</ns0:v>
                </ns0:pt>
                <ns0:pt idx="1115">
                  <ns0:v>0.76128173589513393</ns0:v>
                </ns0:pt>
                <ns0:pt idx="1116">
                  <ns0:v>0.76132161878675308</ns0:v>
                </ns0:pt>
                <ns0:pt idx="1117">
                  <ns0:v>0.76174162077276963</ns0:v>
                </ns0:pt>
                <ns0:pt idx="1118">
                  <ns0:v>0.76262705674546938</ns0:v>
                </ns0:pt>
                <ns0:pt idx="1119">
                  <ns0:v>0.76388490582112223</ns0:v>
                </ns0:pt>
                <ns0:pt idx="1120">
                  <ns0:v>0.7652644345758135</ns0:v>
                </ns0:pt>
                <ns0:pt idx="1121">
                  <ns0:v>0.7664480834858951</ns0:v>
                </ns0:pt>
                <ns0:pt idx="1122">
                  <ns0:v>0.76742089726655005</ns0:v>
                </ns0:pt>
                <ns0:pt idx="1123">
                  <ns0:v>0.76804345788971073</ns0:v>
                </ns0:pt>
                <ns0:pt idx="1124">
                  <ns0:v>0.76868142152253482</ns0:v>
                </ns0:pt>
                <ns0:pt idx="1125">
                  <ns0:v>0.7691152141712958</ns0:v>
                </ns0:pt>
                <ns0:pt idx="1126">
                  <ns0:v>0.76934901260926081</ns0:v>
                </ns0:pt>
                <ns0:pt idx="1127">
                  <ns0:v>0.76970994593017739</ns0:v>
                </ns0:pt>
                <ns0:pt idx="1128">
                  <ns0:v>0.77056727338025777</ns0:v>
                </ns0:pt>
                <ns0:pt idx="1129">
                  <ns0:v>0.77200761295916931</ns0:v>
                </ns0:pt>
                <ns0:pt idx="1130">
                  <ns0:v>0.77365408367474953</ns0:v>
                </ns0:pt>
                <ns0:pt idx="1131">
                  <ns0:v>0.77522325261621272</ns0:v>
                </ns0:pt>
                <ns0:pt idx="1132">
                  <ns0:v>0.77672706130464275</ns0:v>
                </ns0:pt>
                <ns0:pt idx="1133">
                  <ns0:v>0.77813169503600821</ns0:v>
                </ns0:pt>
                <ns0:pt idx="1134">
                  <ns0:v>0.77984616835196519</ns0:v>
                </ns0:pt>
                <ns0:pt idx="1135">
                  <ns0:v>0.78140888888553495</ns0:v>
                </ns0:pt>
                <ns0:pt idx="1136">
                  <ns0:v>0.78249908463893059</ns0:v>
                </ns0:pt>
                <ns0:pt idx="1137">
                  <ns0:v>0.78278923500059361</ns0:v>
                </ns0:pt>
                <ns0:pt idx="1138">
                  <ns0:v>0.78233833300860989</ns0:v>
                </ns0:pt>
                <ns0:pt idx="1139">
                  <ns0:v>0.78180150256031711</ns0:v>
                </ns0:pt>
                <ns0:pt idx="1140">
                  <ns0:v>0.78142224038735686</ns0:v>
                </ns0:pt>
                <ns0:pt idx="1141">
                  <ns0:v>0.78130857847263213</ns0:v>
                </ns0:pt>
                <ns0:pt idx="1142">
                  <ns0:v>0.78132077556665946</ns0:v>
                </ns0:pt>
                <ns0:pt idx="1143">
                  <ns0:v>0.78153331924441327</ns0:v>
                </ns0:pt>
                <ns0:pt idx="1144">
                  <ns0:v>0.78193566229048161</ns0:v>
                </ns0:pt>
                <ns0:pt idx="1145">
                  <ns0:v>0.78259352820310668</ns0:v>
                </ns0:pt>
                <ns0:pt idx="1146">
                  <ns0:v>0.78370288633668805</ns0:v>
                </ns0:pt>
                <ns0:pt idx="1147">
                  <ns0:v>0.78513246631174416</ns0:v>
                </ns0:pt>
                <ns0:pt idx="1148">
                  <ns0:v>0.78654698109943544</ns0:v>
                </ns0:pt>
                <ns0:pt idx="1149">
                  <ns0:v>0.78750397980397091</ns0:v>
                </ns0:pt>
                <ns0:pt idx="1150">
                  <ns0:v>0.78830209468031809</ns0:v>
                </ns0:pt>
                <ns0:pt idx="1151">
                  <ns0:v>0.78895081952514445</ns0:v>
                </ns0:pt>
                <ns0:pt idx="1152">
                  <ns0:v>0.78930558255863104</ns0:v>
                </ns0:pt>
                <ns0:pt idx="1153">
                  <ns0:v>0.78918856579217089</ns0:v>
                </ns0:pt>
                <ns0:pt idx="1154">
                  <ns0:v>0.78863339708047742</ns0:v>
                </ns0:pt>
                <ns0:pt idx="1155">
                  <ns0:v>0.78772964036650517</ns0:v>
                </ns0:pt>
                <ns0:pt idx="1156">
                  <ns0:v>0.78670114630878729</ns0:v>
                </ns0:pt>
                <ns0:pt idx="1157">
                  <ns0:v>0.78543423627911069</ns0:v>
                </ns0:pt>
                <ns0:pt idx="1158">
                  <ns0:v>0.78380151736312043</ns0:v>
                </ns0:pt>
                <ns0:pt idx="1159">
                  <ns0:v>0.78178329693707782</ns0:v>
                </ns0:pt>
                <ns0:pt idx="1160">
                  <ns0:v>0.78003468639326556</ns0:v>
                </ns0:pt>
                <ns0:pt idx="1161">
                  <ns0:v>0.77903930395898102</ns0:v>
                </ns0:pt>
                <ns0:pt idx="1162">
                  <ns0:v>0.778765649338785</ns0:v>
                </ns0:pt>
                <ns0:pt idx="1163">
                  <ns0:v>0.77890333761239317</ns0:v>
                </ns0:pt>
                <ns0:pt idx="1164">
                  <ns0:v>0.77952967928370587</ns0:v>
                </ns0:pt>
                <ns0:pt idx="1165">
                  <ns0:v>0.78019407801342355</ns0:v>
                </ns0:pt>
                <ns0:pt idx="1166">
                  <ns0:v>0.78060084201993329</ns0:v>
                </ns0:pt>
                <ns0:pt idx="1167">
                  <ns0:v>0.78102016650555017</ns0:v>
                </ns0:pt>
                <ns0:pt idx="1168">
                  <ns0:v>0.7813670764768671</ns0:v>
                </ns0:pt>
                <ns0:pt idx="1169">
                  <ns0:v>0.78133295725885599</ns0:v>
                </ns0:pt>
                <ns0:pt idx="1170">
                  <ns0:v>0.78086976246549755</ns0:v>
                </ns0:pt>
                <ns0:pt idx="1171">
                  <ns0:v>0.78011203383775363</ns0:v>
                </ns0:pt>
                <ns0:pt idx="1172">
                  <ns0:v>0.77911746444033947</ns0:v>
                </ns0:pt>
                <ns0:pt idx="1173">
                  <ns0:v>0.77832149312078314</ns0:v>
                </ns0:pt>
                <ns0:pt idx="1174">
                  <ns0:v>0.77770678722922526</ns0:v>
                </ns0:pt>
                <ns0:pt idx="1175">
                  <ns0:v>0.77700498746577162</ns0:v>
                </ns0:pt>
                <ns0:pt idx="1176">
                  <ns0:v>0.77624843968983259</ns0:v>
                </ns0:pt>
                <ns0:pt idx="1177">
                  <ns0:v>0.77549675215253799</ns0:v>
                </ns0:pt>
                <ns0:pt idx="1178">
                  <ns0:v>0.77495602042239142</ns0:v>
                </ns0:pt>
                <ns0:pt idx="1179">
                  <ns0:v>0.77484502715635539</ns0:v>
                </ns0:pt>
                <ns0:pt idx="1180">
                  <ns0:v>0.77513529730784381</ns0:v>
                </ns0:pt>
                <ns0:pt idx="1181">
                  <ns0:v>0.77576771908807474</ns0:v>
                </ns0:pt>
                <ns0:pt idx="1182">
                  <ns0:v>0.77663543944173563</ns0:v>
                </ns0:pt>
                <ns0:pt idx="1183">
                  <ns0:v>0.77773526722990027</ns0:v>
                </ns0:pt>
                <ns0:pt idx="1184">
                  <ns0:v>0.77869926051376526</ns0:v>
                </ns0:pt>
                <ns0:pt idx="1185">
                  <ns0:v>0.77888907284404907</ns0:v>
                </ns0:pt>
                <ns0:pt idx="1186">
                  <ns0:v>0.77842591979602593</ns0:v>
                </ns0:pt>
                <ns0:pt idx="1187">
                  <ns0:v>0.77746112823468105</ns0:v>
                </ns0:pt>
                <ns0:pt idx="1188">
                  <ns0:v>0.77645865148927118</ns0:v>
                </ns0:pt>
                <ns0:pt idx="1189">
                  <ns0:v>0.77540550934783825</ns0:v>
                </ns0:pt>
                <ns0:pt idx="1190">
                  <ns0:v>0.77456741882592095</ns0:v>
                </ns0:pt>
                <ns0:pt idx="1191">
                  <ns0:v>0.7738894790318257</ns0:v>
                </ns0:pt>
                <ns0:pt idx="1192">
                  <ns0:v>0.77346699649968642</ns0:v>
                </ns0:pt>
                <ns0:pt idx="1193">
                  <ns0:v>0.77347739856337339</ns0:v>
                </ns0:pt>
                <ns0:pt idx="1194">
                  <ns0:v>0.77432434510767878</ns0:v>
                </ns0:pt>
                <ns0:pt idx="1195">
                  <ns0:v>0.77571409910822486</ns0:v>
                </ns0:pt>
                <ns0:pt idx="1196">
                  <ns0:v>0.77713883150795737</ns0:v>
                </ns0:pt>
                <ns0:pt idx="1197">
                  <ns0:v>0.7784458623226429</ns0:v>
                </ns0:pt>
                <ns0:pt idx="1198">
                  <ns0:v>0.77933885132721414</ns0:v>
                </ns0:pt>
                <ns0:pt idx="1199">
                  <ns0:v>0.78000716271422799</ns0:v>
                </ns0:pt>
                <ns0:pt idx="1200">
                  <ns0:v>0.78051716705672258</ns0:v>
                </ns0:pt>
                <ns0:pt idx="1201">
                  <ns0:v>0.78062981344480331</ns0:v>
                </ns0:pt>
                <ns0:pt idx="1202">
                  <ns0:v>0.78025785693592087</ns0:v>
                </ns0:pt>
                <ns0:pt idx="1203">
                  <ns0:v>0.77939586739173672</ns0:v>
                </ns0:pt>
                <ns0:pt idx="1204">
                  <ns0:v>0.77818824386261309</ns0:v>
                </ns0:pt>
                <ns0:pt idx="1205">
                  <ns0:v>0.77687462704916799</ns0:v>
                </ns0:pt>
                <ns0:pt idx="1206">
                  <ns0:v>0.77551859831188696</ns0:v>
                </ns0:pt>
                <ns0:pt idx="1207">
                  <ns0:v>0.77450495231202299</ns0:v>
                </ns0:pt>
                <ns0:pt idx="1208">
                  <ns0:v>0.7737437185532281</ns0:v>
                </ns0:pt>
                <ns0:pt idx="1209">
                  <ns0:v>0.77345720072526702</ns0:v>
                </ns0:pt>
                <ns0:pt idx="1210">
                  <ns0:v>0.77357576414959484</ns0:v>
                </ns0:pt>
                <ns0:pt idx="1211">
                  <ns0:v>0.77366085717018818</ns0:v>
                </ns0:pt>
                <ns0:pt idx="1212">
                  <ns0:v>0.77377799776456024</ns0:v>
                </ns0:pt>
                <ns0:pt idx="1213">
                  <ns0:v>0.77395250382463976</ns0:v>
                </ns0:pt>
                <ns0:pt idx="1214">
                  <ns0:v>0.77415712237332157</ns0:v>
                </ns0:pt>
                <ns0:pt idx="1215">
                  <ns0:v>0.77403955914279921</ns0:v>
                </ns0:pt>
                <ns0:pt idx="1216">
                  <ns0:v>0.77354695868423373</ns0:v>
                </ns0:pt>
                <ns0:pt idx="1217">
                  <ns0:v>0.7725094182461224</ns0:v>
                </ns0:pt>
                <ns0:pt idx="1218">
                  <ns0:v>0.77103350763820866</ns0:v>
                </ns0:pt>
                <ns0:pt idx="1219">
                  <ns0:v>0.7692816508774668</ns0:v>
                </ns0:pt>
                <ns0:pt idx="1220">
                  <ns0:v>0.7675098851705725</ns0:v>
                </ns0:pt>
                <ns0:pt idx="1221">
                  <ns0:v>0.76583691140184795</ns0:v>
                </ns0:pt>
                <ns0:pt idx="1222">
                  <ns0:v>0.76416784402227178</ns0:v>
                </ns0:pt>
                <ns0:pt idx="1223">
                  <ns0:v>0.7624349278213236</ns0:v>
                </ns0:pt>
                <ns0:pt idx="1224">
                  <ns0:v>0.76066498319585718</ns0:v>
                </ns0:pt>
                <ns0:pt idx="1225">
                  <ns0:v>0.7590349360783355</ns0:v>
                </ns0:pt>
                <ns0:pt idx="1226">
                  <ns0:v>0.75789404784455239</ns0:v>
                </ns0:pt>
                <ns0:pt idx="1227">
                  <ns0:v>0.75759783043802453</ns0:v>
                </ns0:pt>
                <ns0:pt idx="1228">
                  <ns0:v>0.75789585343326182</ns0:v>
                </ns0:pt>
                <ns0:pt idx="1229">
                  <ns0:v>0.75866290932066638</ns0:v>
                </ns0:pt>
                <ns0:pt idx="1230">
                  <ns0:v>0.75977274764331459</ns0:v>
                </ns0:pt>
                <ns0:pt idx="1231">
                  <ns0:v>0.76067917126188689</ns0:v>
                </ns0:pt>
                <ns0:pt idx="1232">
                  <ns0:v>0.76107226311884257</ns0:v>
                </ns0:pt>
                <ns0:pt idx="1233">
                  <ns0:v>0.76111203719818532</ns0:v>
                </ns0:pt>
                <ns0:pt idx="1234">
                  <ns0:v>0.7604762050899474</ns0:v>
                </ns0:pt>
                <ns0:pt idx="1235">
                  <ns0:v>0.75958022750184373</ns0:v>
                </ns0:pt>
                <ns0:pt idx="1236">
                  <ns0:v>0.75858096829834598</ns0:v>
                </ns0:pt>
                <ns0:pt idx="1237">
                  <ns0:v>0.75771753140124121</ns0:v>
                </ns0:pt>
                <ns0:pt idx="1238">
                  <ns0:v>0.75714148039229923</ns0:v>
                </ns0:pt>
                <ns0:pt idx="1239">
                  <ns0:v>0.75666334271413827</ns0:v>
                </ns0:pt>
                <ns0:pt idx="1240">
                  <ns0:v>0.75639802835567305</ns0:v>
                </ns0:pt>
                <ns0:pt idx="1241">
                  <ns0:v>0.75633805286363809</ns0:v>
                </ns0:pt>
                <ns0:pt idx="1242">
                  <ns0:v>0.75637277926798108</ns0:v>
                </ns0:pt>
                <ns0:pt idx="1243">
                  <ns0:v>0.75646290877795552</ns0:v>
                </ns0:pt>
                <ns0:pt idx="1244">
                  <ns0:v>0.7564066817793329</ns0:v>
                </ns0:pt>
                <ns0:pt idx="1245">
                  <ns0:v>0.75661649043469015</ns0:v>
                </ns0:pt>
                <ns0:pt idx="1246">
                  <ns0:v>0.75674996772611192</ns0:v>
                </ns0:pt>
                <ns0:pt idx="1247">
                  <ns0:v>0.75658303365374313</ns0:v>
                </ns0:pt>
                <ns0:pt idx="1248">
                  <ns0:v>0.75631575107141491</ns0:v>
                </ns0:pt>
                <ns0:pt idx="1249">
                  <ns0:v>0.7561381267572399</ns0:v>
                </ns0:pt>
                <ns0:pt idx="1250">
                  <ns0:v>0.75598177499022512</ns0:v>
                </ns0:pt>
                <ns0:pt idx="1251">
                  <ns0:v>0.75584168343895486</ns0:v>
                </ns0:pt>
                <ns0:pt idx="1252">
                  <ns0:v>0.75568295266028629</ns0:v>
                </ns0:pt>
                <ns0:pt idx="1253">
                  <ns0:v>0.75557678819679408</ns0:v>
                </ns0:pt>
                <ns0:pt idx="1254">
                  <ns0:v>0.75528122573995049</ns0:v>
                </ns0:pt>
                <ns0:pt idx="1255">
                  <ns0:v>0.75457621511217343</ns0:v>
                </ns0:pt>
                <ns0:pt idx="1256">
                  <ns0:v>0.75404864278589157</ns0:v>
                </ns0:pt>
                <ns0:pt idx="1257">
                  <ns0:v>0.7536499812215699</ns0:v>
                </ns0:pt>
                <ns0:pt idx="1258">
                  <ns0:v>0.75356612869489481</ns0:v>
                </ns0:pt>
                <ns0:pt idx="1259">
                  <ns0:v>0.75379255937245504</ns0:v>
                </ns0:pt>
                <ns0:pt idx="1260">
                  <ns0:v>0.75391475508067896</ns0:v>
                </ns0:pt>
                <ns0:pt idx="1261">
                  <ns0:v>0.75429164173293572</ns0:v>
                </ns0:pt>
                <ns0:pt idx="1262">
                  <ns0:v>0.75459167915065861</ns0:v>
                </ns0:pt>
                <ns0:pt idx="1263">
                  <ns0:v>0.75468070589528269</ns0:v>
                </ns0:pt>
                <ns0:pt idx="1264">
                  <ns0:v>0.75454787921864452</ns0:v>
                </ns0:pt>
                <ns0:pt idx="1265">
                  <ns0:v>0.75448500896652548</ns0:v>
                </ns0:pt>
                <ns0:pt idx="1266">
                  <ns0:v>0.75483459296140643</ns0:v>
                </ns0:pt>
                <ns0:pt idx="1267">
                  <ns0:v>0.7556378882890783</ns0:v>
                </ns0:pt>
                <ns0:pt idx="1268">
                  <ns0:v>0.75678551026983198</ns0:v>
                </ns0:pt>
                <ns0:pt idx="1269">
                  <ns0:v>0.75814801143035038</ns0:v>
                </ns0:pt>
                <ns0:pt idx="1270">
                  <ns0:v>0.75905366679654451</ns0:v>
                </ns0:pt>
                <ns0:pt idx="1271">
                  <ns0:v>0.75964085137938664</ns0:v>
                </ns0:pt>
                <ns0:pt idx="1272">
                  <ns0:v>0.76009985955436588</ns0:v>
                </ns0:pt>
                <ns0:pt idx="1273">
                  <ns0:v>0.76030679414591718</ns0:v>
                </ns0:pt>
                <ns0:pt idx="1274">
                  <ns0:v>0.76009513768602999</ns0:v>
                </ns0:pt>
                <ns0:pt idx="1275">
                  <ns0:v>0.7599558074782401</ns0:v>
                </ns0:pt>
                <ns0:pt idx="1276">
                  <ns0:v>0.7601380527955155</ns0:v>
                </ns0:pt>
                <ns0:pt idx="1277">
                  <ns0:v>0.76052737476006127</ns0:v>
                </ns0:pt>
                <ns0:pt idx="1278">
                  <ns0:v>0.7610233610517031</ns0:v>
                </ns0:pt>
                <ns0:pt idx="1279">
                  <ns0:v>0.7613923072977391</ns0:v>
                </ns0:pt>
                <ns0:pt idx="1280">
                  <ns0:v>0.76157402687863862</ns0:v>
                </ns0:pt>
                <ns0:pt idx="1281">
                  <ns0:v>0.76148708230347295</ns0:v>
                </ns0:pt>
                <ns0:pt idx="1282">
                  <ns0:v>0.7613883305361504</ns0:v>
                </ns0:pt>
                <ns0:pt idx="1283">
                  <ns0:v>0.76118046894739111</ns0:v>
                </ns0:pt>
                <ns0:pt idx="1284">
                  <ns0:v>0.76072374432718992</ns0:v>
                </ns0:pt>
                <ns0:pt idx="1285">
                  <ns0:v>0.76028161429588625</ns0:v>
                </ns0:pt>
                <ns0:pt idx="1286">
                  <ns0:v>0.75985936719380764</ns0:v>
                </ns0:pt>
                <ns0:pt idx="1287">
                  <ns0:v>0.75951690692192175</ns0:v>
                </ns0:pt>
                <ns0:pt idx="1288">
                  <ns0:v>0.75928671812285531</ns0:v>
                </ns0:pt>
                <ns0:pt idx="1289">
                  <ns0:v>0.75916105494064989</ns0:v>
                </ns0:pt>
                <ns0:pt idx="1290">
                  <ns0:v>0.75920925291628683</ns0:v>
                </ns0:pt>
                <ns0:pt idx="1291">
                  <ns0:v>0.75914725424263307</ns0:v>
                </ns0:pt>
                <ns0:pt idx="1292">
                  <ns0:v>0.75913949751259013</ns0:v>
                </ns0:pt>
                <ns0:pt idx="1293">
                  <ns0:v>0.75925740300245037</ns0:v>
                </ns0:pt>
                <ns0:pt idx="1294">
                  <ns0:v>0.7594913899185558</ns0:v>
                </ns0:pt>
                <ns0:pt idx="1295">
                  <ns0:v>0.75978685778347954</ns0:v>
                </ns0:pt>
                <ns0:pt idx="1296">
                  <ns0:v>0.76010667425338807</ns0:v>
                </ns0:pt>
                <ns0:pt idx="1297">
                  <ns0:v>0.76075025308027111</ns0:v>
                </ns0:pt>
                <ns0:pt idx="1298">
                  <ns0:v>0.76167422560280829</ns0:v>
                </ns0:pt>
                <ns0:pt idx="1299">
                  <ns0:v>0.76259798205470475</ns0:v>
                </ns0:pt>
                <ns0:pt idx="1300">
                  <ns0:v>0.76318570448904532</ns0:v>
                </ns0:pt>
                <ns0:pt idx="1301">
                  <ns0:v>0.76340143494361712</ns0:v>
                </ns0:pt>
                <ns0:pt idx="1302">
                  <ns0:v>0.76321568888041003</ns0:v>
                </ns0:pt>
                <ns0:pt idx="1303">
                  <ns0:v>0.76276788733781986</ns0:v>
                </ns0:pt>
                <ns0:pt idx="1304">
                  <ns0:v>0.76233545362882837</ns0:v>
                </ns0:pt>
                <ns0:pt idx="1305">
                  <ns0:v>0.76192942219656046</ns0:v>
                </ns0:pt>
                <ns0:pt idx="1306">
                  <ns0:v>0.76197901442544147</ns0:v>
                </ns0:pt>
                <ns0:pt idx="1307">
                  <ns0:v>0.76249035039527346</ns0:v>
                </ns0:pt>
                <ns0:pt idx="1308">
                  <ns0:v>0.76319932690651171</ns0:v>
                </ns0:pt>
                <ns0:pt idx="1309">
                  <ns0:v>0.76397218474213602</ns0:v>
                </ns0:pt>
                <ns0:pt idx="1310">
                  <ns0:v>0.76477041141948188</ns0:v>
                </ns0:pt>
                <ns0:pt idx="1311">
                  <ns0:v>0.76538532869295706</ns0:v>
                </ns0:pt>
                <ns0:pt idx="1312">
                  <ns0:v>0.76594762531480798</ns0:v>
                </ns0:pt>
                <ns0:pt idx="1313">
                  <ns0:v>0.76646921696103776</ns0:v>
                </ns0:pt>
                <ns0:pt idx="1314">
                  <ns0:v>0.76714073624276191</ns0:v>
                </ns0:pt>
                <ns0:pt idx="1315">
                  <ns0:v>0.76787679284874055</ns0:v>
                </ns0:pt>
                <ns0:pt idx="1316">
                  <ns0:v>0.76866226220318878</ns0:v>
                </ns0:pt>
                <ns0:pt idx="1317">
                  <ns0:v>0.76920317128208937</ns0:v>
                </ns0:pt>
                <ns0:pt idx="1318">
                  <ns0:v>0.76914879058542962</ns0:v>
                </ns0:pt>
                <ns0:pt idx="1319">
                  <ns0:v>0.76828298135616668</ns0:v>
                </ns0:pt>
                <ns0:pt idx="1320">
                  <ns0:v>0.76681900180811591</ns0:v>
                </ns0:pt>
                <ns0:pt idx="1321">
                  <ns0:v>0.76531628124094642</ns0:v>
                </ns0:pt>
                <ns0:pt idx="1322">
                  <ns0:v>0.76415972219042261</ns0:v>
                </ns0:pt>
                <ns0:pt idx="1323">
                  <ns0:v>0.76380582106301953</ns0:v>
                </ns0:pt>
                <ns0:pt idx="1324">
                  <ns0:v>0.76435819535432925</ns0:v>
                </ns0:pt>
                <ns0:pt idx="1325">
                  <ns0:v>0.76541008206574768</ns0:v>
                </ns0:pt>
                <ns0:pt idx="1326">
                  <ns0:v>0.76694833176786181</ns0:v>
                </ns0:pt>
                <ns0:pt idx="1327">
                  <ns0:v>0.76873195554389184</ns0:v>
                </ns0:pt>
                <ns0:pt idx="1328">
                  <ns0:v>0.77044383251407622</ns0:v>
                </ns0:pt>
                <ns0:pt idx="1329">
                  <ns0:v>0.7721128391312001</ns0:v>
                </ns0:pt>
                <ns0:pt idx="1330">
                  <ns0:v>0.77418304498338908</ns0:v>
                </ns0:pt>
                <ns0:pt idx="1331">
                  <ns0:v>0.77578133839283847</ns0:v>
                </ns0:pt>
                <ns0:pt idx="1332">
                  <ns0:v>0.7767405708442251</ns0:v>
                </ns0:pt>
                <ns0:pt idx="1333">
                  <ns0:v>0.77703215898138778</ns0:v>
                </ns0:pt>
                <ns0:pt idx="1334">
                  <ns0:v>0.77691878344861098</ns0:v>
                </ns0:pt>
                <ns0:pt idx="1335">
                  <ns0:v>0.77660432190424389</ns0:v>
                </ns0:pt>
                <ns0:pt idx="1336">
                  <ns0:v>0.77604524473599401</ns0:v>
                </ns0:pt>
                <ns0:pt idx="1337">
                  <ns0:v>0.77503593675175575</ns0:v>
                </ns0:pt>
                <ns0:pt idx="1338">
                  <ns0:v>0.77371931051759635</ns0:v>
                </ns0:pt>
                <ns0:pt idx="1339">
                  <ns0:v>0.77226319200278537</ns0:v>
                </ns0:pt>
                <ns0:pt idx="1340">
                  <ns0:v>0.77064801860112697</ns0:v>
                </ns0:pt>
                <ns0:pt idx="1341">
                  <ns0:v>0.76934768732854875</ns0:v>
                </ns0:pt>
                <ns0:pt idx="1342">
                  <ns0:v>0.76836236433629812</ns0:v>
                </ns0:pt>
                <ns0:pt idx="1343">
                  <ns0:v>0.76781856319125097</ns0:v>
                </ns0:pt>
                <ns0:pt idx="1344">
                  <ns0:v>0.7680534377924485</ns0:v>
                </ns0:pt>
                <ns0:pt idx="1345">
                  <ns0:v>0.76914641862535871</ns0:v>
                </ns0:pt>
                <ns0:pt idx="1346">
                  <ns0:v>0.77063170650056445</ns0:v>
                </ns0:pt>
                <ns0:pt idx="1347">
                  <ns0:v>0.77188567318859347</ns0:v>
                </ns0:pt>
                <ns0:pt idx="1348">
                  <ns0:v>0.77256852085447891</ns0:v>
                </ns0:pt>
                <ns0:pt idx="1349">
                  <ns0:v>0.77245633085305176</ns0:v>
                </ns0:pt>
                <ns0:pt idx="1350">
                  <ns0:v>0.77194105306977534</ns0:v>
                </ns0:pt>
                <ns0:pt idx="1351">
                  <ns0:v>0.77118465202702879</ns0:v>
                </ns0:pt>
                <ns0:pt idx="1352">
                  <ns0:v>0.77020571784193403</ns0:v>
                </ns0:pt>
                <ns0:pt idx="1353">
                  <ns0:v>0.76944076648010706</ns0:v>
                </ns0:pt>
                <ns0:pt idx="1354">
                  <ns0:v>0.769032034378902</ns0:v>
                </ns0:pt>
                <ns0:pt idx="1355">
                  <ns0:v>0.76860229063072638</ns0:v>
                </ns0:pt>
                <ns0:pt idx="1356">
                  <ns0:v>0.76832610479263963</ns0:v>
                </ns0:pt>
                <ns0:pt idx="1357">
                  <ns0:v>0.7682366545306738</ns0:v>
                </ns0:pt>
                <ns0:pt idx="1358">
                  <ns0:v>0.76840663837347289</ns0:v>
                </ns0:pt>
                <ns0:pt idx="1359">
                  <ns0:v>0.76892811094210611</ns0:v>
                </ns0:pt>
                <ns0:pt idx="1360">
                  <ns0:v>0.76934297627744397</ns0:v>
                </ns0:pt>
                <ns0:pt idx="1361">
                  <ns0:v>0.76947907048416253</ns0:v>
                </ns0:pt>
                <ns0:pt idx="1362">
                  <ns0:v>0.76978882358704037</ns0:v>
                </ns0:pt>
                <ns0:pt idx="1363">
                  <ns0:v>0.77022533890181633</ns0:v>
                </ns0:pt>
                <ns0:pt idx="1364">
                  <ns0:v>0.77054053934027389</ns0:v>
                </ns0:pt>
                <ns0:pt idx="1365">
                  <ns0:v>0.77091955904712151</ns0:v>
                </ns0:pt>
                <ns0:pt idx="1366">
                  <ns0:v>0.77087628318550538</ns0:v>
                </ns0:pt>
                <ns0:pt idx="1367">
                  <ns0:v>0.77071944461622777</ns0:v>
                </ns0:pt>
                <ns0:pt idx="1368">
                  <ns0:v>0.7705322068793754</ns0:v>
                </ns0:pt>
                <ns0:pt idx="1369">
                  <ns0:v>0.77017948532205127</ns0:v>
                </ns0:pt>
                <ns0:pt idx="1370">
                  <ns0:v>0.76956569899390681</ns0:v>
                </ns0:pt>
                <ns0:pt idx="1371">
                  <ns0:v>0.76910030657579254</ns0:v>
                </ns0:pt>
                <ns0:pt idx="1372">
                  <ns0:v>0.7692062949885341</ns0:v>
                </ns0:pt>
                <ns0:pt idx="1373">
                  <ns0:v>0.76971592165088698</ns0:v>
                </ns0:pt>
                <ns0:pt idx="1374">
                  <ns0:v>0.77069017884893642</ns0:v>
                </ns0:pt>
                <ns0:pt idx="1375">
                  <ns0:v>0.7719138052306721</ns0:v>
                </ns0:pt>
                <ns0:pt idx="1376">
                  <ns0:v>0.77290760641115663</ns0:v>
                </ns0:pt>
                <ns0:pt idx="1377">
                  <ns0:v>0.77371759828685671</ns0:v>
                </ns0:pt>
                <ns0:pt idx="1378">
                  <ns0:v>0.77453336755592861</ns0:v>
                </ns0:pt>
                <ns0:pt idx="1379">
                  <ns0:v>0.77526071448277534</ns0:v>
                </ns0:pt>
                <ns0:pt idx="1380">
                  <ns0:v>0.7758416743239418</ns0:v>
                </ns0:pt>
                <ns0:pt idx="1381">
                  <ns0:v>0.77583238027389267</ns0:v>
                </ns0:pt>
                <ns0:pt idx="1382">
                  <ns0:v>0.77515380576163961</ns0:v>
                </ns0:pt>
                <ns0:pt idx="1383">
                  <ns0:v>0.77405612410944802</ns0:v>
                </ns0:pt>
                <ns0:pt idx="1384">
                  <ns0:v>0.77294465903212328</ns0:v>
                </ns0:pt>
                <ns0:pt idx="1385">
                  <ns0:v>0.77200014428068098</ns0:v>
                </ns0:pt>
                <ns0:pt idx="1386">
                  <ns0:v>0.77150729173560906</ns0:v>
                </ns0:pt>
                <ns0:pt idx="1387">
                  <ns0:v>0.77152520932933255</ns0:v>
                </ns0:pt>
                <ns0:pt idx="1388">
                  <ns0:v>0.77298513302463634</ns0:v>
                </ns0:pt>
                <ns0:pt idx="1389">
                  <ns0:v>0.77476663438844229</ns0:v>
                </ns0:pt>
                <ns0:pt idx="1390">
                  <ns0:v>0.77654623625293506</ns0:v>
                </ns0:pt>
                <ns0:pt idx="1391">
                  <ns0:v>0.77834226376469284</ns0:v>
                </ns0:pt>
                <ns0:pt idx="1392">
                  <ns0:v>0.77992126383781468</ns0:v>
                </ns0:pt>
                <ns0:pt idx="1393">
                  <ns0:v>0.7812376834520981</ns0:v>
                </ns0:pt>
                <ns0:pt idx="1394">
                  <ns0:v>0.78229193799237429</ns0:v>
                </ns0:pt>
                <ns0:pt idx="1395">
                  <ns0:v>0.7832914523044987</ns0:v>
                </ns0:pt>
                <ns0:pt idx="1396">
                  <ns0:v>0.78388650708982466</ns0:v>
                </ns0:pt>
                <ns0:pt idx="1397">
                  <ns0:v>0.78367235181947237</ns0:v>
                </ns0:pt>
                <ns0:pt idx="1398">
                  <ns0:v>0.78308692533199531</ns0:v>
                </ns0:pt>
                <ns0:pt idx="1399">
                  <ns0:v>0.78228880377337973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Data!$F$2:$F$1401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0.00091835720541712403</ns0:v>
                </ns0:pt>
                <ns0:pt idx="201">
                  <ns0:v>0.0014908394169896087</ns0:v>
                </ns0:pt>
                <ns0:pt idx="202">
                  <ns0:v>0.0021848966311179044</ns0:v>
                </ns0:pt>
                <ns0:pt idx="203">
                  <ns0:v>0.0029954542387559441</ns0:v>
                </ns0:pt>
                <ns0:pt idx="204">
                  <ns0:v>0.0039171996296357304</ns0:v>
                </ns0:pt>
                <ns0:pt idx="205">
                  <ns0:v>0.0049441992009930024</ns0:v>
                </ns0:pt>
                <ns0:pt idx="206">
                  <ns0:v>0.0060718626626786966</ns0:v>
                </ns0:pt>
                <ns0:pt idx="207">
                  <ns0:v>0.0072989306015287317</ns0:v>
                </ns0:pt>
                <ns0:pt idx="208">
                  <ns0:v>0.0086246713140210093</ns0:v>
                </ns0:pt>
                <ns0:pt idx="209">
                  <ns0:v>0.010047445485394326</ns0:v>
                </ns0:pt>
                <ns0:pt idx="210">
                  <ns0:v>0.011564068421342933</ns0:v>
                </ns0:pt>
                <ns0:pt idx="211">
                  <ns0:v>0.013169711644009327</ns0:v>
                </ns0:pt>
                <ns0:pt idx="212">
                  <ns0:v>0.014858159503936683</ns0:v>
                </ns0:pt>
                <ns0:pt idx="213">
                  <ns0:v>0.017290806786527096</ns0:v>
                </ns0:pt>
                <ns0:pt idx="214">
                  <ns0:v>0.019938135270033085</ns0:v>
                </ns0:pt>
                <ns0:pt idx="215">
                  <ns0:v>0.022800887663490733</ns0:v>
                </ns0:pt>
                <ns0:pt idx="216">
                  <ns0:v>0.025876805623116846</ns0:v>
                </ns0:pt>
                <ns0:pt idx="217">
                  <ns0:v>0.029159737861003236</ns0:v>
                </ns0:pt>
                <ns0:pt idx="218">
                  <ns0:v>0.032639351429432015</ns0:v>
                </ns0:pt>
                <ns0:pt idx="219">
                  <ns0:v>0.036301902464491817</ns0:v>
                </ns0:pt>
                <ns0:pt idx="220">
                  <ns0:v>0.040131375247972272</ns0:v>
                </ns0:pt>
                <ns0:pt idx="221">
                  <ns0:v>0.044111047603423964</ns0:v>
                </ns0:pt>
                <ns0:pt idx="222">
                  <ns0:v>0.04822253982301828</ns0:v>
                </ns0:pt>
                <ns0:pt idx="223">
                  <ns0:v>0.052435949280841748</ns0:v>
                </ns0:pt>
                <ns0:pt idx="224">
                  <ns0:v>0.056714404259672876</ns0:v>
                </ns0:pt>
                <ns0:pt idx="225">
                  <ns0:v>0.061026658002376159</ns0:v>
                </ns0:pt>
                <ns0:pt idx="226">
                  <ns0:v>0.065348258008312232</ns0:v>
                </ns0:pt>
                <ns0:pt idx="227">
                  <ns0:v>0.069656051779463046</ns0:v>
                </ns0:pt>
                <ns0:pt idx="228">
                  <ns0:v>0.073926686412947806</ns0:v>
                </ns0:pt>
                <ns0:pt idx="229">
                  <ns0:v>0.078137107236828471</ns0:v>
                </ns0:pt>
                <ns0:pt idx="230">
                  <ns0:v>0.082265269348127584</ns0:v>
                </ns0:pt>
                <ns0:pt idx="231">
                  <ns0:v>0.086289441209979889</ns0:v>
                </ns0:pt>
                <ns0:pt idx="232">
                  <ns0:v>0.09018613906454015</ns0:v>
                </ns0:pt>
                <ns0:pt idx="233">
                  <ns0:v>0.093927657510608262</ns0:v>
                </ns0:pt>
                <ns0:pt idx="234">
                  <ns0:v>0.097485516811054412</ns0:v>
                </ns0:pt>
                <ns0:pt idx="235">
                  <ns0:v>0.10083793234353815</ns0:v>
                </ns0:pt>
                <ns0:pt idx="236">
                  <ns0:v>0.10396844271019161</ns0:v>
                </ns0:pt>
                <ns0:pt idx="237">
                  <ns0:v>0.10686437504059539</ns0:v>
                </ns0:pt>
                <ns0:pt idx="238">
                  <ns0:v>0.1095147128309592</ns0:v>
                </ns0:pt>
                <ns0:pt idx="239">
                  <ns0:v>0.11190933774253205</ns0:v>
                </ns0:pt>
                <ns0:pt idx="240">
                  <ns0:v>0.11404201589349736</ns0:v>
                </ns0:pt>
                <ns0:pt idx="241">
                  <ns0:v>0.11591171914028227</ns0:v>
                </ns0:pt>
                <ns0:pt idx="242">
                  <ns0:v>0.1175104856840759</ns0:v>
                </ns0:pt>
                <ns0:pt idx="243">
                  <ns0:v>0.1188016666213076</ns0:v>
                </ns0:pt>
                <ns0:pt idx="244">
                  <ns0:v>0.11976747112577778</ns0:v>
                </ns0:pt>
                <ns0:pt idx="245">
                  <ns0:v>0.12043460255036242</ns0:v>
                </ns0:pt>
                <ns0:pt idx="246">
                  <ns0:v>0.12087424672553387</ns0:v>
                </ns0:pt>
                <ns0:pt idx="247">
                  <ns0:v>0.12116671435666854</ns0:v>
                </ns0:pt>
                <ns0:pt idx="248">
                  <ns0:v>0.1213853257655638</ns0:v>
                </ns0:pt>
                <ns0:pt idx="249">
                  <ns0:v>0.12160726566131289</ns0:v>
                </ns0:pt>
                <ns0:pt idx="250">
                  <ns0:v>0.12190808782324097</ns0:v>
                </ns0:pt>
                <ns0:pt idx="251">
                  <ns0:v>0.12235774721088875</ns0:v>
                </ns0:pt>
                <ns0:pt idx="252">
                  <ns0:v>0.12297970501656767</ns0:v>
                </ns0:pt>
                <ns0:pt idx="253">
                  <ns0:v>0.12371950202775399</ns0:v>
                </ns0:pt>
                <ns0:pt idx="254">
                  <ns0:v>0.12439545353249265</ns0:v>
                </ns0:pt>
                <ns0:pt idx="255">
                  <ns0:v>0.12492296945556071</ns0:v>
                </ns0:pt>
                <ns0:pt idx="256">
                  <ns0:v>0.12526909428140864</ns0:v>
                </ns0:pt>
                <ns0:pt idx="257">
                  <ns0:v>0.12551399279735548</ns0:v>
                </ns0:pt>
                <ns0:pt idx="258">
                  <ns0:v>0.12580272090107572</ns0:v>
                </ns0:pt>
                <ns0:pt idx="259">
                  <ns0:v>0.1263048124716814</ns0:v>
                </ns0:pt>
                <ns0:pt idx="260">
                  <ns0:v>0.12711488010541988</ns0:v>
                </ns0:pt>
                <ns0:pt idx="261">
                  <ns0:v>0.128288614186682</ns0:v>
                </ns0:pt>
                <ns0:pt idx="262">
                  <ns0:v>0.12988886436715005</ns0:v>
                </ns0:pt>
                <ns0:pt idx="263">
                  <ns0:v>0.13199013873939724</ns0:v>
                </ns0:pt>
                <ns0:pt idx="264">
                  <ns0:v>0.13467764497746321</ns0:v>
                </ns0:pt>
                <ns0:pt idx="265">
                  <ns0:v>0.13800491796815006</ns0:v>
                </ns0:pt>
                <ns0:pt idx="266">
                  <ns0:v>0.14191256220631465</ns0:v>
                </ns0:pt>
                <ns0:pt idx="267">
                  <ns0:v>0.14622447012496745</ns0:v>
                </ns0:pt>
                <ns0:pt idx="268">
                  <ns0:v>0.15060421268050939</ns0:v>
                </ns0:pt>
                <ns0:pt idx="269">
                  <ns0:v>0.15485193475284714</ns0:v>
                </ns0:pt>
                <ns0:pt idx="270">
                  <ns0:v>0.15877578240178264</ns0:v>
                </ns0:pt>
                <ns0:pt idx="271">
                  <ns0:v>0.16225091599894326</ns0:v>
                </ns0:pt>
                <ns0:pt idx="272">
                  <ns0:v>0.16522600738008211</ns0:v>
                </ns0:pt>
                <ns0:pt idx="273">
                  <ns0:v>0.16774680979988255</ns0:v>
                </ns0:pt>
                <ns0:pt idx="274">
                  <ns0:v>0.16989410364726207</ns0:v>
                </ns0:pt>
                <ns0:pt idx="275">
                  <ns0:v>0.17179658608927059</ns0:v>
                </ns0:pt>
                <ns0:pt idx="276">
                  <ns0:v>0.17360748614521601</ns0:v>
                </ns0:pt>
                <ns0:pt idx="277">
                  <ns0:v>0.17551290322718052</ns0:v>
                </ns0:pt>
                <ns0:pt idx="278">
                  <ns0:v>0.1776842997919138</ns0:v>
                </ns0:pt>
                <ns0:pt idx="279">
                  <ns0:v>0.18032685275613949</ns0:v>
                </ns0:pt>
                <ns0:pt idx="280">
                  <ns0:v>0.18345232017661345</ns0:v>
                </ns0:pt>
                <ns0:pt idx="281">
                  <ns0:v>0.18703664267936959</ns0:v>
                </ns0:pt>
                <ns0:pt idx="282">
                  <ns0:v>0.1909400471443094</ns0:v>
                </ns0:pt>
                <ns0:pt idx="283">
                  <ns0:v>0.19494877077925843</ns0:v>
                </ns0:pt>
                <ns0:pt idx="284">
                  <ns0:v>0.19885623643301273</ns0:v>
                </ns0:pt>
                <ns0:pt idx="285">
                  <ns0:v>0.20256057300718866</ns0:v>
                </ns0:pt>
                <ns0:pt idx="286">
                  <ns0:v>0.20604517320522059</ns0:v>
                </ns0:pt>
                <ns0:pt idx="287">
                  <ns0:v>0.20931422968842062</ns0:v>
                </ns0:pt>
                <ns0:pt idx="288">
                  <ns0:v>0.21232175744716886</ns0:v>
                </ns0:pt>
                <ns0:pt idx="289">
                  <ns0:v>0.21492341038239324</ns0:v>
                </ns0:pt>
                <ns0:pt idx="290">
                  <ns0:v>0.21704144281365279</ns0:v>
                </ns0:pt>
                <ns0:pt idx="291">
                  <ns0:v>0.2186694462235485</ns0:v>
                </ns0:pt>
                <ns0:pt idx="292">
                  <ns0:v>0.21992155470883129</ns0:v>
                </ns0:pt>
                <ns0:pt idx="293">
                  <ns0:v>0.22116936042354396</ns0:v>
                </ns0:pt>
                <ns0:pt idx="294">
                  <ns0:v>0.22268628041290189</ns0:v>
                </ns0:pt>
                <ns0:pt idx="295">
                  <ns0:v>0.22468023970469578</ns0:v>
                </ns0:pt>
                <ns0:pt idx="296">
                  <ns0:v>0.22724218298394483</ns0:v>
                </ns0:pt>
                <ns0:pt idx="297">
                  <ns0:v>0.23042364441602442</ns0:v>
                </ns0:pt>
                <ns0:pt idx="298">
                  <ns0:v>0.234205694173962</ns0:v>
                </ns0:pt>
                <ns0:pt idx="299">
                  <ns0:v>0.23855325210477793</ns0:v>
                </ns0:pt>
                <ns0:pt idx="300">
                  <ns0:v>0.24336618494470494</ns0:v>
                </ns0:pt>
                <ns0:pt idx="301">
                  <ns0:v>0.24840516620174985</ns0:v>
                </ns0:pt>
                <ns0:pt idx="302">
                  <ns0:v>0.25327813956959927</ns0:v>
                </ns0:pt>
                <ns0:pt idx="303">
                  <ns0:v>0.25752093088673922</ns0:v>
                </ns0:pt>
                <ns0:pt idx="304">
                  <ns0:v>0.26090650051598974</ns0:v>
                </ns0:pt>
                <ns0:pt idx="305">
                  <ns0:v>0.26343766786749262</ns0:v>
                </ns0:pt>
                <ns0:pt idx="306">
                  <ns0:v>0.26520943456994545</ns0:v>
                </ns0:pt>
                <ns0:pt idx="307">
                  <ns0:v>0.26637166680732283</ns0:v>
                </ns0:pt>
                <ns0:pt idx="308">
                  <ns0:v>0.26714087701011935</ns0:v>
                </ns0:pt>
                <ns0:pt idx="309">
                  <ns0:v>0.26773561400595219</ns0:v>
                </ns0:pt>
                <ns0:pt idx="310">
                  <ns0:v>0.26834475210886616</ns0:v>
                </ns0:pt>
                <ns0:pt idx="311">
                  <ns0:v>0.26910579646625687</ns0:v>
                </ns0:pt>
                <ns0:pt idx="312">
                  <ns0:v>0.27011545125994302</ns0:v>
                </ns0:pt>
                <ns0:pt idx="313">
                  <ns0:v>0.27144866920247457</ns0:v>
                </ns0:pt>
                <ns0:pt idx="314">
                  <ns0:v>0.27315204849529279</ns0:v>
                </ns0:pt>
                <ns0:pt idx="315">
                  <ns0:v>0.27504010532611944</ns0:v>
                </ns0:pt>
                <ns0:pt idx="316">
                  <ns0:v>0.27690046532464235</ns0:v>
                </ns0:pt>
                <ns0:pt idx="317">
                  <ns0:v>0.27860150421536151</ns0:v>
                </ns0:pt>
                <ns0:pt idx="318">
                  <ns0:v>0.28000030298573203</ns0:v>
                </ns0:pt>
                <ns0:pt idx="319">
                  <ns0:v>0.28102431443395232</ns0:v>
                </ns0:pt>
                <ns0:pt idx="320">
                  <ns0:v>0.2816753808494738</ns0:v>
                </ns0:pt>
                <ns0:pt idx="321">
                  <ns0:v>0.2820154043613522</ns0:v>
                </ns0:pt>
                <ns0:pt idx="322">
                  <ns0:v>0.28211583599725426</ns0:v>
                </ns0:pt>
                <ns0:pt idx="323">
                  <ns0:v>0.28206978111767694</ns0:v>
                </ns0:pt>
                <ns0:pt idx="324">
                  <ns0:v>0.28194497848558181</ns0:v>
                </ns0:pt>
                <ns0:pt idx="325">
                  <ns0:v>0.28174721128079483</ns0:v>
                </ns0:pt>
                <ns0:pt idx="326">
                  <ns0:v>0.28142668597320336</ns0:v>
                </ns0:pt>
                <ns0:pt idx="327">
                  <ns0:v>0.28100330890772079</ns0:v>
                </ns0:pt>
                <ns0:pt idx="328">
                  <ns0:v>0.28075169745635653</ns0:v>
                </ns0:pt>
                <ns0:pt idx="329">
                  <ns0:v>0.2807661335807427</ns0:v>
                </ns0:pt>
                <ns0:pt idx="330">
                  <ns0:v>0.28114075155530283</ns0:v>
                </ns0:pt>
                <ns0:pt idx="331">
                  <ns0:v>0.28188022811454583</ns0:v>
                </ns0:pt>
                <ns0:pt idx="332">
                  <ns0:v>0.28295866644216117</ns0:v>
                </ns0:pt>
                <ns0:pt idx="333">
                  <ns0:v>0.28434737684031369</ns0:v>
                </ns0:pt>
                <ns0:pt idx="334">
                  <ns0:v>0.28599024729782696</ns0:v>
                </ns0:pt>
                <ns0:pt idx="335">
                  <ns0:v>0.28784624060512604</ns0:v>
                </ns0:pt>
                <ns0:pt idx="336">
                  <ns0:v>0.28986194571961482</ns0:v>
                </ns0:pt>
                <ns0:pt idx="337">
                  <ns0:v>0.29187920585926941</ns0:v>
                </ns0:pt>
                <ns0:pt idx="338">
                  <ns0:v>0.29357201413763656</ns0:v>
                </ns0:pt>
                <ns0:pt idx="339">
                  <ns0:v>0.29459179614673447</ns0:v>
                </ns0:pt>
                <ns0:pt idx="340">
                  <ns0:v>0.29494213421109111</ns0:v>
                </ns0:pt>
                <ns0:pt idx="341">
                  <ns0:v>0.29483864628033507</ns0:v>
                </ns0:pt>
                <ns0:pt idx="342">
                  <ns0:v>0.2945189501461119</ns0:v>
                </ns0:pt>
                <ns0:pt idx="343">
                  <ns0:v>0.29423104477098533</ns0:v>
                </ns0:pt>
                <ns0:pt idx="344">
                  <ns0:v>0.29413641761939524</ns0:v>
                </ns0:pt>
                <ns0:pt idx="345">
                  <ns0:v>0.29438300253848831</ns0:v>
                </ns0:pt>
                <ns0:pt idx="346">
                  <ns0:v>0.2950571684448805</ns0:v>
                </ns0:pt>
                <ns0:pt idx="347">
                  <ns0:v>0.29616434530466851</ns0:v>
                </ns0:pt>
                <ns0:pt idx="348">
                  <ns0:v>0.29764135986444845</ns0:v>
                </ns0:pt>
                <ns0:pt idx="349">
                  <ns0:v>0.29935170973732761</ns0:v>
                </ns0:pt>
                <ns0:pt idx="350">
                  <ns0:v>0.30111565299327636</ns0:v>
                </ns0:pt>
                <ns0:pt idx="351">
                  <ns0:v>0.30271131730620354</ns0:v>
                </ns0:pt>
                <ns0:pt idx="352">
                  <ns0:v>0.30403866083121545</ns0:v>
                </ns0:pt>
                <ns0:pt idx="353">
                  <ns0:v>0.30493664958396727</ns0:v>
                </ns0:pt>
                <ns0:pt idx="354">
                  <ns0:v>0.3054860576792443</ns0:v>
                </ns0:pt>
                <ns0:pt idx="355">
                  <ns0:v>0.30569449727192577</ns0:v>
                </ns0:pt>
                <ns0:pt idx="356">
                  <ns0:v>0.30562254771336356</ns0:v>
                </ns0:pt>
                <ns0:pt idx="357">
                  <ns0:v>0.30538967026376818</ns0:v>
                </ns0:pt>
                <ns0:pt idx="358">
                  <ns0:v>0.30506692543687086</ns0:v>
                </ns0:pt>
                <ns0:pt idx="359">
                  <ns0:v>0.30474281248431245</ns0:v>
                </ns0:pt>
                <ns0:pt idx="360">
                  <ns0:v>0.30445505148330365</ns0:v>
                </ns0:pt>
                <ns0:pt idx="361">
                  <ns0:v>0.30417887443708358</ns0:v>
                </ns0:pt>
                <ns0:pt idx="362">
                  <ns0:v>0.30386304040559531</ns0:v>
                </ns0:pt>
                <ns0:pt idx="363">
                  <ns0:v>0.30347735281786437</ns0:v>
                </ns0:pt>
                <ns0:pt idx="364">
                  <ns0:v>0.30322991947179351</ns0:v>
                </ns0:pt>
                <ns0:pt idx="365">
                  <ns0:v>0.3031409442229398</ns0:v>
                </ns0:pt>
                <ns0:pt idx="366">
                  <ns0:v>0.30325551714165794</ns0:v>
                </ns0:pt>
                <ns0:pt idx="367">
                  <ns0:v>0.30354843217852961</ns0:v>
                </ns0:pt>
                <ns0:pt idx="368">
                  <ns0:v>0.30398560652839374</ns0:v>
                </ns0:pt>
                <ns0:pt idx="369">
                  <ns0:v>0.30455734953514385</ns0:v>
                </ns0:pt>
                <ns0:pt idx="370">
                  <ns0:v>0.30521483537630928</ns0:v>
                </ns0:pt>
                <ns0:pt idx="371">
                  <ns0:v>0.3059378723102113</ns0:v>
                </ns0:pt>
                <ns0:pt idx="372">
                  <ns0:v>0.30670610096346723</ns0:v>
                </ns0:pt>
                <ns0:pt idx="373">
                  <ns0:v>0.30743452388727077</ns0:v>
                </ns0:pt>
                <ns0:pt idx="374">
                  <ns0:v>0.3079119973748709</ns0:v>
                </ns0:pt>
                <ns0:pt idx="375">
                  <ns0:v>0.30790903012965298</ns0:v>
                </ns0:pt>
                <ns0:pt idx="376">
                  <ns0:v>0.30751452756956527</ns0:v>
                </ns0:pt>
                <ns0:pt idx="377">
                  <ns0:v>0.30690276926377252</ns0:v>
                </ns0:pt>
                <ns0:pt idx="378">
                  <ns0:v>0.3063393704333387</ns0:v>
                </ns0:pt>
                <ns0:pt idx="379">
                  <ns0:v>0.30593910998386015</ns0:v>
                </ns0:pt>
                <ns0:pt idx="380">
                  <ns0:v>0.30580477626204561</ns0:v>
                </ns0:pt>
                <ns0:pt idx="381">
                  <ns0:v>0.3060040068635797</ns0:v>
                </ns0:pt>
                <ns0:pt idx="382">
                  <ns0:v>0.30652344159389883</ns0:v>
                </ns0:pt>
                <ns0:pt idx="383">
                  <ns0:v>0.30735335356858678</ns0:v>
                </ns0:pt>
                <ns0:pt idx="384">
                  <ns0:v>0.308431335061226</ns0:v>
                </ns0:pt>
                <ns0:pt idx="385">
                  <ns0:v>0.3096451029642312</ns0:v>
                </ns0:pt>
                <ns0:pt idx="386">
                  <ns0:v>0.31078018338733293</ns0:v>
                </ns0:pt>
                <ns0:pt idx="387">
                  <ns0:v>0.31153388638752949</ns0:v>
                </ns0:pt>
                <ns0:pt idx="388">
                  <ns0:v>0.31194717724389537</ns0:v>
                </ns0:pt>
                <ns0:pt idx="389">
                  <ns0:v>0.31196773129369054</ns0:v>
                </ns0:pt>
                <ns0:pt idx="390">
                  <ns0:v>0.31177648879504583</ns0:v>
                </ns0:pt>
                <ns0:pt idx="391">
                  <ns0:v>0.31142533412955581</ns0:v>
                </ns0:pt>
                <ns0:pt idx="392">
                  <ns0:v>0.31101182597263394</ns0:v>
                </ns0:pt>
                <ns0:pt idx="393">
                  <ns0:v>0.31064287856540007</ns0:v>
                </ns0:pt>
                <ns0:pt idx="394">
                  <ns0:v>0.3103725862406016</ns0:v>
                </ns0:pt>
                <ns0:pt idx="395">
                  <ns0:v>0.31024885786025785</ns0:v>
                </ns0:pt>
                <ns0:pt idx="396">
                  <ns0:v>0.31026088114015288</ns0:v>
                </ns0:pt>
                <ns0:pt idx="397">
                  <ns0:v>0.3103405185726506</ns0:v>
                </ns0:pt>
                <ns0:pt idx="398">
                  <ns0:v>0.31039919715726932</ns0:v>
                </ns0:pt>
                <ns0:pt idx="399">
                  <ns0:v>0.31032397668199513</ns0:v>
                </ns0:pt>
                <ns0:pt idx="400">
                  <ns0:v>0.31021868058500124</ns0:v>
                </ns0:pt>
                <ns0:pt idx="401">
                  <ns0:v>0.3100877917029134</ns0:v>
                </ns0:pt>
                <ns0:pt idx="402">
                  <ns0:v>0.31002042026156346</ns0:v>
                </ns0:pt>
                <ns0:pt idx="403">
                  <ns0:v>0.31002402949028857</ns0:v>
                </ns0:pt>
                <ns0:pt idx="404">
                  <ns0:v>0.31010597538494056</ns0:v>
                </ns0:pt>
                <ns0:pt idx="405">
                  <ns0:v>0.31029164909439511</ns0:v>
                </ns0:pt>
                <ns0:pt idx="406">
                  <ns0:v>0.31056851147135167</ns0:v>
                </ns0:pt>
                <ns0:pt idx="407">
                  <ns0:v>0.3109479002561063</ns0:v>
                </ns0:pt>
                <ns0:pt idx="408">
                  <ns0:v>0.31140978274914988</ns0:v>
                </ns0:pt>
                <ns0:pt idx="409">
                  <ns0:v>0.31187337896077183</ns0:v>
                </ns0:pt>
                <ns0:pt idx="410">
                  <ns0:v>0.31220512158869362</ns0:v>
                </ns0:pt>
                <ns0:pt idx="411">
                  <ns0:v>0.31219363804747319</ns0:v>
                </ns0:pt>
                <ns0:pt idx="412">
                  <ns0:v>0.31198270343921353</ns0:v>
                </ns0:pt>
                <ns0:pt idx="413">
                  <ns0:v>0.31161177654998967</ns0:v>
                </ns0:pt>
                <ns0:pt idx="414">
                  <ns0:v>0.31130068558208013</ns0:v>
                </ns0:pt>
                <ns0:pt idx="415">
                  <ns0:v>0.31111302980338101</ns0:v>
                </ns0:pt>
                <ns0:pt idx="416">
                  <ns0:v>0.31113088855579357</ns0:v>
                </ns0:pt>
                <ns0:pt idx="417">
                  <ns0:v>0.31140849384457281</ns0:v>
                </ns0:pt>
                <ns0:pt idx="418">
                  <ns0:v>0.311940222695681</ns0:v>
                </ns0:pt>
                <ns0:pt idx="419">
                  <ns0:v>0.31270392685341369</ns0:v>
                </ns0:pt>
                <ns0:pt idx="420">
                  <ns0:v>0.31364145074228539</ns0:v>
                </ns0:pt>
                <ns0:pt idx="421">
                  <ns0:v>0.31464224437099919</ns0:v>
                </ns0:pt>
                <ns0:pt idx="422">
                  <ns0:v>0.31555504748133795</ns0:v>
                </ns0:pt>
                <ns0:pt idx="423">
                  <ns0:v>0.31609722670043505</ns0:v>
                </ns0:pt>
                <ns0:pt idx="424">
                  <ns0:v>0.31631994513439948</ns0:v>
                </ns0:pt>
                <ns0:pt idx="425">
                  <ns0:v>0.31622251865181694</ns0:v>
                </ns0:pt>
                <ns0:pt idx="426">
                  <ns0:v>0.31601004367242874</ns0:v>
                </ns0:pt>
                <ns0:pt idx="427">
                  <ns0:v>0.31573693379831946</ns0:v>
                </ns0:pt>
                <ns0:pt idx="428">
                  <ns0:v>0.31548706478028093</ns0:v>
                </ns0:pt>
                <ns0:pt idx="429">
                  <ns0:v>0.31534670252964969</ns0:v>
                </ns0:pt>
                <ns0:pt idx="430">
                  <ns0:v>0.31533420093297548</ns0:v>
                </ns0:pt>
                <ns0:pt idx="431">
                  <ns0:v>0.31548492998146699</ns0:v>
                </ns0:pt>
                <ns0:pt idx="432">
                  <ns0:v>0.31578279153139321</ns0:v>
                </ns0:pt>
                <ns0:pt idx="433">
                  <ns0:v>0.31615949926986286</ns0:v>
                </ns0:pt>
                <ns0:pt idx="434">
                  <ns0:v>0.31648209227249163</ns0:v>
                </ns0:pt>
                <ns0:pt idx="435">
                  <ns0:v>0.3165244668058646</ns0:v>
                </ns0:pt>
                <ns0:pt idx="436">
                  <ns0:v>0.31641919297792975</ns0:v>
                </ns0:pt>
                <ns0:pt idx="437">
                  <ns0:v>0.31616978907537058</ns0:v>
                </ns0:pt>
                <ns0:pt idx="438">
                  <ns0:v>0.31592664779269197</ns0:v>
                </ns0:pt>
                <ns0:pt idx="439">
                  <ns0:v>0.31569570124469448</ns0:v>
                </ns0:pt>
                <ns0:pt idx="440">
                  <ns0:v>0.31550008373467997</ns0:v>
                </ns0:pt>
                <ns0:pt idx="441">
                  <ns0:v>0.31537701941147966</ns0:v>
                </ns0:pt>
                <ns0:pt idx="442">
                  <ns0:v>0.31532862896123737</ns0:v>
                </ns0:pt>
                <ns0:pt idx="443">
                  <ns0:v>0.31536797430437669</ns0:v>
                </ns0:pt>
                <ns0:pt idx="444">
                  <ns0:v>0.31548313505429959</ns0:v>
                </ns0:pt>
                <ns0:pt idx="445">
                  <ns0:v>0.31561006353867954</ns0:v>
                </ns0:pt>
                <ns0:pt idx="446">
                  <ns0:v>0.31565075246588375</ns0:v>
                </ns0:pt>
                <ns0:pt idx="447">
                  <ns0:v>0.31539194345130972</ns0:v>
                </ns0:pt>
                <ns0:pt idx="448">
                  <ns0:v>0.31496579965622146</ns0:v>
                </ns0:pt>
                <ns0:pt idx="449">
                  <ns0:v>0.31441150829003323</ns0:v>
                </ns0:pt>
                <ns0:pt idx="450">
                  <ns0:v>0.31394371622716355</ns0:v>
                </ns0:pt>
                <ns0:pt idx="451">
                  <ns0:v>0.31360721388478718</ns0:v>
                </ns0:pt>
                <ns0:pt idx="452">
                  <ns0:v>0.31345746086092502</ns0:v>
                </ns0:pt>
                <ns0:pt idx="453">
                  <ns0:v>0.31353591992122515</ns0:v>
                </ns0:pt>
                <ns0:pt idx="454">
                  <ns0:v>0.31382321661609036</ns0:v>
                </ns0:pt>
                <ns0:pt idx="455">
                  <ns0:v>0.31431888923234119</ns0:v>
                </ns0:pt>
                <ns0:pt idx="456">
                  <ns0:v>0.31497904359775825</ns0:v>
                </ns0:pt>
                <ns0:pt idx="457">
                  <ns0:v>0.31570827178540611</ns0:v>
                </ns0:pt>
                <ns0:pt idx="458">
                  <ns0:v>0.31630408833326251</ns0:v>
                </ns0:pt>
                <ns0:pt idx="459">
                  <ns0:v>0.31648348260456488</ns0:v>
                </ns0:pt>
                <ns0:pt idx="460">
                  <ns0:v>0.31632669323665807</ns0:v>
                </ns0:pt>
                <ns0:pt idx="461">
                  <ns0:v>0.31586861071249323</ns0:v>
                </ns0:pt>
                <ns0:pt idx="462">
                  <ns0:v>0.31532242303869523</ns0:v>
                </ns0:pt>
                <ns0:pt idx="463">
                  <ns0:v>0.31477095606202526</ns0:v>
                </ns0:pt>
                <ns0:pt idx="464">
                  <ns0:v>0.31432489910982009</ns0:v>
                </ns0:pt>
                <ns0:pt idx="465">
                  <ns0:v>0.31408183454734978</ns0:v>
                </ns0:pt>
                <ns0:pt idx="466">
                  <ns0:v>0.31407170200042472</ns0:v>
                </ns0:pt>
                <ns0:pt idx="467">
                  <ns0:v>0.31430217060865906</ns0:v>
                </ns0:pt>
                <ns0:pt idx="468">
                  <ns0:v>0.3147266131008794</ns0:v>
                </ns0:pt>
                <ns0:pt idx="469">
                  <ns0:v>0.31523939430832904</ns0:v>
                </ns0:pt>
                <ns0:pt idx="470">
                  <ns0:v>0.31570010574037222</ns0:v>
                </ns0:pt>
                <ns0:pt idx="471">
                  <ns0:v>0.31586209880435734</ns0:v>
                </ns0:pt>
                <ns0:pt idx="472">
                  <ns0:v>0.31581972592651775</ns0:v>
                </ns0:pt>
                <ns0:pt idx="473">
                  <ns0:v>0.31556320124015325</ns0:v>
                </ns0:pt>
                <ns0:pt idx="474">
                  <ns0:v>0.31527650301072763</ns0:v>
                </ns0:pt>
                <ns0:pt idx="475">
                  <ns0:v>0.31498736796770532</ns0:v>
                </ns0:pt>
                <ns0:pt idx="476">
                  <ns0:v>0.31474573107051779</ns0:v>
                </ns0:pt>
                <ns0:pt idx="477">
                  <ns0:v>0.31461009693755299</ns0:v>
                </ns0:pt>
                <ns0:pt idx="478">
                  <ns0:v>0.31458407285128887</ns0:v>
                </ns0:pt>
                <ns0:pt idx="479">
                  <ns0:v>0.31469525855968877</ns0:v>
                </ns0:pt>
                <ns0:pt idx="480">
                  <ns0:v>0.31492587562136637</ns0:v>
                </ns0:pt>
                <ns0:pt idx="481">
                  <ns0:v>0.31520941788269624</ns0:v>
                </ns0:pt>
                <ns0:pt idx="482">
                  <ns0:v>0.3153923416903151</ns0:v>
                </ns0:pt>
                <ns0:pt idx="483">
                  <ns0:v>0.31527273813272988</ns0:v>
                </ns0:pt>
                <ns0:pt idx="484">
                  <ns0:v>0.31501019225031429</ns0:v>
                </ns0:pt>
                <ns0:pt idx="485">
                  <ns0:v>0.31463767694432382</ns0:v>
                </ns0:pt>
                <ns0:pt idx="486">
                  <ns0:v>0.31431941080074738</ns0:v>
                </ns0:pt>
                <ns0:pt idx="487">
                  <ns0:v>0.3140850914940585</ns0:v>
                </ns0:pt>
                <ns0:pt idx="488">
                  <ns0:v>0.3139785564066867</ns0:v>
                </ns0:pt>
                <ns0:pt idx="489">
                  <ns0:v>0.31403742863375578</ns0:v>
                </ns0:pt>
                <ns0:pt idx="490">
                  <ns0:v>0.31425187959931444</ns0:v>
                </ns0:pt>
                <ns0:pt idx="491">
                  <ns0:v>0.31461072367665405</ns0:v>
                </ns0:pt>
                <ns0:pt idx="492">
                  <ns0:v>0.31507943617109324</ns0:v>
                </ns0:pt>
                <ns0:pt idx="493">
                  <ns0:v>0.31557426402731176</ns0:v>
                </ns0:pt>
                <ns0:pt idx="494">
                  <ns0:v>0.31597735223248802</ns0:v>
                </ns0:pt>
                <ns0:pt idx="495">
                  <ns0:v>0.31605095622100399</ns0:v>
                </ns0:pt>
                <ns0:pt idx="496">
                  <ns0:v>0.31588818016639886</ns0:v>
                </ns0:pt>
                <ns0:pt idx="497">
                  <ns0:v>0.31549895167393899</ns0:v>
                </ns0:pt>
                <ns0:pt idx="498">
                  <ns0:v>0.31510028679188595</ns0:v>
                </ns0:pt>
                <ns0:pt idx="499">
                  <ns0:v>0.31474383781082671</ns0:v>
                </ns0:pt>
                <ns0:pt idx="500">
                  <ns0:v>0.31450073982849225</ns0:v>
                </ns0:pt>
                <ns0:pt idx="501">
                  <ns0:v>0.31443638340798324</ns0:v>
                </ns0:pt>
                <ns0:pt idx="502">
                  <ns0:v>0.3145498262631673</ns0:v>
                </ns0:pt>
                <ns0:pt idx="503">
                  <ns0:v>0.31485764247769454</ns0:v>
                </ns0:pt>
                <ns0:pt idx="504">
                  <ns0:v>0.31532773465939923</ns0:v>
                </ns0:pt>
                <ns0:pt idx="505">
                  <ns0:v>0.31587784362190097</ns0:v>
                </ns0:pt>
                <ns0:pt idx="506">
                  <ns0:v>0.31632701176054956</ns0:v>
                </ns0:pt>
                <ns0:pt idx="507">
                  <ns0:v>0.31642720050929035</ns0:v>
                </ns0:pt>
                <ns0:pt idx="508">
                  <ns0:v>0.31629345539782505</ns0:v>
                </ns0:pt>
                <ns0:pt idx="509">
                  <ns0:v>0.31593588120427329</ns0:v>
                </ns0:pt>
                <ns0:pt idx="510">
                  <ns0:v>0.31554311202415541</ns0:v>
                </ns0:pt>
                <ns0:pt idx="511">
                  <ns0:v>0.31515826830215393</ns0:v>
                </ns0:pt>
                <ns0:pt idx="512">
                  <ns0:v>0.31485329929684541</ns0:v>
                </ns0:pt>
                <ns0:pt idx="513">
                  <ns0:v>0.3146979766053481</ns0:v>
                </ns0:pt>
                <ns0:pt idx="514">
                  <ns0:v>0.31470401074967153</ns0:v>
                </ns0:pt>
                <ns0:pt idx="515">
                  <ns0:v>0.31488125109983678</ns0:v>
                </ns0:pt>
                <ns0:pt idx="516">
                  <ns0:v>0.31519600645696</ns0:v>
                </ns0:pt>
                <ns0:pt idx="517">
                  <ns0:v>0.31556108286885831</ns0:v>
                </ns0:pt>
                <ns0:pt idx="518">
                  <ns0:v>0.31585341897405272</ns0:v>
                </ns0:pt>
                <ns0:pt idx="519">
                  <ns0:v>0.31583631394023765</ns0:v>
                </ns0:pt>
                <ns0:pt idx="520">
                  <ns0:v>0.31561556611218317</ns0:v>
                </ns0:pt>
                <ns0:pt idx="521">
                  <ns0:v>0.31520763204443597</ns0:v>
                </ns0:pt>
                <ns0:pt idx="522">
                  <ns0:v>0.31481620091842527</ns0:v>
                </ns0:pt>
                <ns0:pt idx="523">
                  <ns0:v>0.3144819170493629</ns0:v>
                </ns0:pt>
                <ns0:pt idx="524">
                  <ns0:v>0.31426237160625325</ns0:v>
                </ns0:pt>
                <ns0:pt idx="525">
                  <ns0:v>0.31420994418156872</ns0:v>
                </ns0:pt>
                <ns0:pt idx="526">
                  <ns0:v>0.31431870330732248</ns0:v>
                </ns0:pt>
                <ns0:pt idx="527">
                  <ns0:v>0.31460192871945958</ns0:v>
                </ns0:pt>
                <ns0:pt idx="528">
                  <ns0:v>0.3150267370011523</ns0:v>
                </ns0:pt>
                <ns0:pt idx="529">
                  <ns0:v>0.3155119188664785</ns0:v>
                </ns0:pt>
                <ns0:pt idx="530">
                  <ns0:v>0.31587535303313541</ns0:v>
                </ns0:pt>
                <ns0:pt idx="531">
                  <ns0:v>0.31587644078261246</ns0:v>
                </ns0:pt>
                <ns0:pt idx="532">
                  <ns0:v>0.315638840144424</ns0:v>
                </ns0:pt>
                <ns0:pt idx="533">
                  <ns0:v>0.3151993256974267</ns0:v>
                </ns0:pt>
                <ns0:pt idx="534">
                  <ns0:v>0.31475435375616156</ns0:v>
                </ns0:pt>
                <ns0:pt idx="535">
                  <ns0:v>0.31435637781316966</ns0:v>
                </ns0:pt>
                <ns0:pt idx="536">
                  <ns0:v>0.31408194363415509</ns0:v>
                </ns0:pt>
                <ns0:pt idx="537">
                  <ns0:v>0.31399271632624964</ns0:v>
                </ns0:pt>
                <ns0:pt idx="538">
                  <ns0:v>0.314095411990648</ns0:v>
                </ns0:pt>
                <ns0:pt idx="539">
                  <ns0:v>0.31438645780089608</ns0:v>
                </ns0:pt>
                <ns0:pt idx="540">
                  <ns0:v>0.31482302886187336</ns0:v>
                </ns0:pt>
                <ns0:pt idx="541">
                  <ns0:v>0.31531050428221891</ns0:v>
                </ns0:pt>
                <ns0:pt idx="542">
                  <ns0:v>0.31571950502272428</ns0:v>
                </ns0:pt>
                <ns0:pt idx="543">
                  <ns0:v>0.31580717027708016</ns0:v>
                </ns0:pt>
                <ns0:pt idx="544">
                  <ns0:v>0.31567023899269758</ns0:v>
                </ns0:pt>
                <ns0:pt idx="545">
                  <ns0:v>0.31531835933609342</ns0:v>
                </ns0:pt>
                <ns0:pt idx="546">
                  <ns0:v>0.31495354731669661</ns0:v>
                </ns0:pt>
                <ns0:pt idx="547">
                  <ns0:v>0.31461813424450108</ns0:v>
                </ns0:pt>
                <ns0:pt idx="548">
                  <ns0:v>0.31437502698123437</ns0:v>
                </ns0:pt>
                <ns0:pt idx="549">
                  <ns0:v>0.31428272862276285</ns0:v>
                </ns0:pt>
                <ns0:pt idx="550">
                  <ns0:v>0.3143410013005703</ns0:v>
                </ns0:pt>
                <ns0:pt idx="551">
                  <ns0:v>0.31456810770288712</ns0:v>
                </ns0:pt>
                <ns0:pt idx="552">
                  <ns0:v>0.31493538508322955</ns0:v>
                </ns0:pt>
                <ns0:pt idx="553">
                  <ns0:v>0.31536666838719063</ns0:v>
                </ns0:pt>
                <ns0:pt idx="554">
                  <ns0:v>0.31568785335843991</ns0:v>
                </ns0:pt>
                <ns0:pt idx="555">
                  <ns0:v>0.31567155930319069</ns0:v>
                </ns0:pt>
                <ns0:pt idx="556">
                  <ns0:v>0.31545367602946439</ns0:v>
                </ns0:pt>
                <ns0:pt idx="557">
                  <ns0:v>0.31506974568892931</ns0:v>
                </ns0:pt>
                <ns0:pt idx="558">
                  <ns0:v>0.31469611232035527</ns0:v>
                </ns0:pt>
                <ns0:pt idx="559">
                  <ns0:v>0.31437194635976262</ns0:v>
                </ns0:pt>
                <ns0:pt idx="560">
                  <ns0:v>0.31415828952313285</ns0:v>
                </ns0:pt>
                <ns0:pt idx="561">
                  <ns0:v>0.31410614961034572</ns0:v>
                </ns0:pt>
                <ns0:pt idx="562">
                  <ns0:v>0.31421759133700106</ns0:v>
                </ns0:pt>
                <ns0:pt idx="563">
                  <ns0:v>0.31448836688496795</ns0:v>
                </ns0:pt>
                <ns0:pt idx="564">
                  <ns0:v>0.31488213404749998</ns0:v>
                </ns0:pt>
                <ns0:pt idx="565">
                  <ns0:v>0.31531183074681013</ns0:v>
                </ns0:pt>
                <ns0:pt idx="566">
                  <ns0:v>0.31565475787820385</ns0:v>
                </ns0:pt>
                <ns0:pt idx="567">
                  <ns0:v>0.31567443407234114</ns0:v>
                </ns0:pt>
                <ns0:pt idx="568">
                  <ns0:v>0.31547364640704051</ns0:v>
                </ns0:pt>
                <ns0:pt idx="569">
                  <ns0:v>0.3150718126478963</ns0:v>
                </ns0:pt>
                <ns0:pt idx="570">
                  <ns0:v>0.31467586671023701</ns0:v>
                </ns0:pt>
                <ns0:pt idx="571">
                  <ns0:v>0.31433130319857999</ns0:v>
                </ns0:pt>
                <ns0:pt idx="572">
                  <ns0:v>0.3141014995413508</ns0:v>
                </ns0:pt>
                <ns0:pt idx="573">
                  <ns0:v>0.31404140472762032</ns0:v>
                </ns0:pt>
                <ns0:pt idx="574">
                  <ns0:v>0.3141466943674317</ns0:v>
                </ns0:pt>
                <ns0:pt idx="575">
                  <ns0:v>0.31443042589106834</ns0:v>
                </ns0:pt>
                <ns0:pt idx="576">
                  <ns0:v>0.3148591033488557</ns0:v>
                </ns0:pt>
                <ns0:pt idx="577">
                  <ns0:v>0.31535289121839472</ns0:v>
                </ns0:pt>
                <ns0:pt idx="578">
                  <ns0:v>0.3157324405777226</ns0:v>
                </ns0:pt>
                <ns0:pt idx="579">
                  <ns0:v>0.31576164930426431</ns0:v>
                </ns0:pt>
                <ns0:pt idx="580">
                  <ns0:v>0.31556763896125062</ns0:v>
                </ns0:pt>
                <ns0:pt idx="581">
                  <ns0:v>0.31518157780312867</ns0:v>
                </ns0:pt>
                <ns0:pt idx="582">
                  <ns0:v>0.31478808861694163</ns0:v>
                </ns0:pt>
                <ns0:pt idx="583">
                  <ns0:v>0.31443126666050081</ns0:v>
                </ns0:pt>
                <ns0:pt idx="584">
                  <ns0:v>0.31418000161127629</ns0:v>
                </ns0:pt>
                <ns0:pt idx="585">
                  <ns0:v>0.3140921800993291</ns0:v>
                </ns0:pt>
                <ns0:pt idx="586">
                  <ns0:v>0.31417418694330662</ns0:v>
                </ns0:pt>
                <ns0:pt idx="587">
                  <ns0:v>0.31442542944790369</ns0:v>
                </ns0:pt>
                <ns0:pt idx="588">
                  <ns0:v>0.31483103806319707</ns0:v>
                </ns0:pt>
                <ns0:pt idx="589">
                  <ns0:v>0.31484093560993898</ns0:v>
                </ns0:pt>
                <ns0:pt idx="590">
                  <ns0:v>0.31435385333563537</ns0:v>
                </ns0:pt>
                <ns0:pt idx="591">
                  <ns0:v>0.31339739711072273</ns0:v>
                </ns0:pt>
                <ns0:pt idx="592">
                  <ns0:v>0.31230129929830663</ns0:v>
                </ns0:pt>
                <ns0:pt idx="593">
                  <ns0:v>0.31132941849255491</ns0:v>
                </ns0:pt>
                <ns0:pt idx="594">
                  <ns0:v>0.31077755866077694</ns0:v>
                </ns0:pt>
                <ns0:pt idx="595">
                  <ns0:v>0.31071438934271811</ns0:v>
                </ns0:pt>
                <ns0:pt idx="596">
                  <ns0:v>0.31115813004998627</ns0:v>
                </ns0:pt>
                <ns0:pt idx="597">
                  <ns0:v>0.31202997509417574</ns0:v>
                </ns0:pt>
                <ns0:pt idx="598">
                  <ns0:v>0.31313345416705024</ns0:v>
                </ns0:pt>
                <ns0:pt idx="599">
                  <ns0:v>0.31421959716961073</ns0:v>
                </ns0:pt>
                <ns0:pt idx="600">
                  <ns0:v>0.31465595224417897</ns0:v>
                </ns0:pt>
                <ns0:pt idx="601">
                  <ns0:v>0.31579912114030384</ns0:v>
                </ns0:pt>
                <ns0:pt idx="602">
                  <ns0:v>0.31751451483202886</ns0:v>
                </ns0:pt>
                <ns0:pt idx="603">
                  <ns0:v>0.31921743369766209</ns0:v>
                </ns0:pt>
                <ns0:pt idx="604">
                  <ns0:v>0.3205937718622261</ns0:v>
                </ns0:pt>
                <ns0:pt idx="605">
                  <ns0:v>0.32141944445723025</ns0:v>
                </ns0:pt>
                <ns0:pt idx="606">
                  <ns0:v>0.32172870542533644</ns0:v>
                </ns0:pt>
                <ns0:pt idx="607">
                  <ns0:v>0.32161204405972804</ns0:v>
                </ns0:pt>
                <ns0:pt idx="608">
                  <ns0:v>0.32123967885182997</ns0:v>
                </ns0:pt>
                <ns0:pt idx="609">
                  <ns0:v>0.32086101185451227</ns0:v>
                </ns0:pt>
                <ns0:pt idx="610">
                  <ns0:v>0.32070424812982856</ns0:v>
                </ns0:pt>
                <ns0:pt idx="611">
                  <ns0:v>0.32094942754018363</ns0:v>
                </ns0:pt>
                <ns0:pt idx="612">
                  <ns0:v>0.32170325221562379</ns0:v>
                </ns0:pt>
                <ns0:pt idx="613">
                  <ns0:v>0.32334315783790563</ns0:v>
                </ns0:pt>
                <ns0:pt idx="614">
                  <ns0:v>0.32510749116178844</ns0:v>
                </ns0:pt>
                <ns0:pt idx="615">
                  <ns0:v>0.32680167512310443</ns0:v>
                </ns0:pt>
                <ns0:pt idx="616">
                  <ns0:v>0.3284150020334784</ns0:v>
                </ns0:pt>
                <ns0:pt idx="617">
                  <ns0:v>0.32988309325434229</ns0:v>
                </ns0:pt>
                <ns0:pt idx="618">
                  <ns0:v>0.33130962781826268</ns0:v>
                </ns0:pt>
                <ns0:pt idx="619">
                  <ns0:v>0.332703440014809</ns0:v>
                </ns0:pt>
                <ns0:pt idx="620">
                  <ns0:v>0.33414178034070396</ns0:v>
                </ns0:pt>
                <ns0:pt idx="621">
                  <ns0:v>0.33574340569485722</ns0:v>
                </ns0:pt>
                <ns0:pt idx="622">
                  <ns0:v>0.33759067492353056</ns0:v>
                </ns0:pt>
                <ns0:pt idx="623">
                  <ns0:v>0.33976092070179703</ns0:v>
                </ns0:pt>
                <ns0:pt idx="624">
                  <ns0:v>0.34224970400291538</ns0:v>
                </ns0:pt>
                <ns0:pt idx="625">
                  <ns0:v>0.34501770399520004</ns0:v>
                </ns0:pt>
                <ns0:pt idx="626">
                  <ns0:v>0.34798617210191396</ns0:v>
                </ns0:pt>
                <ns0:pt idx="627">
                  <ns0:v>0.35106495974144453</ns0:v>
                </ns0:pt>
                <ns0:pt idx="628">
                  <ns0:v>0.35414655604344875</ns0:v>
                </ns0:pt>
                <ns0:pt idx="629">
                  <ns0:v>0.35711900368442523</ns0:v>
                </ns0:pt>
                <ns0:pt idx="630">
                  <ns0:v>0.35995070511770455</ns0:v>
                </ns0:pt>
                <ns0:pt idx="631">
                  <ns0:v>0.36260561061980018</ns0:v>
                </ns0:pt>
                <ns0:pt idx="632">
                  <ns0:v>0.36513151474976657</ns0:v>
                </ns0:pt>
                <ns0:pt idx="633">
                  <ns0:v>0.36762829722323898</ns0:v>
                </ns0:pt>
                <ns0:pt idx="634">
                  <ns0:v>0.37017100303026268</ns0:v>
                </ns0:pt>
                <ns0:pt idx="635">
                  <ns0:v>0.37284184014220118</ns0:v>
                </ns0:pt>
                <ns0:pt idx="636">
                  <ns0:v>0.37565974769751037</ns0:v>
                </ns0:pt>
                <ns0:pt idx="637">
                  <ns0:v>0.37863274398819519</ns0:v>
                </ns0:pt>
                <ns0:pt idx="638">
                  <ns0:v>0.3817597875171988</ns0:v>
                </ns0:pt>
                <ns0:pt idx="639">
                  <ns0:v>0.38500372066995375</ns0:v>
                </ns0:pt>
                <ns0:pt idx="640">
                  <ns0:v>0.38832056901811141</ns0:v>
                </ns0:pt>
                <ns0:pt idx="641">
                  <ns0:v>0.39159394615708848</ns0:v>
                </ns0:pt>
                <ns0:pt idx="642">
                  <ns0:v>0.39472043533938861</ns0:v>
                </ns0:pt>
                <ns0:pt idx="643">
                  <ns0:v>0.39764451478928614</ns0:v>
                </ns0:pt>
                <ns0:pt idx="644">
                  <ns0:v>0.40036995073915699</ns0:v>
                </ns0:pt>
                <ns0:pt idx="645">
                  <ns0:v>0.40294179391987306</ns0:v>
                </ns0:pt>
                <ns0:pt idx="646">
                  <ns0:v>0.40540658793037659</ns0:v>
                </ns0:pt>
                <ns0:pt idx="647">
                  <ns0:v>0.40782906520975443</ns0:v>
                </ns0:pt>
                <ns0:pt idx="648">
                  <ns0:v>0.41024406847504591</ns0:v>
                </ns0:pt>
                <ns0:pt idx="649">
                  <ns0:v>0.41268279523019358</ns0:v>
                </ns0:pt>
                <ns0:pt idx="650">
                  <ns0:v>0.41517147634659374</ns0:v>
                </ns0:pt>
                <ns0:pt idx="651">
                  <ns0:v>0.41776190399081936</ns0:v>
                </ns0:pt>
                <ns0:pt idx="652">
                  <ns0:v>0.42049460423552731</ns0:v>
                </ns0:pt>
                <ns0:pt idx="653">
                  <ns0:v>0.42337290892549723</ns0:v>
                </ns0:pt>
                <ns0:pt idx="654">
                  <ns0:v>0.42627780413994798</ns0:v>
                </ns0:pt>
                <ns0:pt idx="655">
                  <ns0:v>0.4290811522350525</ns0:v>
                </ns0:pt>
                <ns0:pt idx="656">
                  <ns0:v>0.43172986016356352</ns0:v>
                </ns0:pt>
                <ns0:pt idx="657">
                  <ns0:v>0.43420400711588342</ns0:v>
                </ns0:pt>
                <ns0:pt idx="658">
                  <ns0:v>0.43650133193381385</ns0:v>
                </ns0:pt>
                <ns0:pt idx="659">
                  <ns0:v>0.43864023637719951</ns0:v>
                </ns0:pt>
                <ns0:pt idx="660">
                  <ns0:v>0.44065774510851868</ns0:v>
                </ns0:pt>
                <ns0:pt idx="661">
                  <ns0:v>0.44259150565402011</ns0:v>
                </ns0:pt>
                <ns0:pt idx="662">
                  <ns0:v>0.44447972432331784</ns0:v>
                </ns0:pt>
                <ns0:pt idx="663">
                  <ns0:v>0.44636588060083382</ns0:v>
                </ns0:pt>
                <ns0:pt idx="664">
                  <ns0:v>0.44833674491456116</ns0:v>
                </ns0:pt>
                <ns0:pt idx="665">
                  <ns0:v>0.45052382852581985</ns0:v>
                </ns0:pt>
                <ns0:pt idx="666">
                  <ns0:v>0.45288781014910456</ns0:v>
                </ns0:pt>
                <ns0:pt idx="667">
                  <ns0:v>0.45539133367166001</ns0:v>
                </ns0:pt>
                <ns0:pt idx="668">
                  <ns0:v>0.45788412603031686</ns0:v>
                </ns0:pt>
                <ns0:pt idx="669">
                  <ns0:v>0.46028092905814438</ns0:v>
                </ns0:pt>
                <ns0:pt idx="670">
                  <ns0:v>0.46250384202242645</ns0:v>
                </ns0:pt>
                <ns0:pt idx="671">
                  <ns0:v>0.46451931006669861</ns0:v>
                </ns0:pt>
                <ns0:pt idx="672">
                  <ns0:v>0.46631998289673837</ns0:v>
                </ns0:pt>
                <ns0:pt idx="673">
                  <ns0:v>0.46794582130808604</ns0:v>
                </ns0:pt>
                <ns0:pt idx="674">
                  <ns0:v>0.46944088465724937</ns0:v>
                </ns0:pt>
                <ns0:pt idx="675">
                  <ns0:v>0.47085942258783087</ns0:v>
                </ns0:pt>
                <ns0:pt idx="676">
                  <ns0:v>0.47227512280355155</ns0:v>
                </ns0:pt>
                <ns0:pt idx="677">
                  <ns0:v>0.47377531702631215</ns0:v>
                </ns0:pt>
                <ns0:pt idx="678">
                  <ns0:v>0.47550057665898493</ns0:v>
                </ns0:pt>
                <ns0:pt idx="679">
                  <ns0:v>0.47736353846827656</ns0:v>
                </ns0:pt>
                <ns0:pt idx="680">
                  <ns0:v>0.47930436444684632</ns0:v>
                </ns0:pt>
                <ns0:pt idx="681">
                  <ns0:v>0.4812009794557674</ns0:v>
                </ns0:pt>
                <ns0:pt idx="682">
                  <ns0:v>0.48298210265044511</ns0:v>
                </ns0:pt>
                <ns0:pt idx="683">
                  <ns0:v>0.48458822157652476</ns0:v>
                </ns0:pt>
                <ns0:pt idx="684">
                  <ns0:v>0.48599047533192008</ns0:v>
                </ns0:pt>
                <ns0:pt idx="685">
                  <ns0:v>0.48718587327644597</ns0:v>
                </ns0:pt>
                <ns0:pt idx="686">
                  <ns0:v>0.48820858459707606</ns0:v>
                </ns0:pt>
                <ns0:pt idx="687">
                  <ns0:v>0.48909556418596578</ns0:v>
                </ns0:pt>
                <ns0:pt idx="688">
                  <ns0:v>0.48989449757096082</ns0:v>
                </ns0:pt>
                <ns0:pt idx="689">
                  <ns0:v>0.49071393022689136</ns0:v>
                </ns0:pt>
                <ns0:pt idx="690">
                  <ns0:v>0.49166101211834534</ns0:v>
                </ns0:pt>
                <ns0:pt idx="691">
                  <ns0:v>0.49283544278248503</ns0:v>
                </ns0:pt>
                <ns0:pt idx="692">
                  <ns0:v>0.49417185332760893</ns0:v>
                </ns0:pt>
                <ns0:pt idx="693">
                  <ns0:v>0.49553260566681601</ns0:v>
                </ns0:pt>
                <ns0:pt idx="694">
                  <ns0:v>0.49682959486074862</ns0:v>
                </ns0:pt>
                <ns0:pt idx="695">
                  <ns0:v>0.49797810523528646</ns0:v>
                </ns0:pt>
                <ns0:pt idx="696">
                  <ns0:v>0.49891239721256342</ns0:v>
                </ns0:pt>
                <ns0:pt idx="697">
                  <ns0:v>0.49960856221373345</ns0:v>
                </ns0:pt>
                <ns0:pt idx="698">
                  <ns0:v>0.50009084765372014</ns0:v>
                </ns0:pt>
                <ns0:pt idx="699">
                  <ns0:v>0.50039323447990336</ns0:v>
                </ns0:pt>
                <ns0:pt idx="700">
                  <ns0:v>0.50055754004118025</ns0:v>
                </ns0:pt>
                <ns0:pt idx="701">
                  <ns0:v>0.50063905536817943</ns0:v>
                </ns0:pt>
                <ns0:pt idx="702">
                  <ns0:v>0.50077718881087951</ns0:v>
                </ns0:pt>
                <ns0:pt idx="703">
                  <ns0:v>0.50112256538499367</ns0:v>
                </ns0:pt>
                <ns0:pt idx="704">
                  <ns0:v>0.5017641118226257</ns0:v>
                </ns0:pt>
                <ns0:pt idx="705">
                  <ns0:v>0.50266837938582687</ns0:v>
                </ns0:pt>
                <ns0:pt idx="706">
                  <ns0:v>0.50367736308897915</ns0:v>
                </ns0:pt>
                <ns0:pt idx="707">
                  <ns0:v>0.50469222465876851</ns0:v>
                </ns0:pt>
                <ns0:pt idx="708">
                  <ns0:v>0.50561075681863754</ns0:v>
                </ns0:pt>
                <ns0:pt idx="709">
                  <ns0:v>0.50636258262128175</ns0:v>
                </ns0:pt>
                <ns0:pt idx="710">
                  <ns0:v>0.50690661913927892</ns0:v>
                </ns0:pt>
                <ns0:pt idx="711">
                  <ns0:v>0.50728240039324446</ns0:v>
                </ns0:pt>
                <ns0:pt idx="712">
                  <ns0:v>0.50752073185847113</ns0:v>
                </ns0:pt>
                <ns0:pt idx="713">
                  <ns0:v>0.50766196560402399</ns0:v>
                </ns0:pt>
                <ns0:pt idx="714">
                  <ns0:v>0.5077584411216004</ns0:v>
                </ns0:pt>
                <ns0:pt idx="715">
                  <ns0:v>0.50792727891653611</ns0:v>
                </ns0:pt>
                <ns0:pt idx="716">
                  <ns0:v>0.5083444846184747</ns0:v>
                </ns0:pt>
                <ns0:pt idx="717">
                  <ns0:v>0.50896824174513933</ns0:v>
                </ns0:pt>
                <ns0:pt idx="718">
                  <ns0:v>0.50979819531284132</ns0:v>
                </ns0:pt>
                <ns0:pt idx="719">
                  <ns0:v>0.51067794756783225</ns0:v>
                </ns0:pt>
                <ns0:pt idx="720">
                  <ns0:v>0.5115378272580916</ns0:v>
                </ns0:pt>
                <ns0:pt idx="721">
                  <ns0:v>0.51230386096373326</ns0:v>
                </ns0:pt>
                <ns0:pt idx="722">
                  <ns0:v>0.51293753328690472</ns0:v>
                </ns0:pt>
                <ns0:pt idx="723">
                  <ns0:v>0.51341792135581532</ns0:v>
                </ns0:pt>
                <ns0:pt idx="724">
                  <ns0:v>0.51378476997297862</ns0:v>
                </ns0:pt>
                <ns0:pt idx="725">
                  <ns0:v>0.51406412448251337</ns0:v>
                </ns0:pt>
                <ns0:pt idx="726">
                  <ns0:v>0.5142866273454354</ns0:v>
                </ns0:pt>
                <ns0:pt idx="727">
                  <ns0:v>0.51449455876306627</ns0:v>
                </ns0:pt>
                <ns0:pt idx="728">
                  <ns0:v>0.51477203459881204</ns0:v>
                </ns0:pt>
                <ns0:pt idx="729">
                  <ns0:v>0.51525888423532984</ns0:v>
                </ns0:pt>
                <ns0:pt idx="730">
                  <ns0:v>0.51586544807186829</ns0:v>
                </ns0:pt>
                <ns0:pt idx="731">
                  <ns0:v>0.51653916470003902</ns0:v>
                </ns0:pt>
                <ns0:pt idx="732">
                  <ns0:v>0.51716970810615115</ns0:v>
                </ns0:pt>
                <ns0:pt idx="733">
                  <ns0:v>0.51770029032901232</ns0:v>
                </ns0:pt>
                <ns0:pt idx="734">
                  <ns0:v>0.51808596717133015</ns0:v>
                </ns0:pt>
                <ns0:pt idx="735">
                  <ns0:v>0.51830651674589734</ns0:v>
                </ns0:pt>
                <ns0:pt idx="736">
                  <ns0:v>0.51837174109719353</ns0:v>
                </ns0:pt>
                <ns0:pt idx="737">
                  <ns0:v>0.51831094810544431</ns0:v>
                </ns0:pt>
                <ns0:pt idx="738">
                  <ns0:v>0.51815164256024981</ns0:v>
                </ns0:pt>
                <ns0:pt idx="739">
                  <ns0:v>0.51792645326379227</ns0:v>
                </ns0:pt>
                <ns0:pt idx="740">
                  <ns0:v>0.51770924628573611</ns0:v>
                </ns0:pt>
                <ns0:pt idx="741">
                  <ns0:v>0.51762804209304247</ns0:v>
                </ns0:pt>
                <ns0:pt idx="742">
                  <ns0:v>0.51783000097169996</ns0:v>
                </ns0:pt>
                <ns0:pt idx="743">
                  <ns0:v>0.51827520779722303</ns0:v>
                </ns0:pt>
                <ns0:pt idx="744">
                  <ns0:v>0.51883301075453725</ns0:v>
                </ns0:pt>
                <ns0:pt idx="745">
                  <ns0:v>0.5194112988150873</ns0:v>
                </ns0:pt>
                <ns0:pt idx="746">
                  <ns0:v>0.51991699950736736</ns0:v>
                </ns0:pt>
                <ns0:pt idx="747">
                  <ns0:v>0.52027256811973044</ns0:v>
                </ns0:pt>
                <ns0:pt idx="748">
                  <ns0:v>0.52043744261827596</ns0:v>
                </ns0:pt>
                <ns0:pt idx="749">
                  <ns0:v>0.5204283150553991</ns0:v>
                </ns0:pt>
                <ns0:pt idx="750">
                  <ns0:v>0.52026453589017185</ns0:v>
                </ns0:pt>
                <ns0:pt idx="751">
                  <ns0:v>0.51997712999180046</ns0:v>
                </ns0:pt>
                <ns0:pt idx="752">
                  <ns0:v>0.51961265719920469</ns0:v>
                </ns0:pt>
                <ns0:pt idx="753">
                  <ns0:v>0.51928437251612325</ns0:v>
                </ns0:pt>
                <ns0:pt idx="754">
                  <ns0:v>0.5191645040863333</ns0:v>
                </ns0:pt>
                <ns0:pt idx="755">
                  <ns0:v>0.51932274099899267</ns0:v>
                </ns0:pt>
                <ns0:pt idx="756">
                  <ns0:v>0.51976066042581759</ns0:v>
                </ns0:pt>
                <ns0:pt idx="757">
                  <ns0:v>0.5203096420849046</ns0:v>
                </ns0:pt>
                <ns0:pt idx="758">
                  <ns0:v>0.52088546358766019</ns0:v>
                </ns0:pt>
                <ns0:pt idx="759">
                  <ns0:v>0.52140082736322246</ns0:v>
                </ns0:pt>
                <ns0:pt idx="760">
                  <ns0:v>0.52179474747075749</ns0:v>
                </ns0:pt>
                <ns0:pt idx="761">
                  <ns0:v>0.52202570783352942</ns0:v>
                </ns0:pt>
                <ns0:pt idx="762">
                  <ns0:v>0.52212592044554929</ns0:v>
                </ns0:pt>
                <ns0:pt idx="763">
                  <ns0:v>0.5221168781028428</ns0:v>
                </ns0:pt>
                <ns0:pt idx="764">
                  <ns0:v>0.52202967647989629</ns0:v>
                </ns0:pt>
                <ns0:pt idx="765">
                  <ns0:v>0.52190681904735936</ns0:v>
                </ns0:pt>
                <ns0:pt idx="766">
                  <ns0:v>0.52185181346275822</ns0:v>
                </ns0:pt>
                <ns0:pt idx="767">
                  <ns0:v>0.52202627355459486</ns0:v>
                </ns0:pt>
                <ns0:pt idx="768">
                  <ns0:v>0.52237997757427679</ns0:v>
                </ns0:pt>
                <ns0:pt idx="769">
                  <ns0:v>0.5229094005033621</ns0:v>
                </ns0:pt>
                <ns0:pt idx="770">
                  <ns0:v>0.52345606840390013</ns0:v>
                </ns0:pt>
                <ns0:pt idx="771">
                  <ns0:v>0.52395228483156675</ns0:v>
                </ns0:pt>
                <ns0:pt idx="772">
                  <ns0:v>0.52432790677678642</ns0:v>
                </ns0:pt>
                <ns0:pt idx="773">
                  <ns0:v>0.52455079232933299</ns0:v>
                </ns0:pt>
                <ns0:pt idx="774">
                  <ns0:v>0.52460489179557035</ns0:v>
                </ns0:pt>
                <ns0:pt idx="775">
                  <ns0:v>0.52453357667268163</ns0:v>
                </ns0:pt>
                <ns0:pt idx="776">
                  <ns0:v>0.52436562153237287</ns0:v>
                </ns0:pt>
                <ns0:pt idx="777">
                  <ns0:v>0.52413471116504551</ns0:v>
                </ns0:pt>
                <ns0:pt idx="778">
                  <ns0:v>0.52389307317192257</ns0:v>
                </ns0:pt>
                <ns0:pt idx="779">
                  <ns0:v>0.52374198740484379</ns0:v>
                </ns0:pt>
                <ns0:pt idx="780">
                  <ns0:v>0.5238577520313159</ns0:v>
                </ns0:pt>
                <ns0:pt idx="781">
                  <ns0:v>0.52416270655350028</ns0:v>
                </ns0:pt>
                <ns0:pt idx="782">
                  <ns0:v>0.52460897007120033</ns0:v>
                </ns0:pt>
                <ns0:pt idx="783">
                  <ns0:v>0.52506658721099841</ns0:v>
                </ns0:pt>
                <ns0:pt idx="784">
                  <ns0:v>0.52545362976092791</ns0:v>
                </ns0:pt>
                <ns0:pt idx="785">
                  <ns0:v>0.52570121237330314</ns0:v>
                </ns0:pt>
                <ns0:pt idx="786">
                  <ns0:v>0.52577201803605578</ns0:v>
                </ns0:pt>
                <ns0:pt idx="787">
                  <ns0:v>0.52567179652174612</ns0:v>
                </ns0:pt>
                <ns0:pt idx="788">
                  <ns0:v>0.52542743286461302</ns0:v>
                </ns0:pt>
                <ns0:pt idx="789">
                  <ns0:v>0.52506791789367813</ns0:v>
                </ns0:pt>
                <ns0:pt idx="790">
                  <ns0:v>0.5246314491757702</ns0:v>
                </ns0:pt>
                <ns0:pt idx="791">
                  <ns0:v>0.52420040204670781</ns0:v>
                </ns0:pt>
                <ns0:pt idx="792">
                  <ns0:v>0.52390778949558114</ns0:v>
                </ns0:pt>
                <ns0:pt idx="793">
                  <ns0:v>0.5238971516330575</ns0:v>
                </ns0:pt>
                <ns0:pt idx="794">
                  <ns0:v>0.52413625085419424</ns0:v>
                </ns0:pt>
                <ns0:pt idx="795">
                  <ns0:v>0.52448566427778354</ns0:v>
                </ns0:pt>
                <ns0:pt idx="796">
                  <ns0:v>0.52486383762245792</ns0:v>
                </ns0:pt>
                <ns0:pt idx="797">
                  <ns0:v>0.52518350414803427</ns0:v>
                </ns0:pt>
                <ns0:pt idx="798">
                  <ns0:v>0.52537407352700183</ns0:v>
                </ns0:pt>
                <ns0:pt idx="799">
                  <ns0:v>0.52539713469636207</ns0:v>
                </ns0:pt>
                <ns0:pt idx="800">
                  <ns0:v>0.52527391372107646</ns0:v>
                </ns0:pt>
                <ns0:pt idx="801">
                  <ns0:v>0.52501976734691969</ns0:v>
                </ns0:pt>
                <ns0:pt idx="802">
                  <ns0:v>0.52466125460891011</ns0:v>
                </ns0:pt>
                <ns0:pt idx="803">
                  <ns0:v>0.52423872515112324</ns0:v>
                </ns0:pt>
                <ns0:pt idx="804">
                  <ns0:v>0.52385639667791362</ns0:v>
                </ns0:pt>
                <ns0:pt idx="805">
                  <ns0:v>0.52367128638700777</ns0:v>
                </ns0:pt>
                <ns0:pt idx="806">
                  <ns0:v>0.52374272285815293</ns0:v>
                </ns0:pt>
                <ns0:pt idx="807">
                  <ns0:v>0.52406898170980099</ns0:v>
                </ns0:pt>
                <ns0:pt idx="808">
                  <ns0:v>0.52448194423306038</ns0:v>
                </ns0:pt>
                <ns0:pt idx="809">
                  <ns0:v>0.52490176571420433</ns0:v>
                </ns0:pt>
                <ns0:pt idx="810">
                  <ns0:v>0.52524870373275401</ns0:v>
                </ns0:pt>
                <ns0:pt idx="811">
                  <ns0:v>0.52546962024596333</ns0:v>
                </ns0:pt>
                <ns0:pt idx="812">
                  <ns0:v>0.52553037199911257</ns0:v>
                </ns0:pt>
                <ns0:pt idx="813">
                  <ns0:v>0.52546557720136422</ns0:v>
                </ns0:pt>
                <ns0:pt idx="814">
                  <ns0:v>0.52529794345271041</ns0:v>
                </ns0:pt>
                <ns0:pt idx="815">
                  <ns0:v>0.52505738181326422</ns0:v>
                </ns0:pt>
                <ns0:pt idx="816">
                  <ns0:v>0.52478732625517122</ns0:v>
                </ns0:pt>
                <ns0:pt idx="817">
                  <ns0:v>0.52459563619694916</ns0:v>
                </ns0:pt>
                <ns0:pt idx="818">
                  <ns0:v>0.52465480651335739</ns0:v>
                </ns0:pt>
                <ns0:pt idx="819">
                  <ns0:v>0.5249162260707062</ns0:v>
                </ns0:pt>
                <ns0:pt idx="820">
                  <ns0:v>0.52538506613491576</ns0:v>
                </ns0:pt>
                <ns0:pt idx="821">
                  <ns0:v>0.5258910098930577</ns0:v>
                </ns0:pt>
                <ns0:pt idx="822">
                  <ns0:v>0.52635618573622844</ns0:v>
                </ns0:pt>
                <ns0:pt idx="823">
                  <ns0:v>0.5266983241778288</ns0:v>
                </ns0:pt>
                <ns0:pt idx="824">
                  <ns0:v>0.52687849160842637</ns0:v>
                </ns0:pt>
                <ns0:pt idx="825">
                  <ns0:v>0.52687605313477914</ns0:v>
                </ns0:pt>
                <ns0:pt idx="826">
                  <ns0:v>0.52673655967248467</ns0:v>
                </ns0:pt>
                <ns0:pt idx="827">
                  <ns0:v>0.52649125882006576</ns0:v>
                </ns0:pt>
                <ns0:pt idx="828">
                  <ns0:v>0.52617779067224046</ns0:v>
                </ns0:pt>
                <ns0:pt idx="829">
                  <ns0:v>0.52585441596941496</ns0:v>
                </ns0:pt>
                <ns0:pt idx="830">
                  <ns0:v>0.52562909635647981</ns0:v>
                </ns0:pt>
                <ns0:pt idx="831">
                  <ns0:v>0.52567903909808533</ns0:v>
                </ns0:pt>
                <ns0:pt idx="832">
                  <ns0:v>0.52592601183975196</ns0:v>
                </ns0:pt>
                <ns0:pt idx="833">
                  <ns0:v>0.52631735650145994</ns0:v>
                </ns0:pt>
                <ns0:pt idx="834">
                  <ns0:v>0.52672597352334694</ns0:v>
                </ns0:pt>
                <ns0:pt idx="835">
                  <ns0:v>0.52706965383804227</ns0:v>
                </ns0:pt>
                <ns0:pt idx="836">
                  <ns0:v>0.52727910267921141</ns0:v>
                </ns0:pt>
                <ns0:pt idx="837">
                  <ns0:v>0.52731533527219299</ns0:v>
                </ns0:pt>
                <ns0:pt idx="838">
                  <ns0:v>0.52718565013005314</ns0:v>
                </ns0:pt>
                <ns0:pt idx="839">
                  <ns0:v>0.52691536405471706</ns0:v>
                </ns0:pt>
                <ns0:pt idx="840">
                  <ns0:v>0.52653309871608567</ns0:v>
                </ns0:pt>
                <ns0:pt idx="841">
                  <ns0:v>0.52607660834792225</ns0:v>
                </ns0:pt>
                <ns0:pt idx="842">
                  <ns0:v>0.52562674966278822</ns0:v>
                </ns0:pt>
                <ns0:pt idx="843">
                  <ns0:v>0.52531291118307899</ns0:v>
                </ns0:pt>
                <ns0:pt idx="844">
                  <ns0:v>0.52527531881055367</ns0:v>
                </ns0:pt>
                <ns0:pt idx="845">
                  <ns0:v>0.52548112430667193</ns0:v>
                </ns0:pt>
                <ns0:pt idx="846">
                  <ns0:v>0.52578909545740271</ns0:v>
                </ns0:pt>
                <ns0:pt idx="847">
                  <ns0:v>0.52611946564401668</ns0:v>
                </ns0:pt>
                <ns0:pt idx="848">
                  <ns0:v>0.52638695204506158</ns0:v>
                </ns0:pt>
                <ns0:pt idx="849">
                  <ns0:v>0.52652359723283881</ns0:v>
                </ns0:pt>
                <ns0:pt idx="850">
                  <ns0:v>0.52649282810437503</ns0:v>
                </ns0:pt>
                <ns0:pt idx="851">
                  <ns0:v>0.52631669968792605</ns0:v>
                </ns0:pt>
                <ns0:pt idx="852">
                  <ns0:v>0.52601065902227162</ns0:v>
                </ns0:pt>
                <ns0:pt idx="853">
                  <ns0:v>0.52560080264361864</ns0:v>
                </ns0:pt>
                <ns0:pt idx="854">
                  <ns0:v>0.52512713512491949</ns0:v>
                </ns0:pt>
                <ns0:pt idx="855">
                  <ns0:v>0.52469510320618984</ns0:v>
                </ns0:pt>
                <ns0:pt idx="856">
                  <ns0:v>0.52446679686828102</ns0:v>
                </ns0:pt>
                <ns0:pt idx="857">
                  <ns0:v>0.52450380593697621</ns0:v>
                </ns0:pt>
                <ns0:pt idx="858">
                  <ns0:v>0.5248102530092964</ns0:v>
                </ns0:pt>
                <ns0:pt idx="859">
                  <ns0:v>0.52521284883313368</ns0:v>
                </ns0:pt>
                <ns0:pt idx="860">
                  <ns0:v>0.52562765854629478</ns0:v>
                </ns0:pt>
                <ns0:pt idx="861">
                  <ns0:v>0.52597000629519863</ns0:v>
                </ns0:pt>
                <ns0:pt idx="862">
                  <ns0:v>0.52618346141799011</ns0:v>
                </ns0:pt>
                <ns0:pt idx="863">
                  <ns0:v>0.52623108545971753</ns0:v>
                </ns0:pt>
                <ns0:pt idx="864">
                  <ns0:v>0.52614825936603749</ns0:v>
                </ns0:pt>
                <ns0:pt idx="865">
                  <ns0:v>0.52595835245319655</ns0:v>
                </ns0:pt>
                <ns0:pt idx="866">
                  <ns0:v>0.52569264808510652</ns0:v>
                </ns0:pt>
                <ns0:pt idx="867">
                  <ns0:v>0.52539682540269017</ns0:v>
                </ns0:pt>
                <ns0:pt idx="868">
                  <ns0:v>0.52518079355074643</ns0:v>
                </ns0:pt>
                <ns0:pt idx="869">
                  <ns0:v>0.52521773353105428</ns0:v>
                </ns0:pt>
                <ns0:pt idx="870">
                  <ns0:v>0.52545848840791431</ns0:v>
                </ns0:pt>
                <ns0:pt idx="871">
                  <ns0:v>0.52590900915996586</ns0:v>
                </ns0:pt>
                <ns0:pt idx="872">
                  <ns0:v>0.52639929896644033</ns0:v>
                </ns0:pt>
                <ns0:pt idx="873">
                  <ns0:v>0.52685180564772027</ns0:v>
                </ns0:pt>
                <ns0:pt idx="874">
                  <ns0:v>0.52718400640099783</ns0:v>
                </ns0:pt>
                <ns0:pt idx="875">
                  <ns0:v>0.52735669538646457</ns0:v>
                </ns0:pt>
                <ns0:pt idx="876">
                  <ns0:v>0.52734921435675286</ns0:v>
                </ns0:pt>
                <ns0:pt idx="877">
                  <ns0:v>0.52720661053015405</ns0:v>
                </ns0:pt>
                <ns0:pt idx="878">
                  <ns0:v>0.52695982722101276</ns0:v>
                </ns0:pt>
                <ns0:pt idx="879">
                  <ns0:v>0.52664617246100032</ns0:v>
                </ns0:pt>
                <ns0:pt idx="880">
                  <ns0:v>0.52632325982921291</ns0:v>
                </ns0:pt>
                <ns0:pt idx="881">
                  <ns0:v>0.52609725738876068</ns0:v>
                </ns0:pt>
                <ns0:pt idx="882">
                  <ns0:v>0.52614285373515213</ns0:v>
                </ns0:pt>
                <ns0:pt idx="883">
                  <ns0:v>0.52638116244806821</ns0:v>
                </ns0:pt>
                <ns0:pt idx="884">
                  <ns0:v>0.52675809375384908</ns0:v>
                </ns0:pt>
                <ns0:pt idx="885">
                  <ns0:v>0.52714800606879342</ns0:v>
                </ns0:pt>
                <ns0:pt idx="886">
                  <ns0:v>0.52747012846216879</ns0:v>
                </ns0:pt>
                <ns0:pt idx="887">
                  <ns0:v>0.52765691232637701</ns0:v>
                </ns0:pt>
                <ns0:pt idx="888">
                  <ns0:v>0.52767083585928531</ns0:v>
                </ns0:pt>
                <ns0:pt idx="889">
                  <ns0:v>0.52752004759378179</ns0:v>
                </ns0:pt>
                <ns0:pt idx="890">
                  <ns0:v>0.52722993106514204</ns0:v>
                </ns0:pt>
                <ns0:pt idx="891">
                  <ns0:v>0.52682892399730685</ns0:v>
                </ns0:pt>
                <ns0:pt idx="892">
                  <ns0:v>0.52635442789010956</ns0:v>
                </ns0:pt>
                <ns0:pt idx="893">
                  <ns0:v>0.52588724183032109</ns0:v>
                </ns0:pt>
                <ns0:pt idx="894">
                  <ns0:v>0.52555808029613893</ns0:v>
                </ns0:pt>
                <ns0:pt idx="895">
                  <ns0:v>0.52550821953781468</ns0:v>
                </ns0:pt>
                <ns0:pt idx="896">
                  <ns0:v>0.52570586933954522</ns0:v>
                </ns0:pt>
                <ns0:pt idx="897">
                  <ns0:v>0.52600859263082567</ns0:v>
                </ns0:pt>
                <ns0:pt idx="898">
                  <ns0:v>0.52633520642990406</ns0:v>
                </ns0:pt>
                <ns0:pt idx="899">
                  <ns0:v>0.52659895441378946</ns0:v>
                </ns0:pt>
                <ns0:pt idx="900">
                  <ns0:v>0.52673068812359991</ns0:v>
                </ns0:pt>
                <ns0:pt idx="901">
                  <ns0:v>0.52669316864173932</ns0:v>
                </ns0:pt>
                <ns0:pt idx="902">
                  <ns0:v>0.52650864954960364</ns0:v>
                </ns0:pt>
                <ns0:pt idx="903">
                  <ns0:v>0.52619284574905378</ns0:v>
                </ns0:pt>
                <ns0:pt idx="904">
                  <ns0:v>0.52577232739719615</ns0:v>
                </ns0:pt>
                <ns0:pt idx="905">
                  <ns0:v>0.52528766530233983</ns0:v>
                </ns0:pt>
                <ns0:pt idx="906">
                  <ns0:v>0.52484517657679075</ns0:v>
                </ns0:pt>
                <ns0:pt idx="907">
                  <ns0:v>0.52460757069444452</ns0:v>
                </ns0:pt>
                <ns0:pt idx="908">
                  <ns0:v>0.52463617869737478</ns0:v>
                </ns0:pt>
                <ns0:pt idx="909">
                  <ns0:v>0.52493664725349443</ns0:v>
                </ns0:pt>
                <ns0:pt idx="910">
                  <ns0:v>0.52533513964229039</ns0:v>
                </ns0:pt>
                <ns0:pt idx="911">
                  <ns0:v>0.52574756001524581</ns0:v>
                </ns0:pt>
                <ns0:pt idx="912">
                  <ns0:v>0.52608885730744637</ns0:v>
                </ns0:pt>
                <ns0:pt idx="913">
                  <ns0:v>0.52630225976209077</ns0:v>
                </ns0:pt>
                <ns0:pt idx="914">
                  <ns0:v>0.5263504527900168</ns0:v>
                </ns0:pt>
                <ns0:pt idx="915">
                  <ns0:v>0.52626873867555057</ns0:v>
                </ns0:pt>
                <ns0:pt idx="916">
                  <ns0:v>0.52608032475161082</ns0:v>
                </ns0:pt>
                <ns0:pt idx="917">
                  <ns0:v>0.52581643189364613</ns0:v>
                </ns0:pt>
                <ns0:pt idx="918">
                  <ns0:v>0.525522566838592</ns0:v>
                </ns0:pt>
                <ns0:pt idx="919">
                  <ns0:v>0.52530814410687765</ns0:v>
                </ns0:pt>
                <ns0:pt idx="920">
                  <ns0:v>0.52534557476678534</ns0:v>
                </ns0:pt>
                <ns0:pt idx="921">
                  <ns0:v>0.52558538737341653</ns0:v>
                </ns0:pt>
                <ns0:pt idx="922">
                  <ns0:v>0.52603305476683038</ns0:v>
                </ns0:pt>
                <ns0:pt idx="923">
                  <ns0:v>0.52651891731887057</ns0:v>
                </ns0:pt>
                <ns0:pt idx="924">
                  <ns0:v>0.52696584360590171</ns0:v>
                </ns0:pt>
                <ns0:pt idx="925">
                  <ns0:v>0.52729190196691678</ns0:v>
                </ns0:pt>
                <ns0:pt idx="926">
                  <ns0:v>0.52745837713600552</ns0:v>
                </ns0:pt>
                <ns0:pt idx="927">
                  <ns0:v>0.52744493296574579</ns0:v>
                </ns0:pt>
                <ns0:pt idx="928">
                  <ns0:v>0.52729668852706069</ns0:v>
                </ns0:pt>
                <ns0:pt idx="929">
                  <ns0:v>0.52704456240614017</ns0:v>
                </ns0:pt>
                <ns0:pt idx="930">
                  <ns0:v>0.5267257692520787</ns0:v>
                </ns0:pt>
                <ns0:pt idx="931">
                  <ns0:v>0.52639789434084527</ns0:v>
                </ns0:pt>
                <ns0:pt idx="932">
                  <ns0:v>0.52616743139389999</ns0:v>
                </ns0:pt>
                <ns0:pt idx="933">
                  <ns0:v>0.52620976787379259</ns0:v>
                </ns0:pt>
                <ns0:pt idx="934">
                  <ns0:v>0.52644613504488535</ns0:v>
                </ns0:pt>
                <ns0:pt idx="935">
                  <ns0:v>0.52682257208074401</ns0:v>
                </ns0:pt>
                <ns0:pt idx="936">
                  <ns0:v>0.52721274848672672</ns0:v>
                </ns0:pt>
                <ns0:pt idx="937">
                  <ns0:v>0.52753526415437335</ns0:v>
                </ns0:pt>
                <ns0:pt idx="938">
                  <ns0:v>0.52772198334046783</ns0:v>
                </ns0:pt>
                <ns0:pt idx="939">
                  <ns0:v>0.52773496674374432</ns0:v>
                </ns0:pt>
                <ns0:pt idx="940">
                  <ns0:v>0.52758229712849836</ns0:v>
                </ns0:pt>
                <ns0:pt idx="941">
                  <ns0:v>0.52728946145960154</ns0:v>
                </ns0:pt>
                <ns0:pt idx="942">
                  <ns0:v>0.5268850645761548</ns0:v>
                </ns0:pt>
                <ns0:pt idx="943">
                  <ns0:v>0.52640677153583493</ns0:v>
                </ns0:pt>
                <ns0:pt idx="944">
                  <ns0:v>0.5259356813961853</ns0:v>
                </ns0:pt>
                <ns0:pt idx="945">
                  <ns0:v>0.52560288004661615</ns0:v>
                </ns0:pt>
                <ns0:pt idx="946">
                  <ns0:v>0.52554981280414748</ns0:v>
                </ns0:pt>
                <ns0:pt idx="947">
                  <ns0:v>0.52574513322061189</ns0:v>
                </ns0:pt>
                <ns0:pt idx="948">
                  <ns0:v>0.52604624625042251</ns0:v>
                </ns0:pt>
                <ns0:pt idx="949">
                  <ns0:v>0.52637200069985401</ns0:v>
                </ns0:pt>
                <ns0:pt idx="950">
                  <ns0:v>0.52663551099359074</ns0:v>
                </ns0:pt>
                <ns0:pt idx="951">
                  <ns0:v>0.52676752096682089</ns0:v>
                </ns0:pt>
                <ns0:pt idx="952">
                  <ns0:v>0.52673065111181028</ns0:v>
                </ns0:pt>
                <ns0:pt idx="953">
                  <ns0:v>0.5265471334518721</ns0:v>
                </ns0:pt>
                <ns0:pt idx="954">
                  <ns0:v>0.52623263592486325</ns0:v>
                </ns0:pt>
                <ns0:pt idx="955">
                  <ns0:v>0.52581368834573483</ns0:v>
                </ns0:pt>
                <ns0:pt idx="956">
                  <ns0:v>0.52533079150867623</ns0:v>
                </ns0:pt>
                <ns0:pt idx="957">
                  <ns0:v>0.52489009241182272</ns0:v>
                </ns0:pt>
                <ns0:pt idx="958">
                  <ns0:v>0.5246536638697582</ns0:v>
                </ns0:pt>
                <ns0:pt idx="959">
                  <ns0:v>0.52468249166505221</ns0:v>
                </ns0:pt>
                <ns0:pt idx="960">
                  <ns0:v>0.52498177688499226</ns0:v>
                </ns0:pt>
                <ns0:pt idx="961">
                  <ns0:v>0.52537804347980255</ns0:v>
                </ns0:pt>
                <ns0:pt idx="962">
                  <ns0:v>0.525787507840205</ns0:v>
                </ns0:pt>
                <ns0:pt idx="963">
                  <ns0:v>0.5261255446159947</ns0:v>
                </ns0:pt>
                <ns0:pt idx="964">
                  <ns0:v>0.52633574724934462</ns0:v>
                </ns0:pt>
                <ns0:pt idx="965">
                  <ns0:v>0.52638110617064737</ns0:v>
                </ns0:pt>
                <ns0:pt idx="966">
                  <ns0:v>0.526296953889826</ns0:v>
                </ns0:pt>
                <ns0:pt idx="967">
                  <ns0:v>0.52610649532990339</ns0:v>
                </ns0:pt>
                <ns0:pt idx="968">
                  <ns0:v>0.52584085186774532</ns0:v>
                </ns0:pt>
                <ns0:pt idx="969">
                  <ns0:v>0.52554543005583754</ns0:v>
                </ns0:pt>
                <ns0:pt idx="970">
                  <ns0:v>0.52532962603379174</ns0:v>
                </ns0:pt>
                <ns0:pt idx="971">
                  <ns0:v>0.52536605819925286</ns0:v>
                </ns0:pt>
                <ns0:pt idx="972">
                  <ns0:v>0.52560530091554558</ns0:v>
                </ns0:pt>
                <ns0:pt idx="973">
                  <ns0:v>0.52605279176234521</ns0:v>
                </ns0:pt>
                <ns0:pt idx="974">
                  <ns0:v>0.52653860271186426</ns0:v>
                </ns0:pt>
                <ns0:pt idx="975">
                  <ns0:v>0.526985395595721</ns0:v>
                </ns0:pt>
                <ns0:pt idx="976">
                  <ns0:v>0.52731104408681084</ns0:v>
                </ns0:pt>
                <ns0:pt idx="977">
                  <ns0:v>0.52747673894344149</ns0:v>
                </ns0:pt>
                <ns0:pt idx="978">
                  <ns0:v>0.52746215068018798</ns0:v>
                </ns0:pt>
                <ns0:pt idx="979">
                  <ns0:v>0.52731244810820721</ns0:v>
                </ns0:pt>
                <ns0:pt idx="980">
                  <ns0:v>0.52705863216688664</ns0:v>
                </ns0:pt>
                <ns0:pt idx="981">
                  <ns0:v>0.5267380202555042</ns0:v>
                </ns0:pt>
                <ns0:pt idx="982">
                  <ns0:v>0.52640835834814115</ns0:v>
                </ns0:pt>
                <ns0:pt idx="983">
                  <ns0:v>0.5261763940609534</ns0:v>
                </ns0:pt>
                <ns0:pt idx="984">
                  <ns0:v>0.52621767704907729</ns0:v>
                </ns0:pt>
                <ns0:pt idx="985">
                  <ns0:v>0.52645345849031899</ns0:v>
                </ns0:pt>
                <ns0:pt idx="986">
                  <ns0:v>0.52682977858089586</ns0:v>
                </ns0:pt>
                <ns0:pt idx="987">
                  <ns0:v>0.52722025301783193</ns0:v>
                </ns0:pt>
                <ns0:pt idx="988">
                  <ns0:v>0.52798376621484844</ns0:v>
                </ns0:pt>
                <ns0:pt idx="989">
                  <ns0:v>0.52938442074196723</ns0:v>
                </ns0:pt>
                <ns0:pt idx="990">
                  <ns0:v>0.53116637756257123</ns0:v>
                </ns0:pt>
                <ns0:pt idx="991">
                  <ns0:v>0.53299059524343506</ns0:v>
                </ns0:pt>
                <ns0:pt idx="992">
                  <ns0:v>0.5345262203014941</ns0:v>
                </ns0:pt>
                <ns0:pt idx="993">
                  <ns0:v>0.53544094105012352</ns0:v>
                </ns0:pt>
                <ns0:pt idx="994">
                  <ns0:v>0.5354241743517697</ns0:v>
                </ns0:pt>
                <ns0:pt idx="995">
                  <ns0:v>0.53427826356719077</ns0:v>
                </ns0:pt>
                <ns0:pt idx="996">
                  <ns0:v>0.53213172681342913</ns0:v>
                </ns0:pt>
                <ns0:pt idx="997">
                  <ns0:v>0.52967070640513136</ns0:v>
                </ns0:pt>
                <ns0:pt idx="998">
                  <ns0:v>0.52763328659062125</ns0:v>
                </ns0:pt>
                <ns0:pt idx="999">
                  <ns0:v>0.52672099950663376</ns0:v>
                </ns0:pt>
                <ns0:pt idx="1000">
                  <ns0:v>0.52597752725398916</ns0:v>
                </ns0:pt>
                <ns0:pt idx="1001">
                  <ns0:v>0.52511531241155385</ns0:v>
                </ns0:pt>
                <ns0:pt idx="1002">
                  <ns0:v>0.52344700868379601</ns0:v>
                </ns0:pt>
                <ns0:pt idx="1003">
                  <ns0:v>0.52159455851616054</ns0:v>
                </ns0:pt>
                <ns0:pt idx="1004">
                  <ns0:v>0.52012899586244588</ns0:v>
                </ns0:pt>
                <ns0:pt idx="1005">
                  <ns0:v>0.51944188800926328</ns0:v>
                </ns0:pt>
                <ns0:pt idx="1006">
                  <ns0:v>0.51975145485003238</ns0:v>
                </ns0:pt>
                <ns0:pt idx="1007">
                  <ns0:v>0.52113840109339205</ns0:v>
                </ns0:pt>
                <ns0:pt idx="1008">
                  <ns0:v>0.52356759240814887</ns0:v>
                </ns0:pt>
                <ns0:pt idx="1009">
                  <ns0:v>0.52679240439808972</ns0:v>
                </ns0:pt>
                <ns0:pt idx="1010">
                  <ns0:v>0.53034563332052143</ns0:v>
                </ns0:pt>
                <ns0:pt idx="1011">
                  <ns0:v>0.53356923241909526</ns0:v>
                </ns0:pt>
                <ns0:pt idx="1012">
                  <ns0:v>0.53607177110377702</ns0:v>
                </ns0:pt>
                <ns0:pt idx="1013">
                  <ns0:v>0.53852763699824513</ns0:v>
                </ns0:pt>
                <ns0:pt idx="1014">
                  <ns0:v>0.54091869944767046</ns0:v>
                </ns0:pt>
                <ns0:pt idx="1015">
                  <ns0:v>0.54315939309472716</ns0:v>
                </ns0:pt>
                <ns0:pt idx="1016">
                  <ns0:v>0.54522785931027262</ns0:v>
                </ns0:pt>
                <ns0:pt idx="1017">
                  <ns0:v>0.54721362169092691</ns0:v>
                </ns0:pt>
                <ns0:pt idx="1018">
                  <ns0:v>0.54923405329388075</ns0:v>
                </ns0:pt>
                <ns0:pt idx="1019">
                  <ns0:v>0.55138272388043008</ns0:v>
                </ns0:pt>
                <ns0:pt idx="1020">
                  <ns0:v>0.55374087662475913</ns0:v>
                </ns0:pt>
                <ns0:pt idx="1021">
                  <ns0:v>0.55647582377093285</ns0:v>
                </ns0:pt>
                <ns0:pt idx="1022">
                  <ns0:v>0.55989770679217354</ns0:v>
                </ns0:pt>
                <ns0:pt idx="1023">
                  <ns0:v>0.56414649721524168</ns0:v>
                </ns0:pt>
                <ns0:pt idx="1024">
                  <ns0:v>0.56898793620477606</ns0:v>
                </ns0:pt>
                <ns0:pt idx="1025">
                  <ns0:v>0.5740517065876598</ns0:v>
                </ns0:pt>
                <ns0:pt idx="1026">
                  <ns0:v>0.57896683028908535</ns0:v>
                </ns0:pt>
                <ns0:pt idx="1027">
                  <ns0:v>0.58349023006049028</ns0:v>
                </ns0:pt>
                <ns0:pt idx="1028">
                  <ns0:v>0.58748063334825995</ns0:v>
                </ns0:pt>
                <ns0:pt idx="1029">
                  <ns0:v>0.59090390932381542</ns0:v>
                </ns0:pt>
                <ns0:pt idx="1030">
                  <ns0:v>0.59385392356697853</ns0:v>
                </ns0:pt>
                <ns0:pt idx="1031">
                  <ns0:v>0.59651030572977981</ns0:v>
                </ns0:pt>
                <ns0:pt idx="1032">
                  <ns0:v>0.59903369509050808</ns0:v>
                </ns0:pt>
                <ns0:pt idx="1033">
                  <ns0:v>0.60158455117986098</ns0:v>
                </ns0:pt>
                <ns0:pt idx="1034">
                  <ns0:v>0.60440820128540051</ns0:v>
                </ns0:pt>
                <ns0:pt idx="1035">
                  <ns0:v>0.60787325383876312</ns0:v>
                </ns0:pt>
                <ns0:pt idx="1036">
                  <ns0:v>0.61239487337902998</ns0:v>
                </ns0:pt>
                <ns0:pt idx="1037">
                  <ns0:v>0.61795462002003843</ns0:v>
                </ns0:pt>
                <ns0:pt idx="1038">
                  <ns0:v>0.6240983522093474</ns0:v>
                </ns0:pt>
                <ns0:pt idx="1039">
                  <ns0:v>0.63031923207201079</ns0:v>
                </ns0:pt>
                <ns0:pt idx="1040">
                  <ns0:v>0.63610716083832652</ns0:v>
                </ns0:pt>
                <ns0:pt idx="1041">
                  <ns0:v>0.6411038310893159</ns0:v>
                </ns0:pt>
                <ns0:pt idx="1042">
                  <ns0:v>0.6451061446861891</ns0:v>
                </ns0:pt>
                <ns0:pt idx="1043">
                  <ns0:v>0.64810266362614544</ns0:v>
                </ns0:pt>
                <ns0:pt idx="1044">
                  <ns0:v>0.65025650118658651</ns0:v>
                </ns0:pt>
                <ns0:pt idx="1045">
                  <ns0:v>0.65180542060810098</ns0:v>
                </ns0:pt>
                <ns0:pt idx="1046">
                  <ns0:v>0.65301334931335053</ns0:v>
                </ns0:pt>
                <ns0:pt idx="1047">
                  <ns0:v>0.65421183536814065</ns0:v>
                </ns0:pt>
                <ns0:pt idx="1048">
                  <ns0:v>0.65590877517326318</ns0:v>
                </ns0:pt>
                <ns0:pt idx="1049">
                  <ns0:v>0.65877926152704991</ns0:v>
                </ns0:pt>
                <ns0:pt idx="1050">
                  <ns0:v>0.66316751965161957</ns0:v>
                </ns0:pt>
                <ns0:pt idx="1051">
                  <ns0:v>0.6689281413661583</ns0:v>
                </ns0:pt>
                <ns0:pt idx="1052">
                  <ns0:v>0.67541428259950298</ns0:v>
                </ns0:pt>
                <ns0:pt idx="1053">
                  <ns0:v>0.68191438609069066</ns0:v>
                </ns0:pt>
                <ns0:pt idx="1054">
                  <ns0:v>0.68776591379274388</ns0:v>
                </ns0:pt>
                <ns0:pt idx="1055">
                  <ns0:v>0.69252497801318824</ns0:v>
                </ns0:pt>
                <ns0:pt idx="1056">
                  <ns0:v>0.69598141624351628</ns0:v>
                </ns0:pt>
                <ns0:pt idx="1057">
                  <ns0:v>0.69819737091146228</ns0:v>
                </ns0:pt>
                <ns0:pt idx="1058">
                  <ns0:v>0.69940535543966065</ns0:v>
                </ns0:pt>
                <ns0:pt idx="1059">
                  <ns0:v>0.69990076877489471</ns0:v>
                </ns0:pt>
                <ns0:pt idx="1060">
                  <ns0:v>0.70002046663770112</ns0:v>
                </ns0:pt>
                <ns0:pt idx="1061">
                  <ns0:v>0.70021543377343931</ns0:v>
                </ns0:pt>
                <ns0:pt idx="1062">
                  <ns0:v>0.70108434579043422</ns0:v>
                </ns0:pt>
                <ns0:pt idx="1063">
                  <ns0:v>0.7033178788815081</ns0:v>
                </ns0:pt>
                <ns0:pt idx="1064">
                  <ns0:v>0.70719239101355114</ns0:v>
                </ns0:pt>
                <ns0:pt idx="1065">
                  <ns0:v>0.71249118781144216</ns0:v>
                </ns0:pt>
                <ns0:pt idx="1066">
                  <ns0:v>0.71854553703181012</ns0:v>
                </ns0:pt>
                <ns0:pt idx="1067">
                  <ns0:v>0.72457191125886922</ns0:v>
                </ns0:pt>
                <ns0:pt idx="1068">
                  <ns0:v>0.72988407534190414</ns0:v>
                </ns0:pt>
                <ns0:pt idx="1069">
                  <ns0:v>0.73402769795181999</ns0:v>
                </ns0:pt>
                <ns0:pt idx="1070">
                  <ns0:v>0.73681622181418349</ns0:v>
                </ns0:pt>
                <ns0:pt idx="1071">
                  <ns0:v>0.73830573174905156</ns0:v>
                </ns0:pt>
                <ns0:pt idx="1072">
                  <ns0:v>0.73872304014171841</ns0:v>
                </ns0:pt>
                <ns0:pt idx="1073">
                  <ns0:v>0.73837301245917297</ns0:v>
                </ns0:pt>
                <ns0:pt idx="1074">
                  <ns0:v>0.73761535299006753</ns0:v>
                </ns0:pt>
                <ns0:pt idx="1075">
                  <ns0:v>0.73691690662688447</ns0:v>
                </ns0:pt>
                <ns0:pt idx="1076">
                  <ns0:v>0.73693428657828042</ns0:v>
                </ns0:pt>
                <ns0:pt idx="1077">
                  <ns0:v>0.73836917671184954</ns0:v>
                </ns0:pt>
                <ns0:pt idx="1078">
                  <ns0:v>0.74151650183703632</ns0:v>
                </ns0:pt>
                <ns0:pt idx="1079">
                  <ns0:v>0.74617529893294787</ns0:v>
                </ns0:pt>
                <ns0:pt idx="1080">
                  <ns0:v>0.75165523385541477</ns0:v>
                </ns0:pt>
                <ns0:pt idx="1081">
                  <ns0:v>0.757159188208539</ns0:v>
                </ns0:pt>
                <ns0:pt idx="1082">
                  <ns0:v>0.76193960068216482</ns0:v>
                </ns0:pt>
                <ns0:pt idx="1083">
                  <ns0:v>0.76548162127365516</ns0:v>
                </ns0:pt>
                <ns0:pt idx="1084">
                  <ns0:v>0.76757858816250168</ns0:v>
                </ns0:pt>
                <ns0:pt idx="1085">
                  <ns0:v>0.76829294042802876</ns0:v>
                </ns0:pt>
                <ns0:pt idx="1086">
                  <ns0:v>0.76787044448530972</ns0:v>
                </ns0:pt>
                <ns0:pt idx="1087">
                  <ns0:v>0.76662888954348762</ns0:v>
                </ns0:pt>
                <ns0:pt idx="1088">
                  <ns0:v>0.76496751934302676</ns0:v>
                </ns0:pt>
                <ns0:pt idx="1089">
                  <ns0:v>0.76341981899442302</ns0:v>
                </ns0:pt>
                <ns0:pt idx="1090">
                  <ns0:v>0.76268502061034593</ns0:v>
                </ns0:pt>
                <ns0:pt idx="1091">
                  <ns0:v>0.76346203544959446</ns0:v>
                </ns0:pt>
                <ns0:pt idx="1092">
                  <ns0:v>0.76605098897614221</ns0:v>
                </ns0:pt>
                <ns0:pt idx="1093">
                  <ns0:v>0.77016919865968758</ns0:v>
                </ns0:pt>
                <ns0:pt idx="1094">
                  <ns0:v>0.77510919901756115</ns0:v>
                </ns0:pt>
                <ns0:pt idx="1095">
                  <ns0:v>0.78002346802733513</ns0:v>
                </ns0:pt>
                <ns0:pt idx="1096">
                  <ns0:v>0.78420755950429766</ns0:v>
                </ns0:pt>
                <ns0:pt idx="1097">
                  <ns0:v>0.78716981535062047</ns0:v>
                </ns0:pt>
                <ns0:pt idx="1098">
                  <ns0:v>0.78871066853225558</ns0:v>
                </ns0:pt>
                <ns0:pt idx="1099">
                  <ns0:v>0.78887890976772668</ns0:v>
                </ns0:pt>
                <ns0:pt idx="1100">
                  <ns0:v>0.7879107015258513</ns0:v>
                </ns0:pt>
                <ns0:pt idx="1101">
                  <ns0:v>0.78611888745435166</ns0:v>
                </ns0:pt>
                <ns0:pt idx="1102">
                  <ns0:v>0.78390526827064733</ns0:v>
                </ns0:pt>
                <ns0:pt idx="1103">
                  <ns0:v>0.78181084961838909</ns0:v>
                </ns0:pt>
                <ns0:pt idx="1104">
                  <ns0:v>0.78051384595382334</ns0:v>
                </ns0:pt>
                <ns0:pt idx="1105">
                  <ns0:v>0.78071451471819264</ns0:v>
                </ns0:pt>
                <ns0:pt idx="1106">
                  <ns0:v>0.78268185960421988</ns0:v>
                </ns0:pt>
                <ns0:pt idx="1107">
                  <ns0:v>0.78615072984256418</ns0:v>
                </ns0:pt>
                <ns0:pt idx="1108">
                  <ns0:v>0.79042505211218184</ns0:v>
                </ns0:pt>
                <ns0:pt idx="1109">
                  <ns0:v>0.79466508209215703</ns0:v>
                </ns0:pt>
                <ns0:pt idx="1110">
                  <ns0:v>0.79817471122092798</ns0:v>
                </ns0:pt>
                <ns0:pt idx="1111">
                  <ns0:v>0.80045487981434249</ns0:v>
                </ns0:pt>
                <ns0:pt idx="1112">
                  <ns0:v>0.80131628518573716</ns0:v>
                </ns0:pt>
                <ns0:pt idx="1113">
                  <ns0:v>0.80082374397323275</ns0:v>
                </ns0:pt>
                <ns0:pt idx="1114">
                  <ns0:v>0.79921789516920672</ns0:v>
                </ns0:pt>
                <ns0:pt idx="1115">
                  <ns0:v>0.7968091376252312</ns0:v>
                </ns0:pt>
                <ns0:pt idx="1116">
                  <ns0:v>0.79399855293954458</ns0:v>
                </ns0:pt>
                <ns0:pt idx="1117">
                  <ns0:v>0.79136252264480367</ns0:v>
                </ns0:pt>
                <ns0:pt idx="1118">
                  <ns0:v>0.78965086194604783</ns0:v>
                </ns0:pt>
                <ns0:pt idx="1119">
                  <ns0:v>0.78955455812076036</ns0:v>
                </ns0:pt>
                <ns0:pt idx="1120">
                  <ns0:v>0.79135612073030881</ns0:v>
                </ns0:pt>
                <ns0:pt idx="1121">
                  <ns0:v>0.79470871875351434</ns0:v>
                </ns0:pt>
                <ns0:pt idx="1122">
                  <ns0:v>0.79888924093826541</ns0:v>
                </ns0:pt>
                <ns0:pt idx="1123">
                  <ns0:v>0.80298960386603258</ns0:v>
                </ns0:pt>
                <ns0:pt idx="1124">
                  <ns0:v>0.80633107296120132</ns0:v>
                </ns0:pt>
                <ns0:pt idx="1125">
                  <ns0:v>0.80843772804943914</ns0:v>
                </ns0:pt>
                <ns0:pt idx="1126">
                  <ns0:v>0.80914124262238007</ns0:v>
                </ns0:pt>
                <ns0:pt idx="1127">
                  <ns0:v>0.80850569225423785</ns0:v>
                </ns0:pt>
                <ns0:pt idx="1128">
                  <ns0:v>0.80677283159608337</ns0:v>
                </ns0:pt>
                <ns0:pt idx="1129">
                  <ns0:v>0.80425777219469041</ns0:v>
                </ns0:pt>
                <ns0:pt idx="1130">
                  <ns0:v>0.80135545938197994</ns0:v>
                </ns0:pt>
                <ns0:pt idx="1131">
                  <ns0:v>0.79863782809454931</ns0:v>
                </ns0:pt>
                <ns0:pt idx="1132">
                  <ns0:v>0.79683896491412687</ns0:v>
                </ns0:pt>
                <ns0:pt idx="1133">
                  <ns0:v>0.79664329491988028</ns0:v>
                </ns0:pt>
                <ns0:pt idx="1134">
                  <ns0:v>0.79833557258336996</ns0:v>
                </ns0:pt>
                <ns0:pt idx="1135">
                  <ns0:v>0.80156830650101252</ns0:v>
                </ns0:pt>
                <ns0:pt idx="1136">
                  <ns0:v>0.80560984468889751</ns0:v>
                </ns0:pt>
                <ns0:pt idx="1137">
                  <ns0:v>0.80956865237306075</ns0:v>
                </ns0:pt>
                <ns0:pt idx="1138">
                  <ns0:v>0.81274496935102392</ns0:v>
                </ns0:pt>
                <ns0:pt idx="1139">
                  <ns0:v>0.8146449037128386</ns0:v>
                </ns0:pt>
                <ns0:pt idx="1140">
                  <ns0:v>0.81510170688537598</ns0:v>
                </ns0:pt>
                <ns0:pt idx="1141">
                  <ns0:v>0.81419136410873105</ns0:v>
                </ns0:pt>
                <ns0:pt idx="1142">
                  <ns0:v>0.81216536642913228</ns0:v>
                </ns0:pt>
                <ns0:pt idx="1143">
                  <ns0:v>0.80934784142367378</ns0:v>
                </ns0:pt>
                <ns0:pt idx="1144">
                  <ns0:v>0.80614541053703903</ns0:v>
                </ns0:pt>
                <ns0:pt idx="1145">
                  <ns0:v>0.80315236361120768</ns0:v>
                </ns0:pt>
                <ns0:pt idx="1146">
                  <ns0:v>0.80113513351434162</ns0:v>
                </ns0:pt>
                <ns0:pt idx="1147">
                  <ns0:v>0.80078007246437044</ns0:v>
                </ns0:pt>
                <ns0:pt idx="1148">
                  <ns0:v>0.80241087324951377</ns0:v>
                </ns0:pt>
                <ns0:pt idx="1149">
                  <ns0:v>0.80564512252599774</ns0:v>
                </ns0:pt>
                <ns0:pt idx="1150">
                  <ns0:v>0.80973156355105802</ns0:v>
                </ns0:pt>
                <ns0:pt idx="1151">
                  <ns0:v>0.81372820295330173</ns0:v>
                </ns0:pt>
                <ns0:pt idx="1152">
                  <ns0:v>0.81693054906061846</ns0:v>
                </ns0:pt>
                <ns0:pt idx="1153">
                  <ns0:v>0.81884968836653582</ns0:v>
                </ns0:pt>
                <ns0:pt idx="1154">
                  <ns0:v>0.81931821274856531</ns0:v>
                </ns0:pt>
                <ns0:pt idx="1155">
                  <ns0:v>0.81840726874269454</ns0:v>
                </ns0:pt>
                <ns0:pt idx="1156">
                  <ns0:v>0.81637079342092334</ns0:v>
                </ns0:pt>
                <ns0:pt idx="1157">
                  <ns0:v>0.81354250772018333</ns0:v>
                </ns0:pt>
                <ns0:pt idx="1158">
                  <ns0:v>0.81034022517047632</ns0:v>
                </ns0:pt>
                <ns0:pt idx="1159">
                  <ns0:v>0.8073509230240361</ns0:v>
                </ns0:pt>
                <ns0:pt idx="1160">
                  <ns0:v>0.8053156888930515</ns0:v>
                </ns0:pt>
                <ns0:pt idx="1161">
                  <ns0:v>0.80491311627147599</ns0:v>
                </ns0:pt>
                <ns0:pt idx="1162">
                  <ns0:v>0.80643767867010807</ns0:v>
                </ns0:pt>
                <ns0:pt idx="1163">
                  <ns0:v>0.80952304470877623</ns0:v>
                </ns0:pt>
                <ns0:pt idx="1164">
                  <ns0:v>0.81342574326828343</ns0:v>
                </ns0:pt>
                <ns0:pt idx="1165">
                  <ns0:v>0.81723673504986449</ns0:v>
                </ns0:pt>
                <ns0:pt idx="1166">
                  <ns0:v>0.82024951011529013</ns0:v>
                </ns0:pt>
                <ns0:pt idx="1167">
                  <ns0:v>0.82196698929672851</ns0:v>
                </ns0:pt>
                <ns0:pt idx="1168">
                  <ns0:v>0.82222409199070057</ns0:v>
                </ns0:pt>
                <ns0:pt idx="1169">
                  <ns0:v>0.82110210906554859</ns0:v>
                </ns0:pt>
                <ns0:pt idx="1170">
                  <ns0:v>0.8188575957397668</ns0:v>
                </ns0:pt>
                <ns0:pt idx="1171">
                  <ns0:v>0.8158221748522807</ns0:v>
                </ns0:pt>
                <ns0:pt idx="1172">
                  <ns0:v>0.8124113427305979</ns0:v>
                </ns0:pt>
                <ns0:pt idx="1173">
                  <ns0:v>0.80922428200770369</ns0:v>
                </ns0:pt>
                <ns0:pt idx="1174">
                  <ns0:v>0.80702528695529385</ns0:v>
                </ns0:pt>
                <ns0:pt idx="1175">
                  <ns0:v>0.80649807135800122</ns0:v>
                </ns0:pt>
                <ns0:pt idx="1176">
                  <ns0:v>0.80795940702281588</ns0:v>
                </ns0:pt>
                <ns0:pt idx="1177">
                  <ns0:v>0.81102373789141313</ns0:v>
                </ns0:pt>
                <ns0:pt idx="1178">
                  <ns0:v>0.81493690358614368</ns0:v>
                </ns0:pt>
                <ns0:pt idx="1179">
                  <ns0:v>0.81875120094845499</ns0:v>
                </ns0:pt>
                <ns0:pt idx="1180">
                  <ns0:v>0.82176146303604891</ns0:v>
                </ns0:pt>
                <ns0:pt idx="1181">
                  <ns0:v>0.82348173776472422</ns0:v>
                </ns0:pt>
                <ns0:pt idx="1182">
                  <ns0:v>0.82375007642252229</ns0:v>
                </ns0:pt>
                <ns0:pt idx="1183">
                  <ns0:v>0.82264194282772796</ns0:v>
                </ns0:pt>
                <ns0:pt idx="1184">
                  <ns0:v>0.82041261147393807</ns0:v>
                </ns0:pt>
                <ns0:pt idx="1185">
                  <ns0:v>0.81739575522654417</ns0:v>
                </ns0:pt>
                <ns0:pt idx="1186">
                  <ns0:v>0.81400891845205936</ns0:v>
                </ns0:pt>
                <ns0:pt idx="1187">
                  <ns0:v>0.8108451429280058</ns0:v>
                </ns0:pt>
                <ns0:pt idx="1188">
                  <ns0:v>0.80864806625097074</ns0:v>
                </ns0:pt>
                <ns0:pt idx="1189">
                  <ns0:v>0.80809538538416337</ns0:v>
                </ns0:pt>
                <ns0:pt idx="1190">
                  <ns0:v>0.80948578628449752</ns0:v>
                </ns0:pt>
                <ns0:pt idx="1191">
                  <ns0:v>0.81245495959233449</ns0:v>
                </ns0:pt>
                <ns0:pt idx="1192">
                  <ns0:v>0.81625882781023462</ns0:v>
                </ns0:pt>
                <ns0:pt idx="1193">
                  <ns0:v>0.81998866758194466</ns0:v>
                </ns0:pt>
                <ns0:pt idx="1194">
                  <ns0:v>0.82292948398845711</ns0:v>
                </ns0:pt>
                <ns0:pt idx="1195">
                  <ns0:v>0.82457850802797306</ns0:v>
                </ns0:pt>
                <ns0:pt idx="1196">
                  <ns0:v>0.82476512137716129</ns0:v>
                </ns0:pt>
                <ns0:pt idx="1197">
                  <ns0:v>0.823567197851095</ns0:v>
                </ns0:pt>
                <ns0:pt idx="1198">
                  <ns0:v>0.82124013958057029</ns0:v>
                </ns0:pt>
                <ns0:pt idx="1199">
                  <ns0:v>0.81811434265222294</ns0:v>
                </ns0:pt>
                <ns0:pt idx="1200">
                  <ns0:v>0.81460582982093299</ns0:v>
                </ns0:pt>
                <ns0:pt idx="1201">
                  <ns0:v>0.81132487217299709</ns0:v>
                </ns0:pt>
                <ns0:pt idx="1202">
                  <ns0:v>0.80904081484847401</ns0:v>
                </ns0:pt>
                <ns0:pt idx="1203">
                  <ns0:v>0.8084399167313534</ns0:v>
                </ns0:pt>
                <ns0:pt idx="1204">
                  <ns0:v>0.80984291788558804</ns0:v>
                </ns0:pt>
                <ns0:pt idx="1205">
                  <ns0:v>0.81286543481120777</ns0:v>
                </ns0:pt>
                <ns0:pt idx="1206">
                  <ns0:v>0.81675117262802444</ns0:v>
                </ns0:pt>
                <ns0:pt idx="1207">
                  <ns0:v>0.82054681082636838</ns0:v>
                </ns0:pt>
                <ns0:pt idx="1208">
                  <ns0:v>0.8235419251885433</ns0:v>
                </ns0:pt>
                <ns0:pt idx="1209">
                  <ns0:v>0.82524786994265864</ns0:v>
                </ns0:pt>
                <ns0:pt idx="1210">
                  <ns0:v>0.8255002568484141</ns0:v>
                </ns0:pt>
                <ns0:pt idx="1211">
                  <ns0:v>0.82437362548690574</ns0:v>
                </ns0:pt>
                <ns0:pt idx="1212">
                  <ns0:v>0.82212316544213171</ns0:v>
                </ns0:pt>
                <ns0:pt idx="1213">
                  <ns0:v>0.81908300863407435</ns0:v>
                </ns0:pt>
                <ns0:pt idx="1214">
                  <ns0:v>0.81567193156040207</ns0:v>
                </ns0:pt>
                <ns0:pt idx="1215">
                  <ns0:v>0.81248312331220729</ns0:v>
                </ns0:pt>
                <ns0:pt idx="1216">
                  <ns0:v>0.81025641145090521</ns0:v>
                </ns0:pt>
                <ns0:pt idx="1217">
                  <ns0:v>0.80966710788589535</ns0:v>
                </ns0:pt>
                <ns0:pt idx="1218">
                  <ns0:v>0.81101012316303056</ns0:v>
                </ns0:pt>
                <ns0:pt idx="1219">
                  <ns0:v>0.81392476837746297</ns0:v>
                </ns0:pt>
                <ns0:pt idx="1220">
                  <ns0:v>0.81767091931268698</ns0:v>
                </ns0:pt>
                <ns0:pt idx="1221">
                  <ns0:v>0.82134005259837761</ns0:v>
                </ns0:pt>
                <ns0:pt idx="1222">
                  <ns0:v>0.82422177467322599</ns0:v>
                </ns0:pt>
                <ns0:pt idx="1223">
                  <ns0:v>0.82581587020769998</ns0:v>
                </ns0:pt>
                <ns0:pt idx="1224">
                  <ns0:v>0.82595353721149933</ns0:v>
                </ns0:pt>
                <ns0:pt idx="1225">
                  <ns0:v>0.82471296931099203</ns0:v>
                </ns0:pt>
                <ns0:pt idx="1226">
                  <ns0:v>0.82234822460292378</ns0:v>
                </ns0:pt>
                <ns0:pt idx="1227">
                  <ns0:v>0.81918854097066141</ns0:v>
                </ns0:pt>
                <ns0:pt idx="1228">
                  <ns0:v>0.81564974540418944</ns0:v>
                </ns0:pt>
                <ns0:pt idx="1229">
                  <ns0:v>0.8123417725402744</ns0:v>
                </ns0:pt>
                <ns0:pt idx="1230">
                  <ns0:v>0.81003152618027974</ns0:v>
                </ns0:pt>
                <ns0:pt idx="1231">
                  <ns0:v>0.80940382508200248</ns0:v>
                </ns0:pt>
                <ns0:pt idx="1232">
                  <ns0:v>0.81077931610924292</ns0:v>
                </ns0:pt>
                <ns0:pt idx="1233">
                  <ns0:v>0.81377394380084933</ns0:v>
                </ns0:pt>
                <ns0:pt idx="1234">
                  <ns0:v>0.81763151871600459</ns0:v>
                </ns0:pt>
                <ns0:pt idx="1235">
                  <ns0:v>0.82139845745960116</ns0:v>
                </ns0:pt>
                <ns0:pt idx="1236">
                  <ns0:v>0.82436442065377069</ns0:v>
                </ns0:pt>
                <ns0:pt idx="1237">
                  <ns0:v>0.82604143038707833</ns0:v>
                </ns0:pt>
                <ns0:pt idx="1238">
                  <ns0:v>0.82626594013065302</ns0:v>
                </ns0:pt>
                <ns0:pt idx="1239">
                  <ns0:v>0.82511313610400039</ns0:v>
                </ns0:pt>
                <ns0:pt idx="1240">
                  <ns0:v>0.82283827093996975</ns0:v>
                </ns0:pt>
                <ns0:pt idx="1241">
                  <ns0:v>0.81977610868350648</ns0:v>
                </ns0:pt>
                <ns0:pt idx="1242">
                  <ns0:v>0.81634653552276337</ns0:v>
                </ns0:pt>
                <ns0:pt idx="1243">
                  <ns0:v>0.81314264887672183</ns0:v>
                </ns0:pt>
                <ns0:pt idx="1244">
                  <ns0:v>0.81090415605137034</ns0:v>
                </ns0:pt>
                <ns0:pt idx="1245">
                  <ns0:v>0.81030471694123629</ns0:v>
                </ns0:pt>
                <ns0:pt idx="1246">
                  <ns0:v>0.81164182973641819</ns0:v>
                </ns0:pt>
                <ns0:pt idx="1247">
                  <ns0:v>0.81455231692998809</ns0:v>
                </ns0:pt>
                <ns0:pt idx="1248">
                  <ns0:v>0.81829466583346744</ns0:v>
                </ns0:pt>
                <ns0:pt idx="1249">
                  <ns0:v>0.82197023844550998</ns0:v>
                </ns0:pt>
                <ns0:pt idx="1250">
                  <ns0:v>0.8248623335873847</ns0:v>
                </ns0:pt>
                <ns0:pt idx="1251">
                  <ns0:v>0.8264611175253147</ns0:v>
                </ns0:pt>
                <ns0:pt idx="1252">
                  <ns0:v>0.82659106897731338</ns0:v>
                </ns0:pt>
                <ns0:pt idx="1253">
                  <ns0:v>0.82533032497450931</ns0:v>
                </ns0:pt>
                <ns0:pt idx="1254">
                  <ns0:v>0.82293526891058821</ns0:v>
                </ns0:pt>
                <ns0:pt idx="1255">
                  <ns0:v>0.81973746885887233</ns0:v>
                </ns0:pt>
                <ns0:pt idx="1256">
                  <ns0:v>0.81615519980269147</ns0:v>
                </ns0:pt>
                <ns0:pt idx="1257">
                  <ns0:v>0.81280101277916783</ns0:v>
                </ns0:pt>
                <ns0:pt idx="1258">
                  <ns0:v>0.81044325419923746</ns0:v>
                </ns0:pt>
                <ns0:pt idx="1259">
                  <ns0:v>0.80976708866994362</ns0:v>
                </ns0:pt>
                <ns0:pt idx="1260">
                  <ns0:v>0.81109186171800995</ns0:v>
                </ns0:pt>
                <ns0:pt idx="1261">
                  <ns0:v>0.81403380456973851</ns0:v>
                </ns0:pt>
                <ns0:pt idx="1262">
                  <ns0:v>0.81783994807477667</ns0:v>
                </ns0:pt>
                <ns0:pt idx="1263">
                  <ns0:v>0.82155552560428291</ns0:v>
                </ns0:pt>
                <ns0:pt idx="1264">
                  <ns0:v>0.82447231691906409</ns0:v>
                </ns0:pt>
                <ns0:pt idx="1265">
                  <ns0:v>0.82610402451037279</ns0:v>
                </ns0:pt>
                <ns0:pt idx="1266">
                  <ns0:v>0.82628725902203881</ns0:v>
                </ns0:pt>
                <ns0:pt idx="1267">
                  <ns0:v>0.8250963257816103</ns0:v>
                </ns0:pt>
                <ns0:pt idx="1268">
                  <ns0:v>0.82278512084323052</ns0:v>
                </ns0:pt>
                <ns0:pt idx="1269">
                  <ns0:v>0.81968700998427191</ns0:v>
                </ns0:pt>
                <ns0:pt idx="1270">
                  <ns0:v>0.81622114061015627</ns0:v>
                </ns0:pt>
                <ns0:pt idx="1271">
                  <ns0:v>0.81297972063493429</ns0:v>
                </ns0:pt>
                <ns0:pt idx="1272">
                  <ns0:v>0.81070271810620198</ns0:v>
                </ns0:pt>
                <ns0:pt idx="1273">
                  <ns0:v>0.81006520762223611</ns0:v>
                </ns0:pt>
                <ns0:pt idx="1274">
                  <ns0:v>0.81135388543204656</ns0:v>
                </ns0:pt>
                <ns0:pt idx="1275">
                  <ns0:v>0.81420938555905498</ns0:v>
                </ns0:pt>
                <ns0:pt idx="1276">
                  <ns0:v>0.81789907761597858</ns0:v>
                </ns0:pt>
                <ns0:pt idx="1277">
                  <ns0:v>0.82152796287255159</ns0:v>
                </ns0:pt>
                <ns0:pt idx="1278">
                  <ns0:v>0.82438377020805942</ns0:v>
                </ns0:pt>
                <ns0:pt idx="1279">
                  <ns0:v>0.82595807128324072</ns0:v>
                </ns0:pt>
                <ns0:pt idx="1280">
                  <ns0:v>0.82607665520225748</ns0:v>
                </ns0:pt>
                <ns0:pt idx="1281">
                  <ns0:v>0.82481729252855984</ns0:v>
                </ns0:pt>
                <ns0:pt idx="1282">
                  <ns0:v>0.82243472569240494</ns0:v>
                </ns0:pt>
                <ns0:pt idx="1283">
                  <ns0:v>0.81925879298671833</ns0:v>
                </ns0:pt>
                <ns0:pt idx="1284">
                  <ns0:v>0.81570601321689862</ns0:v>
                </ns0:pt>
                <ns0:pt idx="1285">
                  <ns0:v>0.81238829986551797</ns0:v>
                </ns0:pt>
                <ns0:pt idx="1286">
                  <ns0:v>0.8100710835400271</ns0:v>
                </ns0:pt>
                <ns0:pt idx="1287">
                  <ns0:v>0.80943356164658364</ns0:v>
                </ns0:pt>
                <ns0:pt idx="1288">
                  <ns0:v>0.81079374725374709</ns0:v>
                </ns0:pt>
                <ns0:pt idx="1289">
                  <ns0:v>0.81376475219606281</ns0:v>
                </ns0:pt>
                <ns0:pt idx="1290">
                  <ns0:v>0.81759177949448025</ns0:v>
                </ns0:pt>
                <ns0:pt idx="1291">
                  <ns0:v>0.82132036928945862</ns0:v>
                </ns0:pt>
                <ns0:pt idx="1292">
                  <ns0:v>0.82424366036353247</ns0:v>
                </ns0:pt>
                <ns0:pt idx="1293">
                  <ns0:v>0.82587800591367522</ns0:v>
                </ns0:pt>
                <ns0:pt idx="1294">
                  <ns0:v>0.82606320441062553</ns0:v>
                </ns0:pt>
                <ns0:pt idx="1295">
                  <ns0:v>0.82487630884531304</ns0:v>
                </ns0:pt>
                <ns0:pt idx="1296">
                  <ns0:v>0.82257289913596732</ns0:v>
                </ns0:pt>
                <ns0:pt idx="1297">
                  <ns0:v>0.819486544144861</ns0:v>
                </ns0:pt>
                <ns0:pt idx="1298">
                  <ns0:v>0.81603479674889801</ns0:v>
                </ns0:pt>
                <ns0:pt idx="1299">
                  <ns0:v>0.8128088021134523</ns0:v>
                </ns0:pt>
                <ns0:pt idx="1300">
                  <ns0:v>0.81054950645890689</ns0:v>
                </ns0:pt>
                <ns0:pt idx="1301">
                  <ns0:v>0.80993216186787764</ns0:v>
                </ns0:pt>
                <ns0:pt idx="1302">
                  <ns0:v>0.81124684583163376</ns0:v>
                </ns0:pt>
                <ns0:pt idx="1303">
                  <ns0:v>0.81413098656726024</ns0:v>
                </ns0:pt>
                <ns0:pt idx="1304">
                  <ns0:v>0.81784868841048153</ns0:v>
                </ns0:pt>
                <ns0:pt idx="1305">
                  <ns0:v>0.82150280221910532</ns0:v>
                </ns0:pt>
                <ns0:pt idx="1306">
                  <ns0:v>0.82437751815457394</ns0:v>
                </ns0:pt>
                <ns0:pt idx="1307">
                  <ns0:v>0.82596231398983233</ns0:v>
                </ns0:pt>
                <ns0:pt idx="1308">
                  <ns0:v>0.82608181579480022</ns0:v>
                </ns0:pt>
                <ns0:pt idx="1309">
                  <ns0:v>0.8248142373622025</ns0:v>
                </ns0:pt>
                <ns0:pt idx="1310">
                  <ns0:v>0.82241620481263256</ns0:v>
                </ns0:pt>
                <ns0:pt idx="1311">
                  <ns0:v>0.81922028251157542</ns0:v>
                </ns0:pt>
                <ns0:pt idx="1312">
                  <ns0:v>0.81564607837520853</ns0:v>
                </ns0:pt>
                <ns0:pt idx="1313">
                  <ns0:v>0.81230848846097103</ns0:v>
                </ns0:pt>
                <ns0:pt idx="1314">
                  <ns0:v>0.80997504512405161</ns0:v>
                </ns0:pt>
                <ns0:pt idx="1315">
                  <ns0:v>0.80932673838867941</ns0:v>
                </ns0:pt>
                <ns0:pt idx="1316">
                  <ns0:v>0.81068216965305051</ns0:v>
                </ns0:pt>
                <ns0:pt idx="1317">
                  <ns0:v>0.81365490616668434</ns0:v>
                </ns0:pt>
                <ns0:pt idx="1318">
                  <ns0:v>0.81748945735199963</ns0:v>
                </ns0:pt>
                <ns0:pt idx="1319">
                  <ns0:v>0.82123062818823267</ns0:v>
                </ns0:pt>
                <ns0:pt idx="1320">
                  <ns0:v>0.82416964181516539</ns0:v>
                </ns0:pt>
                <ns0:pt idx="1321">
                  <ns0:v>0.82582062138362633</ns0:v>
                </ns0:pt>
                <ns0:pt idx="1322">
                  <ns0:v>0.82602116647948864</ns0:v>
                </ns0:pt>
                <ns0:pt idx="1323">
                  <ns0:v>0.82484701603477506</ns0:v>
                </ns0:pt>
                <ns0:pt idx="1324">
                  <ns0:v>0.82255338064450145</ns0:v>
                </ns0:pt>
                <ns0:pt idx="1325">
                  <ns0:v>0.819473906643582</ns0:v>
                </ns0:pt>
                <ns0:pt idx="1326">
                  <ns0:v>0.81602675098484057</ns0:v>
                </ns0:pt>
                <ns0:pt idx="1327">
                  <ns0:v>0.81280362112326765</ns0:v>
                </ns0:pt>
                <ns0:pt idx="1328">
                  <ns0:v>0.81054515457977905</ns0:v>
                </ns0:pt>
                <ns0:pt idx="1329">
                  <ns0:v>0.80992668558945613</ns0:v>
                </ns0:pt>
                <ns0:pt idx="1330">
                  <ns0:v>0.8112373363408597</ns0:v>
                </ns0:pt>
                <ns0:pt idx="1331">
                  <ns0:v>0.81411568794301747</ns0:v>
                </ns0:pt>
                <ns0:pt idx="1332">
                  <ns0:v>0.81782717530412596</ns0:v>
                </ns0:pt>
                <ns0:pt idx="1333">
                  <ns0:v>0.82147449796583882</ns0:v>
                </ns0:pt>
                <ns0:pt idx="1334">
                  <ns0:v>0.82434406216469991</ns0:v>
                </ns0:pt>
                <ns0:pt idx="1335">
                  <ns0:v>0.82592664228704138</ns0:v>
                </ns0:pt>
                <ns0:pt idx="1336">
                  <ns0:v>0.82604790751238766</ns0:v>
                </ns0:pt>
                <ns0:pt idx="1337">
                  <ns0:v>0.8247862153805593</ns0:v>
                </ns0:pt>
                <ns0:pt idx="1338">
                  <ns0:v>0.82239755916891721</ns0:v>
                </ns0:pt>
                <ns0:pt idx="1339">
                  <ns0:v>0.81921293424689079</ns0:v>
                </ns0:pt>
                <ns0:pt idx="1340">
                  <ns0:v>0.81564980298754064</ns0:v>
                </ns0:pt>
                <ns0:pt idx="1341">
                  <ns0:v>0.81232129401536701</ns0:v>
                </ns0:pt>
                <ns0:pt idx="1342">
                  <ns0:v>0.80999339791762803</ns0:v>
                </ns0:pt>
                <ns0:pt idx="1343">
                  <ns0:v>0.8093462020525739</ns0:v>
                </ns0:pt>
                <ns0:pt idx="1344">
                  <ns0:v>0.8106975525007204</ns0:v>
                </ns0:pt>
                <ns0:pt idx="1345">
                  <ns0:v>0.81366159635236845</ns0:v>
                </ns0:pt>
                <ns0:pt idx="1346">
                  <ns0:v>0.81748453737377536</ns0:v>
                </ns0:pt>
                <ns0:pt idx="1347">
                  <ns0:v>0.82121282805805407</ns0:v>
                </ns0:pt>
                <ns0:pt idx="1348">
                  <ns0:v>0.82413922516085902</ns0:v>
                </ns0:pt>
                <ns0:pt idx="1349">
                  <ns0:v>0.82577876971970343</ns0:v>
                </ns0:pt>
                <ns0:pt idx="1350">
                  <ns0:v>0.82596964006535767</ns0:v>
                </ns0:pt>
                <ns0:pt idx="1351">
                  <ns0:v>0.82478751216945967</ns0:v>
                </ns0:pt>
                <ns0:pt idx="1352">
                  <ns0:v>0.82248712076350072</ns0:v>
                </ns0:pt>
                <ns0:pt idx="1353">
                  <ns0:v>0.81940198069668357</ns0:v>
                </ns0:pt>
                <ns0:pt idx="1354">
                  <ns0:v>0.81595048866150188</ns0:v>
                </ns0:pt>
                <ns0:pt idx="1355">
                  <ns0:v>0.81272428477139524</ns0:v>
                </ns0:pt>
                <ns0:pt idx="1356">
                  <ns0:v>0.81046473783419415</ns0:v>
                </ns0:pt>
                <ns0:pt idx="1357">
                  <ns0:v>0.80984746742081581</ns0:v>
                </ns0:pt>
                <ns0:pt idx="1358">
                  <ns0:v>0.81116314234739251</ns0:v>
                </ns0:pt>
                <ns0:pt idx="1359">
                  <ns0:v>0.81404932317869882</ns0:v>
                </ns0:pt>
                <ns0:pt idx="1360">
                  <ns0:v>0.81777001254443416</ns0:v>
                </ns0:pt>
                <ns0:pt idx="1361">
                  <ns0:v>0.82142796202015389</ns0:v>
                </ns0:pt>
                <ns0:pt idx="1362">
                  <ns0:v>0.82430757249103492</ns0:v>
                </ns0:pt>
                <ns0:pt idx="1363">
                  <ns0:v>0.82589857830981583</ns0:v>
                </ns0:pt>
                <ns0:pt idx="1364">
                  <ns0:v>0.8260259040859006</ns0:v>
                </ns0:pt>
                <ns0:pt idx="1365">
                  <ns0:v>0.82476790958223345</ns0:v>
                </ns0:pt>
                <ns0:pt idx="1366">
                  <ns0:v>0.8223811478691424</ns0:v>
                </ns0:pt>
                <ns0:pt idx="1367">
                  <ns0:v>0.81919741514956224</ns0:v>
                </ns0:pt>
                <ns0:pt idx="1368">
                  <ns0:v>0.81563493355489247</ns0:v>
                </ns0:pt>
                <ns0:pt idx="1369">
                  <ns0:v>0.81230755998293103</ns0:v>
                </ns0:pt>
                <ns0:pt idx="1370">
                  <ns0:v>0.80998184470703039</ns0:v>
                </ns0:pt>
                <ns0:pt idx="1371">
                  <ns0:v>0.80933789157541414</ns0:v>
                </ns0:pt>
                <ns0:pt idx="1372">
                  <ns0:v>0.81069352168020004</ns0:v>
                </ns0:pt>
                <ns0:pt idx="1373">
                  <ns0:v>0.81366265505651147</ns0:v>
                </ns0:pt>
                <ns0:pt idx="1374">
                  <ns0:v>0.81749119444500207</ns0:v>
                </ns0:pt>
                <ns0:pt idx="1375">
                  <ns0:v>0.82122515261246587</ns0:v>
                </ns0:pt>
                <ns0:pt idx="1376">
                  <ns0:v>0.82415693356294395</ns0:v>
                </ns0:pt>
                <ns0:pt idx="1377">
                  <ns0:v>0.8258013800974473</ns0:v>
                </ns0:pt>
                <ns0:pt idx="1378">
                  <ns0:v>0.82599654882294016</ns0:v>
                </ns0:pt>
                <ns0:pt idx="1379">
                  <ns0:v>0.82481810946155765</ns0:v>
                </ns0:pt>
                <ns0:pt idx="1380">
                  <ns0:v>0.82252087574126787</ns0:v>
                </ns0:pt>
                <ns0:pt idx="1381">
                  <ns0:v>0.81943812466462584</ns0:v>
                </ns0:pt>
                <ns0:pt idx="1382">
                  <ns0:v>0.81598781598791736</ns0:v>
                </ns0:pt>
                <ns0:pt idx="1383">
                  <ns0:v>0.81276142935274831</ns0:v>
                </ns0:pt>
                <ns0:pt idx="1384">
                  <ns0:v>0.81049995095816141</ns0:v>
                </ns0:pt>
                <ns0:pt idx="1385">
                  <ns0:v>0.80987946359647933</ns0:v>
                </ns0:pt>
                <ns0:pt idx="1386">
                  <ns0:v>0.81118955570297868</ns0:v>
                </ns0:pt>
                <ns0:pt idx="1387">
                  <ns0:v>0.81406914954753862</ns0:v>
                </ns0:pt>
                <ns0:pt idx="1388">
                  <ns0:v>0.81512738455539413</ns0:v>
                </ns0:pt>
                <ns0:pt idx="1389">
                  <ns0:v>0.81738337611106748</ns0:v>
                </ns0:pt>
                <ns0:pt idx="1390">
                  <ns0:v>0.82047247478120122</ns0:v>
                </ns0:pt>
                <ns0:pt idx="1391">
                  <ns0:v>0.82387719116012192</ns0:v>
                </ns0:pt>
                <ns0:pt idx="1392">
                  <ns0:v>0.82706560217398406</ns0:v>
                </ns0:pt>
                <ns0:pt idx="1393">
                  <ns0:v>0.82949480651500296</ns0:v>
                </ns0:pt>
                <ns0:pt idx="1394">
                  <ns0:v>0.83065134738733559</ns0:v>
                </ns0:pt>
                <ns0:pt idx="1395">
                  <ns0:v>0.83011681629135559</ns0:v>
                </ns0:pt>
                <ns0:pt idx="1396">
                  <ns0:v>0.82762378006321335</ns0:v>
                </ns0:pt>
                <ns0:pt idx="1397">
                  <ns0:v>0.82333974988494407</ns0:v>
                </ns0:pt>
                <ns0:pt idx="1398">
                  <ns0:v>0.81801429710598295</ns0:v>
                </ns0:pt>
                <ns0:pt idx="1399">
                  <ns0:v>0.81277573915454304</ns0:v>
                </ns0:pt>
              </ns0:numCache>
            </ns0:numRef>
          </ns0:yVal>
          <ns0:smooth val="0"/>
        </ns0:ser>
        <ns0:axId val="41"/>
        <ns0:axId val="42"/>
      </ns0:scatterChart>
      <ns0:valAx>
        <ns0:axId val="4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2"/>
        <ns0:crossesAt val="-0.2"/>
        <ns0:crossBetween val="midCat"/>
        <ns0:majorUnit val="5.0"/>
      </ns0:valAx>
      <ns0:valAx>
        <ns0:axId val="42"/>
        <ns0:scaling>
          <ns0:orientation val="minMax"/>
          <ns0:max val="1.0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19"/>
          <ns0:y val="0.01"/>
          <ns0:w val="0.39"/>
          <ns0:h val="0.26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/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5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4"/>
          <ns0:y val="0.1"/>
          <ns0:w val="0.5"/>
          <ns0:h val="0.5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0.020832876610425734</ns0:v>
                </ns0:pt>
                <ns0:pt idx="201">
                  <ns0:v>0.020565153637163491</ns0:v>
                </ns0:pt>
                <ns0:pt idx="202">
                  <ns0:v>0.020053643091059462</ns0:v>
                </ns0:pt>
                <ns0:pt idx="203">
                  <ns0:v>0.019144434860255417</ns0:v>
                </ns0:pt>
                <ns0:pt idx="204">
                  <ns0:v>0.018493073143710091</ns0:v>
                </ns0:pt>
                <ns0:pt idx="205">
                  <ns0:v>0.018685896306513655</ns0:v>
                </ns0:pt>
                <ns0:pt idx="206">
                  <ns0:v>0.019554493299580766</ns0:v>
                </ns0:pt>
                <ns0:pt idx="207">
                  <ns0:v>0.02098821417603098</ns0:v>
                </ns0:pt>
                <ns0:pt idx="208">
                  <ns0:v>0.022741085019886847</ns0:v>
                </ns0:pt>
                <ns0:pt idx="209">
                  <ns0:v>0.024347478730875026</ns0:v>
                </ns0:pt>
                <ns0:pt idx="210">
                  <ns0:v>0.025843303021094242</ns0:v>
                </ns0:pt>
                <ns0:pt idx="211">
                  <ns0:v>0.027238049525651533</ns0:v>
                </ns0:pt>
                <ns0:pt idx="212">
                  <ns0:v>0.028579486479430972</ns0:v>
                </ns0:pt>
                <ns0:pt idx="213">
                  <ns0:v>0.030865175016016232</ns0:v>
                </ns0:pt>
                <ns0:pt idx="214">
                  <ns0:v>0.032811641581771814</ns0:v>
                </ns0:pt>
                <ns0:pt idx="215">
                  <ns0:v>0.034283835125625106</ns0:v>
                </ns0:pt>
                <ns0:pt idx="216">
                  <ns0:v>0.03498148158514857</ns0:v>
                </ns0:pt>
                <ns0:pt idx="217">
                  <ns0:v>0.034851828372982153</ns0:v>
                </ns0:pt>
                <ns0:pt idx="218">
                  <ns0:v>0.034536491330756432</ns0:v>
                </ns0:pt>
                <ns0:pt idx="219">
                  <ns0:v>0.034527389488460354</ns0:v>
                </ns0:pt>
                <ns0:pt idx="220">
                  <ns0:v>0.034465278618747153</ns0:v>
                </ns0:pt>
                <ns0:pt idx="221">
                  <ns0:v>0.034221463023410406</ns0:v>
                </ns0:pt>
                <ns0:pt idx="222">
                  <ns0:v>0.033823618289999406</ns0:v>
                </ns0:pt>
                <ns0:pt idx="223">
                  <ns0:v>0.03340840072213886</ns0:v>
                </ns0:pt>
                <ns0:pt idx="224">
                  <ns0:v>0.033958435577136778</ns0:v>
                </ns0:pt>
                <ns0:pt idx="225">
                  <ns0:v>0.035917028351515438</ns0:v>
                </ns0:pt>
                <ns0:pt idx="226">
                  <ns0:v>0.038716254908549491</ns0:v>
                </ns0:pt>
                <ns0:pt idx="227">
                  <ns0:v>0.041877936720632093</ns0:v>
                </ns0:pt>
                <ns0:pt idx="228">
                  <ns0:v>0.0452159536438764</ns0:v>
                </ns0:pt>
                <ns0:pt idx="229">
                  <ns0:v>0.048090835343487084</ns0:v>
                </ns0:pt>
                <ns0:pt idx="230">
                  <ns0:v>0.049759045434190845</ns0:v>
                </ns0:pt>
                <ns0:pt idx="231">
                  <ns0:v>0.050134933650057605</ns0:v>
                </ns0:pt>
                <ns0:pt idx="232">
                  <ns0:v>0.049681904627000784</ns0:v>
                </ns0:pt>
                <ns0:pt idx="233">
                  <ns0:v>0.048783368219686603</ns0:v>
                </ns0:pt>
                <ns0:pt idx="234">
                  <ns0:v>0.0478962451247524</ns0:v>
                </ns0:pt>
                <ns0:pt idx="235">
                  <ns0:v>0.047451407469808402</ns0:v>
                </ns0:pt>
                <ns0:pt idx="236">
                  <ns0:v>0.047341884821140663</ns0:v>
                </ns0:pt>
                <ns0:pt idx="237">
                  <ns0:v>0.047082535686420762</ns0:v>
                </ns0:pt>
                <ns0:pt idx="238">
                  <ns0:v>0.046966305958330581</ns0:v>
                </ns0:pt>
                <ns0:pt idx="239">
                  <ns0:v>0.0472212393329563</ns0:v>
                </ns0:pt>
                <ns0:pt idx="240">
                  <ns0:v>0.047682945765249417</ns0:v>
                </ns0:pt>
                <ns0:pt idx="241">
                  <ns0:v>0.048824521779193601</ns0:v>
                </ns0:pt>
                <ns0:pt idx="242">
                  <ns0:v>0.051144725003901215</ns0:v>
                </ns0:pt>
                <ns0:pt idx="243">
                  <ns0:v>0.053862197203698614</ns0:v>
                </ns0:pt>
                <ns0:pt idx="244">
                  <ns0:v>0.056255465954393652</ns0:v>
                </ns0:pt>
                <ns0:pt idx="245">
                  <ns0:v>0.058310152873546219</ns0:v>
                </ns0:pt>
                <ns0:pt idx="246">
                  <ns0:v>0.060372207249976127</ns0:v>
                </ns0:pt>
                <ns0:pt idx="247">
                  <ns0:v>0.062281280551202266</ns0:v>
                </ns0:pt>
                <ns0:pt idx="248">
                  <ns0:v>0.063972741939794492</ns0:v>
                </ns0:pt>
                <ns0:pt idx="249">
                  <ns0:v>0.06495667888499454</ns0:v>
                </ns0:pt>
                <ns0:pt idx="250">
                  <ns0:v>0.064651662629282083</ns0:v>
                </ns0:pt>
                <ns0:pt idx="251">
                  <ns0:v>0.063016188111661334</ns0:v>
                </ns0:pt>
                <ns0:pt idx="252">
                  <ns0:v>0.060818846795840639</ns0:v>
                </ns0:pt>
                <ns0:pt idx="253">
                  <ns0:v>0.05859193679991595</ns0:v>
                </ns0:pt>
                <ns0:pt idx="254">
                  <ns0:v>0.056704209379300693</ns0:v>
                </ns0:pt>
                <ns0:pt idx="255">
                  <ns0:v>0.056038271843840616</ns0:v>
                </ns0:pt>
                <ns0:pt idx="256">
                  <ns0:v>0.056612702081804377</ns0:v>
                </ns0:pt>
                <ns0:pt idx="257">
                  <ns0:v>0.057426631137133394</ns0:v>
                </ns0:pt>
                <ns0:pt idx="258">
                  <ns0:v>0.058322248978310877</ns0:v>
                </ns0:pt>
                <ns0:pt idx="259">
                  <ns0:v>0.05937312063545204</ns0:v>
                </ns0:pt>
                <ns0:pt idx="260">
                  <ns0:v>0.060071741828247066</ns0:v>
                </ns0:pt>
                <ns0:pt idx="261">
                  <ns0:v>0.06042972331000792</ns0:v>
                </ns0:pt>
                <ns0:pt idx="262">
                  <ns0:v>0.060989276869333017</ns0:v>
                </ns0:pt>
                <ns0:pt idx="263">
                  <ns0:v>0.061692677367070334</ns0:v>
                </ns0:pt>
                <ns0:pt idx="264">
                  <ns0:v>0.062597093154445324</ns0:v>
                </ns0:pt>
                <ns0:pt idx="265">
                  <ns0:v>0.064037295709798145</ns0:v>
                </ns0:pt>
                <ns0:pt idx="266">
                  <ns0:v>0.065636638821104903</ns0:v>
                </ns0:pt>
                <ns0:pt idx="267">
                  <ns0:v>0.066747100593423883</ns0:v>
                </ns0:pt>
                <ns0:pt idx="268">
                  <ns0:v>0.067359368064504141</ns0:v>
                </ns0:pt>
                <ns0:pt idx="269">
                  <ns0:v>0.067554427091919375</ns0:v>
                </ns0:pt>
                <ns0:pt idx="270">
                  <ns0:v>0.067136496709268162</ns0:v>
                </ns0:pt>
                <ns0:pt idx="271">
                  <ns0:v>0.065813468544263856</ns0:v>
                </ns0:pt>
                <ns0:pt idx="272">
                  <ns0:v>0.064143620523035294</ns0:v>
                </ns0:pt>
                <ns0:pt idx="273">
                  <ns0:v>0.062501564317443151</ns0:v>
                </ns0:pt>
                <ns0:pt idx="274">
                  <ns0:v>0.061076009835588758</ns0:v>
                </ns0:pt>
                <ns0:pt idx="275">
                  <ns0:v>0.060619304131806787</ns0:v>
                </ns0:pt>
                <ns0:pt idx="276">
                  <ns0:v>0.061402040885307221</ns0:v>
                </ns0:pt>
                <ns0:pt idx="277">
                  <ns0:v>0.062832917964206259</ns0:v>
                </ns0:pt>
                <ns0:pt idx="278">
                  <ns0:v>0.064653329223150063</ns0:v>
                </ns0:pt>
                <ns0:pt idx="279">
                  <ns0:v>0.066670936606458592</ns0:v>
                </ns0:pt>
                <ns0:pt idx="280">
                  <ns0:v>0.068000804081695607</ns0:v>
                </ns0:pt>
                <ns0:pt idx="281">
                  <ns0:v>0.068820813682635706</ns0:v>
                </ns0:pt>
                <ns0:pt idx="282">
                  <ns0:v>0.069908831059083007</ns0:v>
                </ns0:pt>
                <ns0:pt idx="283">
                  <ns0:v>0.071004656145787617</ns0:v>
                </ns0:pt>
                <ns0:pt idx="284">
                  <ns0:v>0.07183570857319406</ns0:v>
                </ns0:pt>
                <ns0:pt idx="285">
                  <ns0:v>0.072555813325840629</ns0:v>
                </ns0:pt>
                <ns0:pt idx="286">
                  <ns0:v>0.073385875008477777</ns0:v>
                </ns0:pt>
                <ns0:pt idx="287">
                  <ns0:v>0.074076374421821162</ns0:v>
                </ns0:pt>
                <ns0:pt idx="288">
                  <ns0:v>0.074512401661050345</ns0:v>
                </ns0:pt>
                <ns0:pt idx="289">
                  <ns0:v>0.074261497037660093</ns0:v>
                </ns0:pt>
                <ns0:pt idx="290">
                  <ns0:v>0.072854607056342141</ns0:v>
                </ns0:pt>
                <ns0:pt idx="291">
                  <ns0:v>0.070564556716726012</ns0:v>
                </ns0:pt>
                <ns0:pt idx="292">
                  <ns0:v>0.068206895311030968</ns0:v>
                </ns0:pt>
                <ns0:pt idx="293">
                  <ns0:v>0.06626145080601023</ns0:v>
                </ns0:pt>
                <ns0:pt idx="294">
                  <ns0:v>0.065043963813745109</ns0:v>
                </ns0:pt>
                <ns0:pt idx="295">
                  <ns0:v>0.064992624085819614</ns0:v>
                </ns0:pt>
                <ns0:pt idx="296">
                  <ns0:v>0.066442115222231257</ns0:v>
                </ns0:pt>
                <ns0:pt idx="297">
                  <ns0:v>0.068638985443481224</ns0:v>
                </ns0:pt>
                <ns0:pt idx="298">
                  <ns0:v>0.071189881736113042</ns0:v>
                </ns0:pt>
                <ns0:pt idx="299">
                  <ns0:v>0.07399002337272613</ns0:v>
                </ns0:pt>
                <ns0:pt idx="300">
                  <ns0:v>0.076179527006194625</ns0:v>
                </ns0:pt>
                <ns0:pt idx="301">
                  <ns0:v>0.0778135430229554</ns0:v>
                </ns0:pt>
                <ns0:pt idx="302">
                  <ns0:v>0.079394444666308656</ns0:v>
                </ns0:pt>
                <ns0:pt idx="303">
                  <ns0:v>0.080747886949171635</ns0:v>
                </ns0:pt>
                <ns0:pt idx="304">
                  <ns0:v>0.081802837044397947</ns0:v>
                </ns0:pt>
                <ns0:pt idx="305">
                  <ns0:v>0.083036203885171342</ns0:v>
                </ns0:pt>
                <ns0:pt idx="306">
                  <ns0:v>0.08430121090901499</ns0:v>
                </ns0:pt>
                <ns0:pt idx="307">
                  <ns0:v>0.084985149511443744</ns0:v>
                </ns0:pt>
                <ns0:pt idx="308">
                  <ns0:v>0.085253443684833105</ns0:v>
                </ns0:pt>
                <ns0:pt idx="309">
                  <ns0:v>0.085336604862091006</ns0:v>
                </ns0:pt>
                <ns0:pt idx="310">
                  <ns0:v>0.085158823802935102</ns0:v>
                </ns0:pt>
                <ns0:pt idx="311">
                  <ns0:v>0.084706246513704786</ns0:v>
                </ns0:pt>
                <ns0:pt idx="312">
                  <ns0:v>0.084520206058382896</ns0:v>
                </ns0:pt>
                <ns0:pt idx="313">
                  <ns0:v>0.084544111347909331</ns0:v>
                </ns0:pt>
                <ns0:pt idx="314">
                  <ns0:v>0.084919566772236457</ns0:v>
                </ns0:pt>
                <ns0:pt idx="315">
                  <ns0:v>0.086211815358160138</ns0:v>
                </ns0:pt>
                <ns0:pt idx="316">
                  <ns0:v>0.088628696682692534</ns0:v>
                </ns0:pt>
                <ns0:pt idx="317">
                  <ns0:v>0.091432933351638324</ns0:v>
                </ns0:pt>
                <ns0:pt idx="318">
                  <ns0:v>0.094332697513549793</ns0:v>
                </ns0:pt>
                <ns0:pt idx="319">
                  <ns0:v>0.097191063910933337</ns0:v>
                </ns0:pt>
                <ns0:pt idx="320">
                  <ns0:v>0.099483718062497617</ns0:v>
                </ns0:pt>
                <ns0:pt idx="321">
                  <ns0:v>0.10101272923954635</ns0:v>
                </ns0:pt>
                <ns0:pt idx="322">
                  <ns0:v>0.1024085587721576</ns0:v>
                </ns0:pt>
                <ns0:pt idx="323">
                  <ns0:v>0.10352912707365861</ns0:v>
                </ns0:pt>
                <ns0:pt idx="324">
                  <ns0:v>0.10398907550156611</ns0:v>
                </ns0:pt>
                <ns0:pt idx="325">
                  <ns0:v>0.10414864749291511</ns0:v>
                </ns0:pt>
                <ns0:pt idx="326">
                  <ns0:v>0.10416107455107042</ns0:v>
                </ns0:pt>
                <ns0:pt idx="327">
                  <ns0:v>0.10392514211488235</ns0:v>
                </ns0:pt>
                <ns0:pt idx="328">
                  <ns0:v>0.10368495884172409</ns0:v>
                </ns0:pt>
                <ns0:pt idx="329">
                  <ns0:v>0.10337887121329882</ns0:v>
                </ns0:pt>
                <ns0:pt idx="330">
                  <ns0:v>0.10241342519032301</ns0:v>
                </ns0:pt>
                <ns0:pt idx="331">
                  <ns0:v>0.10092791078454737</ns0:v>
                </ns0:pt>
                <ns0:pt idx="332">
                  <ns0:v>0.099764985909921097</ns0:v>
                </ns0:pt>
                <ns0:pt idx="333">
                  <ns0:v>0.099208313468656856</ns0:v>
                </ns0:pt>
                <ns0:pt idx="334">
                  <ns0:v>0.099237790996545616</ns0:v>
                </ns0:pt>
                <ns0:pt idx="335">
                  <ns0:v>0.099970166133112701</ns0:v>
                </ns0:pt>
                <ns0:pt idx="336">
                  <ns0:v>0.10134414449352269</ns0:v>
                </ns0:pt>
                <ns0:pt idx="337">
                  <ns0:v>0.1026719680573414</ns0:v>
                </ns0:pt>
                <ns0:pt idx="338">
                  <ns0:v>0.10414255155521839</ns0:v>
                </ns0:pt>
                <ns0:pt idx="339">
                  <ns0:v>0.10592267315667678</ns0:v>
                </ns0:pt>
                <ns0:pt idx="340">
                  <ns0:v>0.10743160771717251</ns0:v>
                </ns0:pt>
                <ns0:pt idx="341">
                  <ns0:v>0.10820044717068104</ns0:v>
                </ns0:pt>
                <ns0:pt idx="342">
                  <ns0:v>0.10861533817691967</ns0:v>
                </ns0:pt>
                <ns0:pt idx="343">
                  <ns0:v>0.10891395930661459</ns0:v>
                </ns0:pt>
                <ns0:pt idx="344">
                  <ns0:v>0.10922778288016223</ns0:v>
                </ns0:pt>
                <ns0:pt idx="345">
                  <ns0:v>0.10979693811544669</ns0:v>
                </ns0:pt>
                <ns0:pt idx="346">
                  <ns0:v>0.11048663218688697</ns0:v>
                </ns0:pt>
                <ns0:pt idx="347">
                  <ns0:v>0.11085146045640068</ns0:v>
                </ns0:pt>
                <ns0:pt idx="348">
                  <ns0:v>0.11087199650633651</ns0:v>
                </ns0:pt>
                <ns0:pt idx="349">
                  <ns0:v>0.11073887882672655</ns0:v>
                </ns0:pt>
                <ns0:pt idx="350">
                  <ns0:v>0.11027696519306687</ns0:v>
                </ns0:pt>
                <ns0:pt idx="351">
                  <ns0:v>0.10911255383377538</ns0:v>
                </ns0:pt>
                <ns0:pt idx="352">
                  <ns0:v>0.10760037240423793</ns0:v>
                </ns0:pt>
                <ns0:pt idx="353">
                  <ns0:v>0.10588429193043503</ns0:v>
                </ns0:pt>
                <ns0:pt idx="354">
                  <ns0:v>0.10436399755644851</ns0:v>
                </ns0:pt>
                <ns0:pt idx="355">
                  <ns0:v>0.1038305741076902</ns0:v>
                </ns0:pt>
                <ns0:pt idx="356">
                  <ns0:v>0.10451940902566292</ns0:v>
                </ns0:pt>
                <ns0:pt idx="357">
                  <ns0:v>0.10579548373127802</ns0:v>
                </ns0:pt>
                <ns0:pt idx="358">
                  <ns0:v>0.10716014270159833</ns0:v>
                </ns0:pt>
                <ns0:pt idx="359">
                  <ns0:v>0.10831930878225281</ns0:v>
                </ns0:pt>
                <ns0:pt idx="360">
                  <ns0:v>0.10888061956358173</ns0:v>
                </ns0:pt>
                <ns0:pt idx="361">
                  <ns0:v>0.10864025306617724</ns0:v>
                </ns0:pt>
                <ns0:pt idx="362">
                  <ns0:v>0.10817472303260622</ns0:v>
                </ns0:pt>
                <ns0:pt idx="363">
                  <ns0:v>0.1075420693150924</ns0:v>
                </ns0:pt>
                <ns0:pt idx="364">
                  <ns0:v>0.10673215603286403</ns0:v>
                </ns0:pt>
                <ns0:pt idx="365">
                  <ns0:v>0.1062837076881001</ns0:v>
                </ns0:pt>
                <ns0:pt idx="366">
                  <ns0:v>0.10662200772997524</ns0:v>
                </ns0:pt>
                <ns0:pt idx="367">
                  <ns0:v>0.10724381970350727</ns0:v>
                </ns0:pt>
                <ns0:pt idx="368">
                  <ns0:v>0.10761342890120433</ns0:v>
                </ns0:pt>
                <ns0:pt idx="369">
                  <ns0:v>0.10741799678806123</ns0:v>
                </ns0:pt>
                <ns0:pt idx="370">
                  <ns0:v>0.10645298419007805</ns0:v>
                </ns0:pt>
                <ns0:pt idx="371">
                  <ns0:v>0.10472913167812868</ns0:v>
                </ns0:pt>
                <ns0:pt idx="372">
                  <ns0:v>0.10273137361080138</ns0:v>
                </ns0:pt>
                <ns0:pt idx="373">
                  <ns0:v>0.1009068250020768</ns0:v>
                </ns0:pt>
                <ns0:pt idx="374">
                  <ns0:v>0.09953289462590327</ns0:v>
                </ns0:pt>
                <ns0:pt idx="375">
                  <ns0:v>0.099223963081277622</ns0:v>
                </ns0:pt>
                <ns0:pt idx="376">
                  <ns0:v>0.10056363090160167</ns0:v>
                </ns0:pt>
                <ns0:pt idx="377">
                  <ns0:v>0.10293654506618143</ns0:v>
                </ns0:pt>
                <ns0:pt idx="378">
                  <ns0:v>0.10599452316227918</ns0:v>
                </ns0:pt>
                <ns0:pt idx="379">
                  <ns0:v>0.10917799146896379</ns0:v>
                </ns0:pt>
                <ns0:pt idx="380">
                  <ns0:v>0.11165743804757985</ns0:v>
                </ns0:pt>
                <ns0:pt idx="381">
                  <ns0:v>0.11306638601000842</ns0:v>
                </ns0:pt>
                <ns0:pt idx="382">
                  <ns0:v>0.11392478105604006</ns0:v>
                </ns0:pt>
                <ns0:pt idx="383">
                  <ns0:v>0.11455400555700017</ns0:v>
                </ns0:pt>
                <ns0:pt idx="384">
                  <ns0:v>0.11519764062354895</ns0:v>
                </ns0:pt>
                <ns0:pt idx="385">
                  <ns0:v>0.11622979912599782</ns0:v>
                </ns0:pt>
                <ns0:pt idx="386">
                  <ns0:v>0.11784630467263703</ns0:v>
                </ns0:pt>
                <ns0:pt idx="387">
                  <ns0:v>0.11960585759119599</ns0:v>
                </ns0:pt>
                <ns0:pt idx="388">
                  <ns0:v>0.1211507551340985</ns0:v>
                </ns0:pt>
                <ns0:pt idx="389">
                  <ns0:v>0.12229590604351914</ns0:v>
                </ns0:pt>
                <ns0:pt idx="390">
                  <ns0:v>0.12263868632972245</ns0:v>
                </ns0:pt>
                <ns0:pt idx="391">
                  <ns0:v>0.12182884326835501</ns0:v>
                </ns0:pt>
                <ns0:pt idx="392">
                  <ns0:v>0.12049887992691495</ns0:v>
                </ns0:pt>
                <ns0:pt idx="393">
                  <ns0:v>0.11911469658245601</ns0:v>
                </ns0:pt>
                <ns0:pt idx="394">
                  <ns0:v>0.11786021737551639</ns0:v>
                </ns0:pt>
                <ns0:pt idx="395">
                  <ns0:v>0.11752768338729058</ns0:v>
                </ns0:pt>
                <ns0:pt idx="396">
                  <ns0:v>0.1182669461869478</ns0:v>
                </ns0:pt>
                <ns0:pt idx="397">
                  <ns0:v>0.11939662515026761</ns0:v>
                </ns0:pt>
                <ns0:pt idx="398">
                  <ns0:v>0.12083749731460806</ns0:v>
                </ns0:pt>
                <ns0:pt idx="399">
                  <ns0:v>0.12242745260054204</ns0:v>
                </ns0:pt>
                <ns0:pt idx="400">
                  <ns0:v>0.12339928049939809</ns0:v>
                </ns0:pt>
                <ns0:pt idx="401">
                  <ns0:v>0.12318444104650483</ns0:v>
                </ns0:pt>
                <ns0:pt idx="402">
                  <ns0:v>0.12212554930561829</ns0:v>
                </ns0:pt>
                <ns0:pt idx="403">
                  <ns0:v>0.12073449758328846</ns0:v>
                </ns0:pt>
                <ns0:pt idx="404">
                  <ns0:v>0.11954979473286834</ns0:v>
                </ns0:pt>
                <ns0:pt idx="405">
                  <ns0:v>0.11914330262520706</ns0:v>
                </ns0:pt>
                <ns0:pt idx="406">
                  <ns0:v>0.11964974398365376</ns0:v>
                </ns0:pt>
                <ns0:pt idx="407">
                  <ns0:v>0.12057490721592481</ns0:v>
                </ns0:pt>
                <ns0:pt idx="408">
                  <ns0:v>0.12130000097296545</ns0:v>
                </ns0:pt>
                <ns0:pt idx="409">
                  <ns0:v>0.12140382297774176</ns0:v>
                </ns0:pt>
                <ns0:pt idx="410">
                  <ns0:v>0.12047669721725668</ns0:v>
                </ns0:pt>
                <ns0:pt idx="411">
                  <ns0:v>0.11852796278610916</ns0:v>
                </ns0:pt>
                <ns0:pt idx="412">
                  <ns0:v>0.11605649098795871</ns0:v>
                </ns0:pt>
                <ns0:pt idx="413">
                  <ns0:v>0.11364697816362983</ns0:v>
                </ns0:pt>
                <ns0:pt idx="414">
                  <ns0:v>0.11157568443836542</ns0:v>
                </ns0:pt>
                <ns0:pt idx="415">
                  <ns0:v>0.11018658959151821</ns0:v>
                </ns0:pt>
                <ns0:pt idx="416">
                  <ns0:v>0.10973589001768973</ns0:v>
                </ns0:pt>
                <ns0:pt idx="417">
                  <ns0:v>0.10964635203442862</ns0:v>
                </ns0:pt>
                <ns0:pt idx="418">
                  <ns0:v>0.10948207452142068</ns0:v>
                </ns0:pt>
                <ns0:pt idx="419">
                  <ns0:v>0.10918571938195257</ns0:v>
                </ns0:pt>
                <ns0:pt idx="420">
                  <ns0:v>0.10807272019767888</ns0:v>
                </ns0:pt>
                <ns0:pt idx="421">
                  <ns0:v>0.1062040691194327</ns0:v>
                </ns0:pt>
                <ns0:pt idx="422">
                  <ns0:v>0.10446736758725678</ns0:v>
                </ns0:pt>
                <ns0:pt idx="423">
                  <ns0:v>0.10303594629284421</ns0:v>
                </ns0:pt>
                <ns0:pt idx="424">
                  <ns0:v>0.10227775999051764</ns0:v>
                </ns0:pt>
                <ns0:pt idx="425">
                  <ns0:v>0.1027394852478703</ns0:v>
                </ns0:pt>
                <ns0:pt idx="426">
                  <ns0:v>0.10390676164715743</ns0:v>
                </ns0:pt>
                <ns0:pt idx="427">
                  <ns0:v>0.10475557746633368</ns0:v>
                </ns0:pt>
                <ns0:pt idx="428">
                  <ns0:v>0.10467803207558944</ns0:v>
                </ns0:pt>
                <ns0:pt idx="429">
                  <ns0:v>0.10339359963675251</ns0:v>
                </ns0:pt>
                <ns0:pt idx="430">
                  <ns0:v>0.10091541171548311</ns0:v>
                </ns0:pt>
                <ns0:pt idx="431">
                  <ns0:v>0.097620920281778989</ns0:v>
                </ns0:pt>
                <ns0:pt idx="432">
                  <ns0:v>0.094248184608316465</ns0:v>
                </ns0:pt>
                <ns0:pt idx="433">
                  <ns0:v>0.09148004848152555</ns0:v>
                </ns0:pt>
                <ns0:pt idx="434">
                  <ns0:v>0.089609356823418723</ns0:v>
                </ns0:pt>
                <ns0:pt idx="435">
                  <ns0:v>0.089005514666925509</ns0:v>
                </ns0:pt>
                <ns0:pt idx="436">
                  <ns0:v>0.089422093400571931</ns0:v>
                </ns0:pt>
                <ns0:pt idx="437">
                  <ns0:v>0.090011710124362113</ns0:v>
                </ns0:pt>
                <ns0:pt idx="438">
                  <ns0:v>0.090340658214129232</ns0:v>
                </ns0:pt>
                <ns0:pt idx="439">
                  <ns0:v>0.090496341308144407</ns0:v>
                </ns0:pt>
                <ns0:pt idx="440">
                  <ns0:v>0.090353858563930356</ns0:v>
                </ns0:pt>
                <ns0:pt idx="441">
                  <ns0:v>0.089795571544074165</ns0:v>
                </ns0:pt>
                <ns0:pt idx="442">
                  <ns0:v>0.08936312165069879</ns0:v>
                </ns0:pt>
                <ns0:pt idx="443">
                  <ns0:v>0.089376075113543063</ns0:v>
                </ns0:pt>
                <ns0:pt idx="444">
                  <ns0:v>0.09012150861149619</ns0:v>
                </ns0:pt>
                <ns0:pt idx="445">
                  <ns0:v>0.091961540801495295</ns0:v>
                </ns0:pt>
                <ns0:pt idx="446">
                  <ns0:v>0.094578876581557947</ns0:v>
                </ns0:pt>
                <ns0:pt idx="447">
                  <ns0:v>0.096881486094590505</ns0:v>
                </ns0:pt>
                <ns0:pt idx="448">
                  <ns0:v>0.098217464312458494</ns0:v>
                </ns0:pt>
                <ns0:pt idx="449">
                  <ns0:v>0.097826667597041339</ns0:v>
                </ns0:pt>
                <ns0:pt idx="450">
                  <ns0:v>0.095454466635948143</ns0:v>
                </ns0:pt>
                <ns0:pt idx="451">
                  <ns0:v>0.092261461212386695</ns0:v>
                </ns0:pt>
                <ns0:pt idx="452">
                  <ns0:v>0.08976890711593434</ns0:v>
                </ns0:pt>
                <ns0:pt idx="453">
                  <ns0:v>0.088521025860588867</ns0:v>
                </ns0:pt>
                <ns0:pt idx="454">
                  <ns0:v>0.088525320345942002</ns0:v>
                </ns0:pt>
                <ns0:pt idx="455">
                  <ns0:v>0.089585299764710843</ns0:v>
                </ns0:pt>
                <ns0:pt idx="456">
                  <ns0:v>0.091007061848147983</ns0:v>
                </ns0:pt>
                <ns0:pt idx="457">
                  <ns0:v>0.09182646613087582</ns0:v>
                </ns0:pt>
                <ns0:pt idx="458">
                  <ns0:v>0.091900387916950418</ns0:v>
                </ns0:pt>
                <ns0:pt idx="459">
                  <ns0:v>0.091418983320582403</ns0:v>
                </ns0:pt>
                <ns0:pt idx="460">
                  <ns0:v>0.090349885836304503</ns0:v>
                </ns0:pt>
                <ns0:pt idx="461">
                  <ns0:v>0.089425888626448749</ns0:v>
                </ns0:pt>
                <ns0:pt idx="462">
                  <ns0:v>0.0896848019563911</ns0:v>
                </ns0:pt>
                <ns0:pt idx="463">
                  <ns0:v>0.091029033648237764</ns0:v>
                </ns0:pt>
                <ns0:pt idx="464">
                  <ns0:v>0.092947391491581446</ns0:v>
                </ns0:pt>
                <ns0:pt idx="465">
                  <ns0:v>0.095123522445028572</ns0:v>
                </ns0:pt>
                <ns0:pt idx="466">
                  <ns0:v>0.096948886531956546</ns0:v>
                </ns0:pt>
                <ns0:pt idx="467">
                  <ns0:v>0.097749316232976113</ns0:v>
                </ns0:pt>
                <ns0:pt idx="468">
                  <ns0:v>0.097566426914807144</ns0:v>
                </ns0:pt>
                <ns0:pt idx="469">
                  <ns0:v>0.096436930105864391</ns0:v>
                </ns0:pt>
                <ns0:pt idx="470">
                  <ns0:v>0.094247649485523208</ns0:v>
                </ns0:pt>
                <ns0:pt idx="471">
                  <ns0:v>0.091412895429981517</ns0:v>
                </ns0:pt>
                <ns0:pt idx="472">
                  <ns0:v>0.088941860139048104</ns0:v>
                </ns0:pt>
                <ns0:pt idx="473">
                  <ns0:v>0.087314702959901028</ns0:v>
                </ns0:pt>
                <ns0:pt idx="474">
                  <ns0:v>0.086873277370180121</ns0:v>
                </ns0:pt>
                <ns0:pt idx="475">
                  <ns0:v>0.087597287739028432</ns0:v>
                </ns0:pt>
                <ns0:pt idx="476">
                  <ns0:v>0.088747422712690427</ns0:v>
                </ns0:pt>
                <ns0:pt idx="477">
                  <ns0:v>0.089345803875877899</ns0:v>
                </ns0:pt>
                <ns0:pt idx="478">
                  <ns0:v>0.089277673042356398</ns0:v>
                </ns0:pt>
                <ns0:pt idx="479">
                  <ns0:v>0.08883263909444844</ns0:v>
                </ns0:pt>
                <ns0:pt idx="480">
                  <ns0:v>0.088236693852955475</ns0:v>
                </ns0:pt>
                <ns0:pt idx="481">
                  <ns0:v>0.087931802626497385</ns0:v>
                </ns0:pt>
                <ns0:pt idx="482">
                  <ns0:v>0.088471715139173956</ns0:v>
                </ns0:pt>
                <ns0:pt idx="483">
                  <ns0:v>0.089559375856810425</ns0:v>
                </ns0:pt>
                <ns0:pt idx="484">
                  <ns0:v>0.090891931654005192</ns0:v>
                </ns0:pt>
                <ns0:pt idx="485">
                  <ns0:v>0.092456618649149253</ns0:v>
                </ns0:pt>
                <ns0:pt idx="486">
                  <ns0:v>0.093786807908104439</ns0:v>
                </ns0:pt>
                <ns0:pt idx="487">
                  <ns0:v>0.094241249385665291</ns0:v>
                </ns0:pt>
                <ns0:pt idx="488">
                  <ns0:v>0.093766964012890211</ns0:v>
                </ns0:pt>
                <ns0:pt idx="489">
                  <ns0:v>0.092426468069586279</ns0:v>
                </ns0:pt>
                <ns0:pt idx="490">
                  <ns0:v>0.090325181944070257</ns0:v>
                </ns0:pt>
                <ns0:pt idx="491">
                  <ns0:v>0.087906629010166645</ns0:v>
                </ns0:pt>
                <ns0:pt idx="492">
                  <ns0:v>0.085896872766974414</ns0:v>
                </ns0:pt>
                <ns0:pt idx="493">
                  <ns0:v>0.084557131726196402</ns0:v>
                </ns0:pt>
                <ns0:pt idx="494">
                  <ns0:v>0.083902788545948292</ns0:v>
                </ns0:pt>
                <ns0:pt idx="495">
                  <ns0:v>0.084212604900318358</ns0:v>
                </ns0:pt>
                <ns0:pt idx="496">
                  <ns0:v>0.085134247508559205</ns0:v>
                </ns0:pt>
                <ns0:pt idx="497">
                  <ns0:v>0.085757762480739533</ns0:v>
                </ns0:pt>
                <ns0:pt idx="498">
                  <ns0:v>0.086013120572001181</ns0:v>
                </ns0:pt>
                <ns0:pt idx="499">
                  <ns0:v>0.086067235953319762</ns0:v>
                </ns0:pt>
                <ns0:pt idx="500">
                  <ns0:v>0.085710675845660417</ns0:v>
                </ns0:pt>
                <ns0:pt idx="501">
                  <ns0:v>0.085455916556328601</ns0:v>
                </ns0:pt>
                <ns0:pt idx="502">
                  <ns0:v>0.08599240740819665</ns0:v>
                </ns0:pt>
                <ns0:pt idx="503">
                  <ns0:v>0.087037235314428682</ns0:v>
                </ns0:pt>
                <ns0:pt idx="504">
                  <ns0:v>0.088637923372872504</ns0:v>
                </ns0:pt>
                <ns0:pt idx="505">
                  <ns0:v>0.090595169408188542</ns0:v>
                </ns0:pt>
                <ns0:pt idx="506">
                  <ns0:v>0.092230549820763952</ns0:v>
                </ns0:pt>
                <ns0:pt idx="507">
                  <ns0:v>0.092891969387386822</ns0:v>
                </ns0:pt>
                <ns0:pt idx="508">
                  <ns0:v>0.092630835776212339</ns0:v>
                </ns0:pt>
                <ns0:pt idx="509">
                  <ns0:v>0.09172863036276542</ns0:v>
                </ns0:pt>
                <ns0:pt idx="510">
                  <ns0:v>0.090251819108077225</ns0:v>
                </ns0:pt>
                <ns0:pt idx="511">
                  <ns0:v>0.088202497463437612</ns0:v>
                </ns0:pt>
                <ns0:pt idx="512">
                  <ns0:v>0.086014695839355823</ns0:v>
                </ns0:pt>
                <ns0:pt idx="513">
                  <ns0:v>0.083966037409026167</ns0:v>
                </ns0:pt>
                <ns0:pt idx="514">
                  <ns0:v>0.082343276576885394</ns0:v>
                </ns0:pt>
                <ns0:pt idx="515">
                  <ns0:v>0.081657791543137515</ns0:v>
                </ns0:pt>
                <ns0:pt idx="516">
                  <ns0:v>0.082329776808463886</ns0:v>
                </ns0:pt>
                <ns0:pt idx="517">
                  <ns0:v>0.083807833591322212</ns0:v>
                </ns0:pt>
                <ns0:pt idx="518">
                  <ns0:v>0.085522032123189026</ns0:v>
                </ns0:pt>
                <ns0:pt idx="519">
                  <ns0:v>0.08708668737565152</ns0:v>
                </ns0:pt>
                <ns0:pt idx="520">
                  <ns0:v>0.087961915988876566</ns0:v>
                </ns0:pt>
                <ns0:pt idx="521">
                  <ns0:v>0.088170824060581493</ns0:v>
                </ns0:pt>
                <ns0:pt idx="522">
                  <ns0:v>0.088406031695701465</ns0:v>
                </ns0:pt>
                <ns0:pt idx="523">
                  <ns0:v>0.088791964055240591</ns0:v>
                </ns0:pt>
                <ns0:pt idx="524">
                  <ns0:v>0.089290704408602831</ns0:v>
                </ns0:pt>
                <ns0:pt idx="525">
                  <ns0:v>0.090208621842841896</ns0:v>
                </ns0:pt>
                <ns0:pt idx="526">
                  <ns0:v>0.091491873762600789</ns0:v>
                </ns0:pt>
                <ns0:pt idx="527">
                  <ns0:v>0.09250305578105443</ns0:v>
                </ns0:pt>
                <ns0:pt idx="528">
                  <ns0:v>0.093147091032915658</ns0:v>
                </ns0:pt>
                <ns0:pt idx="529">
                  <ns0:v>0.092933926785346788</ns0:v>
                </ns0:pt>
                <ns0:pt idx="530">
                  <ns0:v>0.091634864683625528</ns0:v>
                </ns0:pt>
                <ns0:pt idx="531">
                  <ns0:v>0.089552899549388609</ns0:v>
                </ns0:pt>
                <ns0:pt idx="532">
                  <ns0:v>0.087478907255026161</ns0:v>
                </ns0:pt>
                <ns0:pt idx="533">
                  <ns0:v>0.08588215473378033</ns0:v>
                </ns0:pt>
                <ns0:pt idx="534">
                  <ns0:v>0.084963209003982604</ns0:v>
                </ns0:pt>
                <ns0:pt idx="535">
                  <ns0:v>0.08499384475459712</ns0:v>
                </ns0:pt>
                <ns0:pt idx="536">
                  <ns0:v>0.086204231030990078</ns0:v>
                </ns0:pt>
                <ns0:pt idx="537">
                  <ns0:v>0.088119386471261288</ns0:v>
                </ns0:pt>
                <ns0:pt idx="538">
                  <ns0:v>0.090520589578553301</ns0:v>
                </ns0:pt>
                <ns0:pt idx="539">
                  <ns0:v>0.093099085463728082</ns0:v>
                </ns0:pt>
                <ns0:pt idx="540">
                  <ns0:v>0.095029334045610744</ns0:v>
                </ns0:pt>
                <ns0:pt idx="541">
                  <ns0:v>0.095623400492025126</ns0:v>
                </ns0:pt>
                <ns0:pt idx="542">
                  <ns0:v>0.095307436088441999</ns0:v>
                </ns0:pt>
                <ns0:pt idx="543">
                  <ns0:v>0.094734338994139938</ns0:v>
                </ns0:pt>
                <ns0:pt idx="544">
                  <ns0:v>0.094329861288942926</ns0:v>
                </ns0:pt>
                <ns0:pt idx="545">
                  <ns0:v>0.094519017355933335</ns0:v>
                </ns0:pt>
                <ns0:pt idx="546">
                  <ns0:v>0.09554857005734306</ns0:v>
                </ns0:pt>
                <ns0:pt idx="547">
                  <ns0:v>0.096823813367311939</ns0:v>
                </ns0:pt>
                <ns0:pt idx="548">
                  <ns0:v>0.097773712822038658</ns0:v>
                </ns0:pt>
                <ns0:pt idx="549">
                  <ns0:v>0.098317061127266445</ns0:v>
                </ns0:pt>
                <ns0:pt idx="550">
                  <ns0:v>0.098222193160683716</ns0:v>
                </ns0:pt>
                <ns0:pt idx="551">
                  <ns0:v>0.097102447085779545</ns0:v>
                </ns0:pt>
                <ns0:pt idx="552">
                  <ns0:v>0.095556409607053319</ns0:v>
                </ns0:pt>
                <ns0:pt idx="553">
                  <ns0:v>0.093890015487188005</ns0:v>
                </ns0:pt>
                <ns0:pt idx="554">
                  <ns0:v>0.092500989526910132</ns0:v>
                </ns0:pt>
                <ns0:pt idx="555">
                  <ns0:v>0.092058367560211116</ns0:v>
                </ns0:pt>
                <ns0:pt idx="556">
                  <ns0:v>0.092894973391954766</ns0:v>
                </ns0:pt>
                <ns0:pt idx="557">
                  <ns0:v>0.094340031328854615</ns0:v>
                </ns0:pt>
                <ns0:pt idx="558">
                  <ns0:v>0.096141852542876882</ns0:v>
                </ns0:pt>
                <ns0:pt idx="559">
                  <ns0:v>0.098081274484881659</ns0:v>
                </ns0:pt>
                <ns0:pt idx="560">
                  <ns0:v>0.099597333302741189</ns0:v>
                </ns0:pt>
                <ns0:pt idx="561">
                  <ns0:v>0.10013795181765314</ns0:v>
                </ns0:pt>
                <ns0:pt idx="562">
                  <ns0:v>0.099967596173956508</ns0:v>
                </ns0:pt>
                <ns0:pt idx="563">
                  <ns0:v>0.099401634904332181</ns0:v>
                </ns0:pt>
                <ns0:pt idx="564">
                  <ns0:v>0.098679026640708822</ns0:v>
                </ns0:pt>
                <ns0:pt idx="565">
                  <ns0:v>0.098451801068425771</ns0:v>
                </ns0:pt>
                <ns0:pt idx="566">
                  <ns0:v>0.099339557694786806</ns0:v>
                </ns0:pt>
                <ns0:pt idx="567">
                  <ns0:v>0.1008761503037036</ns0:v>
                </ns0:pt>
                <ns0:pt idx="568">
                  <ns0:v>0.10230631549473422</ns0:v>
                </ns0:pt>
                <ns0:pt idx="569">
                  <ns0:v>0.10321955486834168</ns0:v>
                </ns0:pt>
                <ns0:pt idx="570">
                  <ns0:v>0.10316827400973494</ns0:v>
                </ns0:pt>
                <ns0:pt idx="571">
                  <ns0:v>0.10189359499319181</ns0:v>
                </ns0:pt>
                <ns0:pt idx="572">
                  <ns0:v>0.10003051387076113</ns0:v>
                </ns0:pt>
                <ns0:pt idx="573">
                  <ns0:v>0.098207608512647052</ns0:v>
                </ns0:pt>
                <ns0:pt idx="574">
                  <ns0:v>0.096660545321037489</ns0:v>
                </ns0:pt>
                <ns0:pt idx="575">
                  <ns0:v>0.09607159236644508</ns0:v>
                </ns0:pt>
                <ns0:pt idx="576">
                  <ns0:v>0.096762879648145908</ns0:v>
                </ns0:pt>
                <ns0:pt idx="577">
                  <ns0:v>0.097928180565732617</ns0:v>
                </ns0:pt>
                <ns0:pt idx="578">
                  <ns0:v>0.09937714418177826</ns0:v>
                </ns0:pt>
                <ns0:pt idx="579">
                  <ns0:v>0.10103594897278834</ns0:v>
                </ns0:pt>
                <ns0:pt idx="580">
                  <ns0:v>0.10233421321682769</ns0:v>
                </ns0:pt>
                <ns0:pt idx="581">
                  <ns0:v>0.10294002310045743</ns0:v>
                </ns0:pt>
                <ns0:pt idx="582">
                  <ns0:v>0.10332971099191847</ns0:v>
                </ns0:pt>
                <ns0:pt idx="583">
                  <ns0:v>0.10366335859293653</ns0:v>
                </ns0:pt>
                <ns0:pt idx="584">
                  <ns0:v>0.10384362808330456</ns0:v>
                </ns0:pt>
                <ns0:pt idx="585">
                  <ns0:v>0.1041713279905897</ns0:v>
                </ns0:pt>
                <ns0:pt idx="586">
                  <ns0:v>0.10504541903291045</ns0:v>
                </ns0:pt>
                <ns0:pt idx="587">
                  <ns0:v>0.10602397300628247</ns0:v>
                </ns0:pt>
                <ns0:pt idx="588">
                  <ns0:v>0.10595942470098829</ns0:v>
                </ns0:pt>
                <ns0:pt idx="589">
                  <ns0:v>0.10587970910892362</ns0:v>
                </ns0:pt>
                <ns0:pt idx="590">
                  <ns0:v>0.10561572192824467</ns0:v>
                </ns0:pt>
                <ns0:pt idx="591">
                  <ns0:v>0.10482126992023634</ns0:v>
                </ns0:pt>
                <ns0:pt idx="592">
                  <ns0:v>0.10371654311483251</ns0:v>
                </ns0:pt>
                <ns0:pt idx="593">
                  <ns0:v>0.10272162726441034</ns0:v>
                </ns0:pt>
                <ns0:pt idx="594">
                  <ns0:v>0.10205962845505821</ns0:v>
                </ns0:pt>
                <ns0:pt idx="595">
                  <ns0:v>0.10214267966610298</ns0:v>
                </ns0:pt>
                <ns0:pt idx="596">
                  <ns0:v>0.10337209525779947</ns0:v>
                </ns0:pt>
                <ns0:pt idx="597">
                  <ns0:v>0.10545141987738547</ns0:v>
                </ns0:pt>
                <ns0:pt idx="598">
                  <ns0:v>0.10812343603144951</ns0:v>
                </ns0:pt>
                <ns0:pt idx="599">
                  <ns0:v>0.11119465114820647</ns0:v>
                </ns0:pt>
                <ns0:pt idx="600">
                  <ns0:v>0.11307694584513087</ns0:v>
                </ns0:pt>
                <ns0:pt idx="601">
                  <ns0:v>0.11535773563997147</ns0:v>
                </ns0:pt>
                <ns0:pt idx="602">
                  <ns0:v>0.11774285110017241</ns0:v>
                </ns0:pt>
                <ns0:pt idx="603">
                  <ns0:v>0.12006768553352289</ns0:v>
                </ns0:pt>
                <ns0:pt idx="604">
                  <ns0:v>0.12212779598327629</ns0:v>
                </ns0:pt>
                <ns0:pt idx="605">
                  <ns0:v>0.12405714325820144</ns0:v>
                </ns0:pt>
                <ns0:pt idx="606">
                  <ns0:v>0.12611209030493162</ns0:v>
                </ns0:pt>
                <ns0:pt idx="607">
                  <ns0:v>0.12816058714697315</ns0:v>
                </ns0:pt>
                <ns0:pt idx="608">
                  <ns0:v>0.13013624020802336</ns0:v>
                </ns0:pt>
                <ns0:pt idx="609">
                  <ns0:v>0.13195917709799579</ns0:v>
                </ns0:pt>
                <ns0:pt idx="610">
                  <ns0:v>0.13332277777657414</ns0:v>
                </ns0:pt>
                <ns0:pt idx="611">
                  <ns0:v>0.13402925588087208</ns0:v>
                </ns0:pt>
                <ns0:pt idx="612">
                  <ns0:v>0.13435796948763526</ns0:v>
                </ns0:pt>
                <ns0:pt idx="613">
                  <ns0:v>0.13489824276989754</ns0:v>
                </ns0:pt>
                <ns0:pt idx="614">
                  <ns0:v>0.13567320355540452</ns0:v>
                </ns0:pt>
                <ns0:pt idx="615">
                  <ns0:v>0.13747351086798587</ns0:v>
                </ns0:pt>
                <ns0:pt idx="616">
                  <ns0:v>0.14045459119205994</ns0:v>
                </ns0:pt>
                <ns0:pt idx="617">
                  <ns0:v>0.14403918361488938</ns0:v>
                </ns0:pt>
                <ns0:pt idx="618">
                  <ns0:v>0.14812656901815097</ns0:v>
                </ns0:pt>
                <ns0:pt idx="619">
                  <ns0:v>0.15243225430625287</ns0:v>
                </ns0:pt>
                <ns0:pt idx="620">
                  <ns0:v>0.15635048365615153</ns0:v>
                </ns0:pt>
                <ns0:pt idx="621">
                  <ns0:v>0.15954399189580978</ns0:v>
                </ns0:pt>
                <ns0:pt idx="622">
                  <ns0:v>0.16239958426418133</ns0:v>
                </ns0:pt>
                <ns0:pt idx="623">
                  <ns0:v>0.16483581373379025</ns0:v>
                </ns0:pt>
                <ns0:pt idx="624">
                  <ns0:v>0.16684097340070952</ns0:v>
                </ns0:pt>
                <ns0:pt idx="625">
                  <ns0:v>0.16890459085297369</ns0:v>
                </ns0:pt>
                <ns0:pt idx="626">
                  <ns0:v>0.17109467903548961</ns0:v>
                </ns0:pt>
                <ns0:pt idx="627">
                  <ns0:v>0.17307012395164187</ns0:v>
                </ns0:pt>
                <ns0:pt idx="628">
                  <ns0:v>0.17491390364034526</ns0:v>
                </ns0:pt>
                <ns0:pt idx="629">
                  <ns0:v>0.17644904710672524</ns0:v>
                </ns0:pt>
                <ns0:pt idx="630">
                  <ns0:v>0.17728959985248383</ns0:v>
                </ns0:pt>
                <ns0:pt idx="631">
                  <ns0:v>0.17737864607836829</ns0:v>
                </ns0:pt>
                <ns0:pt idx="632">
                  <ns0:v>0.17730232191651463</ns0:v>
                </ns0:pt>
                <ns0:pt idx="633">
                  <ns0:v>0.17739355755692418</ns0:v>
                </ns0:pt>
                <ns0:pt idx="634">
                  <ns0:v>0.17778905811924126</ns0:v>
                </ns0:pt>
                <ns0:pt idx="635">
                  <ns0:v>0.17895210338291981</ns0:v>
                </ns0:pt>
                <ns0:pt idx="636">
                  <ns0:v>0.18119701402741428</ns0:v>
                </ns0:pt>
                <ns0:pt idx="637">
                  <ns0:v>0.18403449276484096</ns0:v>
                </ns0:pt>
                <ns0:pt idx="638">
                  <ns0:v>0.18734688189448698</ns0:v>
                </ns0:pt>
                <ns0:pt idx="639">
                  <ns0:v>0.1910728251025603</ns0:v>
                </ns0:pt>
                <ns0:pt idx="640">
                  <ns0:v>0.19442399788032613</ns0:v>
                </ns0:pt>
                <ns0:pt idx="641">
                  <ns0:v>0.19706215573109553</ns0:v>
                </ns0:pt>
                <ns0:pt idx="642">
                  <ns0:v>0.19931126004199468</ns0:v>
                </ns0:pt>
                <ns0:pt idx="643">
                  <ns0:v>0.20124469318162691</ns0:v>
                </ns0:pt>
                <ns0:pt idx="644">
                  <ns0:v>0.20287531939182973</ns0:v>
                </ns0:pt>
                <ns0:pt idx="645">
                  <ns0:v>0.20436788992134253</ns0:v>
                </ns0:pt>
                <ns0:pt idx="646">
                  <ns0:v>0.20583403913446233</ns0:v>
                </ns0:pt>
                <ns0:pt idx="647">
                  <ns0:v>0.20700679471736635</ns0:v>
                </ns0:pt>
                <ns0:pt idx="648">
                  <ns0:v>0.20795717762926264</ns0:v>
                </ns0:pt>
                <ns0:pt idx="649">
                  <ns0:v>0.20882363868202652</ns0:v>
                </ns0:pt>
                <ns0:pt idx="650">
                  <ns0:v>0.20948480998088725</ns0:v>
                </ns0:pt>
                <ns0:pt idx="651">
                  <ns0:v>0.20966226118546166</ns0:v>
                </ns0:pt>
                <ns0:pt idx="652">
                  <ns0:v>0.20966715540062297</ns0:v>
                </ns0:pt>
                <ns0:pt idx="653">
                  <ns0:v>0.20969455427911146</ns0:v>
                </ns0:pt>
                <ns0:pt idx="654">
                  <ns0:v>0.21021864070694118</ns0:v>
                </ns0:pt>
                <ns0:pt idx="655">
                  <ns0:v>0.21189128991385595</ns0:v>
                </ns0:pt>
                <ns0:pt idx="656">
                  <ns0:v>0.21480393242801399</ns0:v>
                </ns0:pt>
                <ns0:pt idx="657">
                  <ns0:v>0.2181792710200311</ns0:v>
                </ns0:pt>
                <ns0:pt idx="658">
                  <ns0:v>0.22175874847692786</ns0:v>
                </ns0:pt>
                <ns0:pt idx="659">
                  <ns0:v>0.22532271641096746</ns0:v>
                </ns0:pt>
                <ns0:pt idx="660">
                  <ns0:v>0.2283481768449403</ns0:v>
                </ns0:pt>
                <ns0:pt idx="661">
                  <ns0:v>0.23043383081564525</ns0:v>
                </ns0:pt>
                <ns0:pt idx="662">
                  <ns0:v>0.23201138859617518</ns0:v>
                </ns0:pt>
                <ns0:pt idx="663">
                  <ns0:v>0.2333379272675927</ns0:v>
                </ns0:pt>
                <ns0:pt idx="664">
                  <ns0:v>0.23432561416036651</ns0:v>
                </ns0:pt>
                <ns0:pt idx="665">
                  <ns0:v>0.23516935954574567</ns0:v>
                </ns0:pt>
                <ns0:pt idx="666">
                  <ns0:v>0.23636143142222724</ns0:v>
                </ns0:pt>
                <ns0:pt idx="667">
                  <ns0:v>0.23768057549320809</ns0:v>
                </ns0:pt>
                <ns0:pt idx="668">
                  <ns0:v>0.23876001434319874</ns0:v>
                </ns0:pt>
                <ns0:pt idx="669">
                  <ns0:v>0.23970723699963808</ns0:v>
                </ns0:pt>
                <ns0:pt idx="670">
                  <ns0:v>0.24040714096794175</ns0:v>
                </ns0:pt>
                <ns0:pt idx="671">
                  <ns0:v>0.24056149196546328</ns0:v>
                </ns0:pt>
                <ns0:pt idx="672">
                  <ns0:v>0.24053758934594363</ns0:v>
                </ns0:pt>
                <ns0:pt idx="673">
                  <ns0:v>0.24061831443974338</ns0:v>
                </ns0:pt>
                <ns0:pt idx="674">
                  <ns0:v>0.24102594151137527</ns0:v>
                </ns0:pt>
                <ns0:pt idx="675">
                  <ns0:v>0.2423014804944538</ns0:v>
                </ns0:pt>
                <ns0:pt idx="676">
                  <ns0:v>0.24482375890772495</ns0:v>
                </ns0:pt>
                <ns0:pt idx="677">
                  <ns0:v>0.24802752246454662</ns0:v>
                </ns0:pt>
                <ns0:pt idx="678">
                  <ns0:v>0.25169364504979302</ns0:v>
                </ns0:pt>
                <ns0:pt idx="679">
                  <ns0:v>0.25547154510048453</ns0:v>
                </ns0:pt>
                <ns0:pt idx="680">
                  <ns0:v>0.25852888849795663</ns0:v>
                </ns0:pt>
                <ns0:pt idx="681">
                  <ns0:v>0.26075594102571753</ns0:v>
                </ns0:pt>
                <ns0:pt idx="682">
                  <ns0:v>0.26271462325354678</ns0:v>
                </ns0:pt>
                <ns0:pt idx="683">
                  <ns0:v>0.26428967859354457</ns0:v>
                </ns0:pt>
                <ns0:pt idx="684">
                  <ns0:v>0.26537209158047298</ns0:v>
                </ns0:pt>
                <ns0:pt idx="685">
                  <ns0:v>0.26633500515890646</ns0:v>
                </ns0:pt>
                <ns0:pt idx="686">
                  <ns0:v>0.26739900636120623</ns0:v>
                </ns0:pt>
                <ns0:pt idx="687">
                  <ns0:v>0.26822919619753177</ns0:v>
                </ns0:pt>
                <ns0:pt idx="688">
                  <ns0:v>0.26868335121424303</ns0:v>
                </ns0:pt>
                <ns0:pt idx="689">
                  <ns0:v>0.26903036483689502</ns0:v>
                </ns0:pt>
                <ns0:pt idx="690">
                  <ns0:v>0.26920886350265977</ns0:v>
                </ns0:pt>
                <ns0:pt idx="691">
                  <ns0:v>0.26888201837805575</ns0:v>
                </ns0:pt>
                <ns0:pt idx="692">
                  <ns0:v>0.268436074427506</ns0:v>
                </ns0:pt>
                <ns0:pt idx="693">
                  <ns0:v>0.26812936256548492</ns0:v>
                </ns0:pt>
                <ns0:pt idx="694">
                  <ns0:v>0.26797750719955743</ns0:v>
                </ns0:pt>
                <ns0:pt idx="695">
                  <ns0:v>0.26852226082103536</ns0:v>
                </ns0:pt>
                <ns0:pt idx="696">
                  <ns0:v>0.27025444460262787</ns0:v>
                </ns0:pt>
                <ns0:pt idx="697">
                  <ns0:v>0.27273750979569134</ns0:v>
                </ns0:pt>
                <ns0:pt idx="698">
                  <ns0:v>0.27579902439311377</ns0:v>
                </ns0:pt>
                <ns0:pt idx="699">
                  <ns0:v>0.27901183137900498</ns0:v>
                </ns0:pt>
                <ns0:pt idx="700">
                  <ns0:v>0.28152715333577477</ns0:v>
                </ns0:pt>
                <ns0:pt idx="701">
                  <ns0:v>0.28270053731978062</ns0:v>
                </ns0:pt>
                <ns0:pt idx="702">
                  <ns0:v>0.28292497567368596</ns0:v>
                </ns0:pt>
                <ns0:pt idx="703">
                  <ns0:v>0.28252072976347165</ns0:v>
                </ns0:pt>
                <ns0:pt idx="704">
                  <ns0:v>0.2816977453970852</ns0:v>
                </ns0:pt>
                <ns0:pt idx="705">
                  <ns0:v>0.28109012614326223</ns0:v>
                </ns0:pt>
                <ns0:pt idx="706">
                  <ns0:v>0.28090019995779036</ns0:v>
                </ns0:pt>
                <ns0:pt idx="707">
                  <ns0:v>0.28065595155382456</ns0:v>
                </ns0:pt>
                <ns0:pt idx="708">
                  <ns0:v>0.28023022828408556</ns0:v>
                </ns0:pt>
                <ns0:pt idx="709">
                  <ns0:v>0.27992743102826545</ns0:v>
                </ns0:pt>
                <ns0:pt idx="710">
                  <ns0:v>0.27959534583899659</ns0:v>
                </ns0:pt>
                <ns0:pt idx="711">
                  <ns0:v>0.27916465520896172</ns0:v>
                </ns0:pt>
                <ns0:pt idx="712">
                  <ns0:v>0.27901897377806056</ns0:v>
                </ns0:pt>
                <ns0:pt idx="713">
                  <ns0:v>0.27910376220912525</ns0:v>
                </ns0:pt>
                <ns0:pt idx="714">
                  <ns0:v>0.27939920475856228</ns0:v>
                </ns0:pt>
                <ns0:pt idx="715">
                  <ns0:v>0.28023880892173003</ns0:v>
                </ns0:pt>
                <ns0:pt idx="716">
                  <ns0:v>0.28205450306123431</ns0:v>
                </ns0:pt>
                <ns0:pt idx="717">
                  <ns0:v>0.2845659959679625</ns0:v>
                </ns0:pt>
                <ns0:pt idx="718">
                  <ns0:v>0.28757009672177491</ns0:v>
                </ns0:pt>
                <ns0:pt idx="719">
                  <ns0:v>0.29069584341194721</ns0:v>
                </ns0:pt>
                <ns0:pt idx="720">
                  <ns0:v>0.29303723843003948</ns0:v>
                </ns0:pt>
                <ns0:pt idx="721">
                  <ns0:v>0.29390856839832447</ns0:v>
                </ns0:pt>
                <ns0:pt idx="722">
                  <ns0:v>0.29370514522018021</ns0:v>
                </ns0:pt>
                <ns0:pt idx="723">
                  <ns0:v>0.29276146690210408</ns0:v>
                </ns0:pt>
                <ns0:pt idx="724">
                  <ns0:v>0.29149524537484484</ns0:v>
                </ns0:pt>
                <ns0:pt idx="725">
                  <ns0:v>0.29060905758357225</ns0:v>
                </ns0:pt>
                <ns0:pt idx="726">
                  <ns0:v>0.29077341988737232</ns0:v>
                </ns0:pt>
                <ns0:pt idx="727">
                  <ns0:v>0.29157399232572756</ns0:v>
                </ns0:pt>
                <ns0:pt idx="728">
                  <ns0:v>0.29242320503846453</ns0:v>
                </ns0:pt>
                <ns0:pt idx="729">
                  <ns0:v>0.29330620716402372</ns0:v>
                </ns0:pt>
                <ns0:pt idx="730">
                  <ns0:v>0.29392704770110123</ns0:v>
                </ns0:pt>
                <ns0:pt idx="731">
                  <ns0:v>0.29378612863820497</ns0:v>
                </ns0:pt>
                <ns0:pt idx="732">
                  <ns0:v>0.29331617506274177</ns0:v>
                </ns0:pt>
                <ns0:pt idx="733">
                  <ns0:v>0.29284183230824984</ns0:v>
                </ns0:pt>
                <ns0:pt idx="734">
                  <ns0:v>0.2924299713759313</ns0:v>
                </ns0:pt>
                <ns0:pt idx="735">
                  <ns0:v>0.29247138998992755</ns0:v>
                </ns0:pt>
                <ns0:pt idx="736">
                  <ns0:v>0.29350047677050928</ns0:v>
                </ns0:pt>
                <ns0:pt idx="737">
                  <ns0:v>0.29523958737239714</ns0:v>
                </ns0:pt>
                <ns0:pt idx="738">
                  <ns0:v>0.29759861178583352</ns0:v>
                </ns0:pt>
                <ns0:pt idx="739">
                  <ns0:v>0.30011427873816332</ns0:v>
                </ns0:pt>
                <ns0:pt idx="740">
                  <ns0:v>0.30190849426816435</ns0:v>
                </ns0:pt>
                <ns0:pt idx="741">
                  <ns0:v>0.30273789974437709</ns0:v>
                </ns0:pt>
                <ns0:pt idx="742">
                  <ns0:v>0.30296189194307233</ns0:v>
                </ns0:pt>
                <ns0:pt idx="743">
                  <ns0:v>0.30267374333957053</ns0:v>
                </ns0:pt>
                <ns0:pt idx="744">
                  <ns0:v>0.30213387329140196</ns0:v>
                </ns0:pt>
                <ns0:pt idx="745">
                  <ns0:v>0.30199982224185851</ns0:v>
                </ns0:pt>
                <ns0:pt idx="746">
                  <ns0:v>0.30239404373464379</ns0:v>
                </ns0:pt>
                <ns0:pt idx="747">
                  <ns0:v>0.30286906232883293</ns0:v>
                </ns0:pt>
                <ns0:pt idx="748">
                  <ns0:v>0.30328469801213964</ns0:v>
                </ns0:pt>
                <ns0:pt idx="749">
                  <ns0:v>0.303724313269713</ns0:v>
                </ns0:pt>
                <ns0:pt idx="750">
                  <ns0:v>0.30389212003387001</ns0:v>
                </ns0:pt>
                <ns0:pt idx="751">
                  <ns0:v>0.30327329753612903</ns0:v>
                </ns0:pt>
                <ns0:pt idx="752">
                  <ns0:v>0.30229023173727504</ns0:v>
                </ns0:pt>
                <ns0:pt idx="753">
                  <ns0:v>0.30128649829297843</ns0:v>
                </ns0:pt>
                <ns0:pt idx="754">
                  <ns0:v>0.30033378160688867</ns0:v>
                </ns0:pt>
                <ns0:pt idx="755">
                  <ns0:v>0.29992572957888136</ns0:v>
                </ns0:pt>
                <ns0:pt idx="756">
                  <ns0:v>0.30064480906669128</ns0:v>
                </ns0:pt>
                <ns0:pt idx="757">
                  <ns0:v>0.30209819629942336</ns0:v>
                </ns0:pt>
                <ns0:pt idx="758">
                  <ns0:v>0.30414210749278725</ns0:v>
                </ns0:pt>
                <ns0:pt idx="759">
                  <ns0:v>0.30634216575244644</ns0:v>
                </ns0:pt>
                <ns0:pt idx="760">
                  <ns0:v>0.30795302274812708</ns0:v>
                </ns0:pt>
                <ns0:pt idx="761">
                  <ns0:v>0.30869335115413254</ns0:v>
                </ns0:pt>
                <ns0:pt idx="762">
                  <ns0:v>0.30899892480101709</ns0:v>
                </ns0:pt>
                <ns0:pt idx="763">
                  <ns0:v>0.30889880440473449</ns0:v>
                </ns0:pt>
                <ns0:pt idx="764">
                  <ns0:v>0.30846228979170986</ns0:v>
                </ns0:pt>
                <ns0:pt idx="765">
                  <ns0:v>0.30830999742011761</ns0:v>
                </ns0:pt>
                <ns0:pt idx="766">
                  <ns0:v>0.30814582178371613</ns0:v>
                </ns0:pt>
                <ns0:pt idx="767">
                  <ns0:v>0.30735667346215334</ns0:v>
                </ns0:pt>
                <ns0:pt idx="768">
                  <ns0:v>0.30616930829510997</ns0:v>
                </ns0:pt>
                <ns0:pt idx="769">
                  <ns0:v>0.3049867233713045</ns0:v>
                </ns0:pt>
                <ns0:pt idx="770">
                  <ns0:v>0.30369000420027975</ns0:v>
                </ns0:pt>
                <ns0:pt idx="771">
                  <ns0:v>0.30234378346285568</ns0:v>
                </ns0:pt>
                <ns0:pt idx="772">
                  <ns0:v>0.30135703562410604</ns0:v>
                </ns0:pt>
                <ns0:pt idx="773">
                  <ns0:v>0.30057718601962408</ns0:v>
                </ns0:pt>
                <ns0:pt idx="774">
                  <ns0:v>0.29980115234240173</ns0:v>
                </ns0:pt>
                <ns0:pt idx="775">
                  <ns0:v>0.29952136486721587</ns0:v>
                </ns0:pt>
                <ns0:pt idx="776">
                  <ns0:v>0.30030258120717696</ns0:v>
                </ns0:pt>
                <ns0:pt idx="777">
                  <ns0:v>0.30181849725190135</ns0:v>
                </ns0:pt>
                <ns0:pt idx="778">
                  <ns0:v>0.30403680860748888</ns0:v>
                </ns0:pt>
                <ns0:pt idx="779">
                  <ns0:v>0.3066647486063655</ns0:v>
                </ns0:pt>
                <ns0:pt idx="780">
                  <ns0:v>0.308784690245132</ns0:v>
                </ns0:pt>
                <ns0:pt idx="781">
                  <ns0:v>0.3096294334260648</ns0:v>
                </ns0:pt>
                <ns0:pt idx="782">
                  <ns0:v>0.30941635151648156</ns0:v>
                </ns0:pt>
                <ns0:pt idx="783">
                  <ns0:v>0.30839730066169868</ns0:v>
                </ns0:pt>
                <ns0:pt idx="784">
                  <ns0:v>0.30697510493685176</ns0:v>
                </ns0:pt>
                <ns0:pt idx="785">
                  <ns0:v>0.30584644886688345</ns0:v>
                </ns0:pt>
                <ns0:pt idx="786">
                  <ns0:v>0.30531955802026967</ns0:v>
                </ns0:pt>
                <ns0:pt idx="787">
                  <ns0:v>0.30486207498405821</ns0:v>
                </ns0:pt>
                <ns0:pt idx="788">
                  <ns0:v>0.30425329545523383</ns0:v>
                </ns0:pt>
                <ns0:pt idx="789">
                  <ns0:v>0.30376549816181209</ns0:v>
                </ns0:pt>
                <ns0:pt idx="790">
                  <ns0:v>0.30322234263662506</ns0:v>
                </ns0:pt>
                <ns0:pt idx="791">
                  <ns0:v>0.30257848059161169</ns0:v>
                </ns0:pt>
                <ns0:pt idx="792">
                  <ns0:v>0.30225129335898576</ns0:v>
                </ns0:pt>
                <ns0:pt idx="793">
                  <ns0:v>0.30218352433623918</ns0:v>
                </ns0:pt>
                <ns0:pt idx="794">
                  <ns0:v>0.30223333451656853</ns0:v>
                </ns0:pt>
                <ns0:pt idx="795">
                  <ns0:v>0.30268869379659569</ns0:v>
                </ns0:pt>
                <ns0:pt idx="796">
                  <ns0:v>0.30402302002965437</ns0:v>
                </ns0:pt>
                <ns0:pt idx="797">
                  <ns0:v>0.30599391815438665</ns0:v>
                </ns0:pt>
                <ns0:pt idx="798">
                  <ns0:v>0.30850248761247967</ns0:v>
                </ns0:pt>
                <ns0:pt idx="799">
                  <ns0:v>0.31123340138621275</ns0:v>
                </ns0:pt>
                <ns0:pt idx="800">
                  <ns0:v>0.31315584768209215</ns0:v>
                </ns0:pt>
                <ns0:pt idx="801">
                  <ns0:v>0.31396376164280321</ns0:v>
                </ns0:pt>
                <ns0:pt idx="802">
                  <ns0:v>0.31417630666345508</ns0:v>
                </ns0:pt>
                <ns0:pt idx="803">
                  <ns0:v>0.31373779433659238</ns0:v>
                </ns0:pt>
                <ns0:pt idx="804">
                  <ns0:v>0.3127488609051875</ns0:v>
                </ns0:pt>
                <ns0:pt idx="805">
                  <ns0:v>0.31192824775428613</ns0:v>
                </ns0:pt>
                <ns0:pt idx="806">
                  <ns0:v>0.3114704844540937</ns0:v>
                </ns0:pt>
                <ns0:pt idx="807">
                  <ns0:v>0.31111734829781051</ns0:v>
                </ns0:pt>
                <ns0:pt idx="808">
                  <ns0:v>0.31081762850213168</ns0:v>
                </ns0:pt>
                <ns0:pt idx="809">
                  <ns0:v>0.31070518964035826</ns0:v>
                </ns0:pt>
                <ns0:pt idx="810">
                  <ns0:v>0.31049295525887877</ns0:v>
                </ns0:pt>
                <ns0:pt idx="811">
                  <ns0:v>0.30960771751160943</ns0:v>
                </ns0:pt>
                <ns0:pt idx="812">
                  <ns0:v>0.30840995323909137</ns0:v>
                </ns0:pt>
                <ns0:pt idx="813">
                  <ns0:v>0.30712033937680738</ns0:v>
                </ns0:pt>
                <ns0:pt idx="814">
                  <ns0:v>0.30576647920846456</ns0:v>
                </ns0:pt>
                <ns0:pt idx="815">
                  <ns0:v>0.30483623522649472</ns0:v>
                </ns0:pt>
                <ns0:pt idx="816">
                  <ns0:v>0.30497724789437403</ns0:v>
                </ns0:pt>
                <ns0:pt idx="817">
                  <ns0:v>0.30590719517382775</ns0:v>
                </ns0:pt>
                <ns0:pt idx="818">
                  <ns0:v>0.30749092607080869</ns0:v>
                </ns0:pt>
                <ns0:pt idx="819">
                  <ns0:v>0.30927264299588075</ns0:v>
                </ns0:pt>
                <ns0:pt idx="820">
                  <ns0:v>0.31049302422964692</ns0:v>
                </ns0:pt>
                <ns0:pt idx="821">
                  <ns0:v>0.31079852630862298</ns0:v>
                </ns0:pt>
                <ns0:pt idx="822">
                  <ns0:v>0.31054775580498351</ns0:v>
                </ns0:pt>
                <ns0:pt idx="823">
                  <ns0:v>0.30977776062293094</ns0:v>
                </ns0:pt>
                <ns0:pt idx="824">
                  <ns0:v>0.30866860123532452</ns0:v>
                </ns0:pt>
                <ns0:pt idx="825">
                  <ns0:v>0.30795119005625687</ns0:v>
                </ns0:pt>
                <ns0:pt idx="826">
                  <ns0:v>0.30749250960618474</ns0:v>
                </ns0:pt>
                <ns0:pt idx="827">
                  <ns0:v>0.30670335783577096</ns0:v>
                </ns0:pt>
                <ns0:pt idx="828">
                  <ns0:v>0.30575636589061889</ns0:v>
                </ns0:pt>
                <ns0:pt idx="829">
                  <ns0:v>0.30493718997575892</ns0:v>
                </ns0:pt>
                <ns0:pt idx="830">
                  <ns0:v>0.30400755358367981</ns0:v>
                </ns0:pt>
                <ns0:pt idx="831">
                  <ns0:v>0.30294207955162855</ns0:v>
                </ns0:pt>
                <ns0:pt idx="832">
                  <ns0:v>0.30214396669182714</ns0:v>
                </ns0:pt>
                <ns0:pt idx="833">
                  <ns0:v>0.30153917136637332</ns0:v>
                </ns0:pt>
                <ns0:pt idx="834">
                  <ns0:v>0.30095895556176044</ns0:v>
                </ns0:pt>
                <ns0:pt idx="835">
                  <ns0:v>0.30076481463251731</ns0:v>
                </ns0:pt>
                <ns0:pt idx="836">
                  <ns0:v>0.30155425550835596</ns0:v>
                </ns0:pt>
                <ns0:pt idx="837">
                  <ns0:v>0.30303931730301181</ns0:v>
                </ns0:pt>
                <ns0:pt idx="838">
                  <ns0:v>0.30519270524037795</ns0:v>
                </ns0:pt>
                <ns0:pt idx="839">
                  <ns0:v>0.30764161806139445</ns0:v>
                </ns0:pt>
                <ns0:pt idx="840">
                  <ns0:v>0.30950398897856363</ns0:v>
                </ns0:pt>
                <ns0:pt idx="841">
                  <ns0:v>0.31025845019210574</ns0:v>
                </ns0:pt>
                <ns0:pt idx="842">
                  <ns0:v>0.31040546472548791</ns0:v>
                </ns0:pt>
                <ns0:pt idx="843">
                  <ns0:v>0.31007023939091061</ns0:v>
                </ns0:pt>
                <ns0:pt idx="844">
                  <ns0:v>0.30936275049750722</ns0:v>
                </ns0:pt>
                <ns0:pt idx="845">
                  <ns0:v>0.3088586935771116</ns0:v>
                </ns0:pt>
                <ns0:pt idx="846">
                  <ns0:v>0.3088227096825904</ns0:v>
                </ns0:pt>
                <ns0:pt idx="847">
                  <ns0:v>0.30875417509407937</ns0:v>
                </ns0:pt>
                <ns0:pt idx="848">
                  <ns0:v>0.30842221582007917</ns0:v>
                </ns0:pt>
                <ns0:pt idx="849">
                  <ns0:v>0.30776723398730271</ns0:v>
                </ns0:pt>
                <ns0:pt idx="850">
                  <ns0:v>0.30625925378216329</ns0:v>
                </ns0:pt>
                <ns0:pt idx="851">
                  <ns0:v>0.30407580115349897</ns0:v>
                </ns0:pt>
                <ns0:pt idx="852">
                  <ns0:v>0.30204290419178881</ns0:v>
                </ns0:pt>
                <ns0:pt idx="853">
                  <ns0:v>0.30037946850195629</ns0:v>
                </ns0:pt>
                <ns0:pt idx="854">
                  <ns0:v>0.29908073071510555</ns0:v>
                </ns0:pt>
                <ns0:pt idx="855">
                  <ns0:v>0.29852611029178805</ns0:v>
                </ns0:pt>
                <ns0:pt idx="856">
                  <ns0:v>0.29917064115209391</ns0:v>
                </ns0:pt>
                <ns0:pt idx="857">
                  <ns0:v>0.30056161106318574</ns0:v>
                </ns0:pt>
                <ns0:pt idx="858">
                  <ns0:v>0.30247250872953751</ns0:v>
                </ns0:pt>
                <ns0:pt idx="859">
                  <ns0:v>0.30459916688630112</ns0:v>
                </ns0:pt>
                <ns0:pt idx="860">
                  <ns0:v>0.30611928778078279</ns0:v>
                </ns0:pt>
                <ns0:pt idx="861">
                  <ns0:v>0.30675877947915431</ns0:v>
                </ns0:pt>
                <ns0:pt idx="862">
                  <ns0:v>0.30689821499020059</ns0:v>
                </ns0:pt>
                <ns0:pt idx="863">
                  <ns0:v>0.3065016657552056</ns0:v>
                </ns0:pt>
                <ns0:pt idx="864">
                  <ns0:v>0.30574167077562597</ns0:v>
                </ns0:pt>
                <ns0:pt idx="865">
                  <ns0:v>0.30520936852914848</ns0:v>
                </ns0:pt>
                <ns0:pt idx="866">
                  <ns0:v>0.3048567535605532</ns0:v>
                </ns0:pt>
                <ns0:pt idx="867">
                  <ns0:v>0.30409970192703062</ns0:v>
                </ns0:pt>
                <ns0:pt idx="868">
                  <ns0:v>0.30300597160655468</ns0:v>
                </ns0:pt>
                <ns0:pt idx="869">
                  <ns0:v>0.3019924339386349</ns0:v>
                </ns0:pt>
                <ns0:pt idx="870">
                  <ns0:v>0.30089992290605039</ns0:v>
                </ns0:pt>
                <ns0:pt idx="871">
                  <ns0:v>0.29930753251914072</ns0:v>
                </ns0:pt>
                <ns0:pt idx="872">
                  <ns0:v>0.2976600596309974</ns0:v>
                </ns0:pt>
                <ns0:pt idx="873">
                  <ns0:v>0.29631625017408286</ns0:v>
                </ns0:pt>
                <ns0:pt idx="874">
                  <ns0:v>0.29540433913573011</ns0:v>
                </ns0:pt>
                <ns0:pt idx="875">
                  <ns0:v>0.29566681535479444</ns0:v>
                </ns0:pt>
                <ns0:pt idx="876">
                  <ns0:v>0.2974346258329823</ns0:v>
                </ns0:pt>
                <ns0:pt idx="877">
                  <ns0:v>0.29999212846335505</ns0:v>
                </ns0:pt>
                <ns0:pt idx="878">
                  <ns0:v>0.30288476289987232</ns0:v>
                </ns0:pt>
                <ns0:pt idx="879">
                  <ns0:v>0.30576106819763671</ns0:v>
                </ns0:pt>
                <ns0:pt idx="880">
                  <ns0:v>0.30779640096997429</ns0:v>
                </ns0:pt>
                <ns0:pt idx="881">
                  <ns0:v>0.30872769604366573</ns0:v>
                </ns0:pt>
                <ns0:pt idx="882">
                  <ns0:v>0.30898014733712598</ns0:v>
                </ns0:pt>
                <ns0:pt idx="883">
                  <ns0:v>0.30856843461703654</ns0:v>
                </ns0:pt>
                <ns0:pt idx="884">
                  <ns0:v>0.30769881781379704</ns0:v>
                </ns0:pt>
                <ns0:pt idx="885">
                  <ns0:v>0.3070772354098954</ns0:v>
                </ns0:pt>
                <ns0:pt idx="886">
                  <ns0:v>0.30682061719141351</ns0:v>
                </ns0:pt>
                <ns0:pt idx="887">
                  <ns0:v>0.30654705621953054</ns0:v>
                </ns0:pt>
                <ns0:pt idx="888">
                  <ns0:v>0.30610643637657625</ns0:v>
                </ns0:pt>
                <ns0:pt idx="889">
                  <ns0:v>0.30534729613770362</ns0:v>
                </ns0:pt>
                <ns0:pt idx="890">
                  <ns0:v>0.30371860107884319</ns0:v>
                </ns0:pt>
                <ns0:pt idx="891">
                  <ns0:v>0.3015459188797241</ns0:v>
                </ns0:pt>
                <ns0:pt idx="892">
                  <ns0:v>0.29970632218067095</ns0:v>
                </ns0:pt>
                <ns0:pt idx="893">
                  <ns0:v>0.29830320351255302</ns0:v>
                </ns0:pt>
                <ns0:pt idx="894">
                  <ns0:v>0.29737210271515219</ns0:v>
                </ns0:pt>
                <ns0:pt idx="895">
                  <ns0:v>0.29722796221733971</ns0:v>
                </ns0:pt>
                <ns0:pt idx="896">
                  <ns0:v>0.29812697101768981</ns0:v>
                </ns0:pt>
                <ns0:pt idx="897">
                  <ns0:v>0.2994848889691194</ns0:v>
                </ns0:pt>
                <ns0:pt idx="898">
                  <ns0:v>0.30110154441532555</ns0:v>
                </ns0:pt>
                <ns0:pt idx="899">
                  <ns0:v>0.30296450817559539</ns0:v>
                </ns0:pt>
                <ns0:pt idx="900">
                  <ns0:v>0.30431976773859248</ns0:v>
                </ns0:pt>
                <ns0:pt idx="901">
                  <ns0:v>0.30462439655650209</ns0:v>
                </ns0:pt>
                <ns0:pt idx="902">
                  <ns0:v>0.30427247080788677</ns0:v>
                </ns0:pt>
                <ns0:pt idx="903">
                  <ns0:v>0.30338000358761991</ns0:v>
                </ns0:pt>
                <ns0:pt idx="904">
                  <ns0:v>0.30194475697042467</ns0:v>
                </ns0:pt>
                <ns0:pt idx="905">
                  <ns0:v>0.30067128109960728</ns0:v>
                </ns0:pt>
                <ns0:pt idx="906">
                  <ns0:v>0.29995508689978612</ns0:v>
                </ns0:pt>
                <ns0:pt idx="907">
                  <ns0:v>0.29941060987568358</ns0:v>
                </ns0:pt>
                <ns0:pt idx="908">
                  <ns0:v>0.2990363726655963</ns0:v>
                </ns0:pt>
                <ns0:pt idx="909">
                  <ns0:v>0.29862351440839519</ns0:v>
                </ns0:pt>
                <ns0:pt idx="910">
                  <ns0:v>0.29771016863829863</ns0:v>
                </ns0:pt>
                <ns0:pt idx="911">
                  <ns0:v>0.29596265991259152</ns0:v>
                </ns0:pt>
                <ns0:pt idx="912">
                  <ns0:v>0.29392808461796621</ns0:v>
                </ns0:pt>
                <ns0:pt idx="913">
                  <ns0:v>0.29202837624336486</ns0:v>
                </ns0:pt>
                <ns0:pt idx="914">
                  <ns0:v>0.29064670753837307</ns0:v>
                </ns0:pt>
                <ns0:pt idx="915">
                  <ns0:v>0.29062264499350116</ns0:v>
                </ns0:pt>
                <ns0:pt idx="916">
                  <ns0:v>0.29216608897936674</ns0:v>
                </ns0:pt>
                <ns0:pt idx="917">
                  <ns0:v>0.29447266855588056</ns0:v>
                </ns0:pt>
                <ns0:pt idx="918">
                  <ns0:v>0.29714643294532261</ns0:v>
                </ns0:pt>
                <ns0:pt idx="919">
                  <ns0:v>0.29973717279964868</ns0:v>
                </ns0:pt>
                <ns0:pt idx="920">
                  <ns0:v>0.30146083918529781</ns0:v>
                </ns0:pt>
                <ns0:pt idx="921">
                  <ns0:v>0.30223011371903424</ns0:v>
                </ns0:pt>
                <ns0:pt idx="922">
                  <ns0:v>0.30260862351115714</ns0:v>
                </ns0:pt>
                <ns0:pt idx="923">
                  <ns0:v>0.30266034479566384</ns0:v>
                </ns0:pt>
                <ns0:pt idx="924">
                  <ns0:v>0.30238132710819882</ns0:v>
                </ns0:pt>
                <ns0:pt idx="925">
                  <ns0:v>0.30236452941850245</ns0:v>
                </ns0:pt>
                <ns0:pt idx="926">
                  <ns0:v>0.3024951818693799</ns0:v>
                </ns0:pt>
                <ns0:pt idx="927">
                  <ns0:v>0.30218014091981332</ns0:v>
                </ns0:pt>
                <ns0:pt idx="928">
                  <ns0:v>0.30152074904437282</ns0:v>
                </ns0:pt>
                <ns0:pt idx="929">
                  <ns0:v>0.30091148503892962</ns0:v>
                </ns0:pt>
                <ns0:pt idx="930">
                  <ns0:v>0.30015702803855804</ns0:v>
                </ns0:pt>
                <ns0:pt idx="931">
                  <ns0:v>0.29870297727497647</ns0:v>
                </ns0:pt>
                <ns0:pt idx="932">
                  <ns0:v>0.29696076308370239</ns0:v>
                </ns0:pt>
                <ns0:pt idx="933">
                  <ns0:v>0.29513653087183045</ns0:v>
                </ns0:pt>
                <ns0:pt idx="934">
                  <ns0:v>0.29343880055682764</ns0:v>
                </ns0:pt>
                <ns0:pt idx="935">
                  <ns0:v>0.29264488988174026</ns0:v>
                </ns0:pt>
                <ns0:pt idx="936">
                  <ns0:v>0.29327587870143373</ns0:v>
                </ns0:pt>
                <ns0:pt idx="937">
                  <ns0:v>0.29473819559869169</ns0:v>
                </ns0:pt>
                <ns0:pt idx="938">
                  <ns0:v>0.29696901643335416</ns0:v>
                </ns0:pt>
                <ns0:pt idx="939">
                  <ns0:v>0.29992074491386395</ns0:v>
                </ns0:pt>
                <ns0:pt idx="940">
                  <ns0:v>0.30270865549733728</ns0:v>
                </ns0:pt>
                <ns0:pt idx="941">
                  <ns0:v>0.30448454335590847</ns0:v>
                </ns0:pt>
                <ns0:pt idx="942">
                  <ns0:v>0.30534415638476625</ns0:v>
                </ns0:pt>
                <ns0:pt idx="943">
                  <ns0:v>0.3055691554984572</ns0:v>
                </ns0:pt>
                <ns0:pt idx="944">
                  <ns0:v>0.30534331959854294</ns0:v>
                </ns0:pt>
                <ns0:pt idx="945">
                  <ns0:v>0.30520214774678778</ns0:v>
                </ns0:pt>
                <ns0:pt idx="946">
                  <ns0:v>0.30501469652998003</ns0:v>
                </ns0:pt>
                <ns0:pt idx="947">
                  <ns0:v>0.30428182169545082</ns0:v>
                </ns0:pt>
                <ns0:pt idx="948">
                  <ns0:v>0.30272744525888451</ns0:v>
                </ns0:pt>
                <ns0:pt idx="949">
                  <ns0:v>0.30084402738715488</ns0:v>
                </ns0:pt>
                <ns0:pt idx="950">
                  <ns0:v>0.298573469468085</ns0:v>
                </ns0:pt>
                <ns0:pt idx="951">
                  <ns0:v>0.29621059362296676</ns0:v>
                </ns0:pt>
                <ns0:pt idx="952">
                  <ns0:v>0.29458292746377013</ns0:v>
                </ns0:pt>
                <ns0:pt idx="953">
                  <ns0:v>0.2938026752564567</ns0:v>
                </ns0:pt>
                <ns0:pt idx="954">
                  <ns0:v>0.29355936673214544</ns0:v>
                </ns0:pt>
                <ns0:pt idx="955">
                  <ns0:v>0.29397742756996015</ns0:v>
                </ns0:pt>
                <ns0:pt idx="956">
                  <ns0:v>0.29540370544669736</ns0:v>
                </ns0:pt>
                <ns0:pt idx="957">
                  <ns0:v>0.29737180886695858</ns0:v>
                </ns0:pt>
                <ns0:pt idx="958">
                  <ns0:v>0.2997113724493648</ns0:v>
                </ns0:pt>
                <ns0:pt idx="959">
                  <ns0:v>0.30227688881478848</ns0:v>
                </ns0:pt>
                <ns0:pt idx="960">
                  <ns0:v>0.30415589292148515</ns0:v>
                </ns0:pt>
                <ns0:pt idx="961">
                  <ns0:v>0.30504160291144705</ns0:v>
                </ns0:pt>
                <ns0:pt idx="962">
                  <ns0:v>0.30537415037744686</ns0:v>
                </ns0:pt>
                <ns0:pt idx="963">
                  <ns0:v>0.30489390281234008</ns0:v>
                </ns0:pt>
                <ns0:pt idx="964">
                  <ns0:v>0.30352695310768646</ns0:v>
                </ns0:pt>
                <ns0:pt idx="965">
                  <ns0:v>0.3019988478170933</ns0:v>
                </ns0:pt>
                <ns0:pt idx="966">
                  <ns0:v>0.30055988002155198</ns0:v>
                </ns0:pt>
                <ns0:pt idx="967">
                  <ns0:v>0.29902224575831882</ns0:v>
                </ns0:pt>
                <ns0:pt idx="968">
                  <ns0:v>0.29743267251945438</ns0:v>
                </ns0:pt>
                <ns0:pt idx="969">
                  <ns0:v>0.29596164816131504</ns0:v>
                </ns0:pt>
                <ns0:pt idx="970">
                  <ns0:v>0.29448695581525486</ns0:v>
                </ns0:pt>
                <ns0:pt idx="971">
                  <ns0:v>0.29297184765373602</ns0:v>
                </ns0:pt>
                <ns0:pt idx="972">
                  <ns0:v>0.29187471387064545</ns0:v>
                </ns0:pt>
                <ns0:pt idx="973">
                  <ns0:v>0.29163290232425659</ns0:v>
                </ns0:pt>
                <ns0:pt idx="974">
                  <ns0:v>0.2921009914395542</ns0:v>
                </ns0:pt>
                <ns0:pt idx="975">
                  <ns0:v>0.29343504003944243</ns0:v>
                </ns0:pt>
                <ns0:pt idx="976">
                  <ns0:v>0.2956141163449581</ns0:v>
                </ns0:pt>
                <ns0:pt idx="977">
                  <ns0:v>0.29782206149334089</ns0:v>
                </ns0:pt>
                <ns0:pt idx="978">
                  <ns0:v>0.29957163696039801</ns0:v>
                </ns0:pt>
                <ns0:pt idx="979">
                  <ns0:v>0.30089494774950576</ns0:v>
                </ns0:pt>
                <ns0:pt idx="980">
                  <ns0:v>0.30148787472724448</ns0:v>
                </ns0:pt>
                <ns0:pt idx="981">
                  <ns0:v>0.30143133890779078</ns0:v>
                </ns0:pt>
                <ns0:pt idx="982">
                  <ns0:v>0.30122826659244928</ns0:v>
                </ns0:pt>
                <ns0:pt idx="983">
                  <ns0:v>0.30084884019056968</ns0:v>
                </ns0:pt>
                <ns0:pt idx="984">
                  <ns0:v>0.30029512276216536</ns0:v>
                </ns0:pt>
                <ns0:pt idx="985">
                  <ns0:v>0.29986716853587259</ns0:v>
                </ns0:pt>
                <ns0:pt idx="986">
                  <ns0:v>0.29936017827435146</ns0:v>
                </ns0:pt>
                <ns0:pt idx="987">
                  <ns0:v>0.29829797128794722</ns0:v>
                </ns0:pt>
                <ns0:pt idx="988">
                  <ns0:v>0.29800193863358487</ns0:v>
                </ns0:pt>
                <ns0:pt idx="989">
                  <ns0:v>0.29776550702616167</ns0:v>
                </ns0:pt>
                <ns0:pt idx="990">
                  <ns0:v>0.29737846606786617</ns0:v>
                </ns0:pt>
                <ns0:pt idx="991">
                  <ns0:v>0.29711485096314749</ns0:v>
                </ns0:pt>
                <ns0:pt idx="992">
                  <ns0:v>0.29731299057931687</ns0:v>
                </ns0:pt>
                <ns0:pt idx="993">
                  <ns0:v>0.29775858693523433</ns0:v>
                </ns0:pt>
                <ns0:pt idx="994">
                  <ns0:v>0.29828987458771866</ns0:v>
                </ns0:pt>
                <ns0:pt idx="995">
                  <ns0:v>0.2990965438167078</ns0:v>
                </ns0:pt>
                <ns0:pt idx="996">
                  <ns0:v>0.30046343292415945</ns0:v>
                </ns0:pt>
                <ns0:pt idx="997">
                  <ns0:v>0.30217956995199113</ns0:v>
                </ns0:pt>
                <ns0:pt idx="998">
                  <ns0:v>0.30411176327668132</ns0:v>
                </ns0:pt>
                <ns0:pt idx="999">
                  <ns0:v>0.30581400505884554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0.00044624055012671185</ns0:v>
                </ns0:pt>
                <ns0:pt idx="201">
                  <ns0:v>0.00066266351828631585</ns0:v>
                </ns0:pt>
                <ns0:pt idx="202">
                  <ns0:v>0.00094295662572063883</ns0:v>
                </ns0:pt>
                <ns0:pt idx="203">
                  <ns0:v>0.0012828950484901807</ns0:v>
                </ns0:pt>
                <ns0:pt idx="204">
                  <ns0:v>0.0016706771941183798</ns0:v>
                </ns0:pt>
                <ns0:pt idx="205">
                  <ns0:v>0.0020896012566009228</ns0:v>
                </ns0:pt>
                <ns0:pt idx="206">
                  <ns0:v>0.0025234566474765909</ns0:v>
                </ns0:pt>
                <ns0:pt idx="207">
                  <ns0:v>0.0029600442923297973</ns0:v>
                </ns0:pt>
                <ns0:pt idx="208">
                  <ns0:v>0.0033915479860193018</ns0:v>
                </ns0:pt>
                <ns0:pt idx="209">
                  <ns0:v>0.0038108885137242</ns0:v>
                </ns0:pt>
                <ns0:pt idx="210">
                  <ns0:v>0.0042088216983537704</ns0:v>
                </ns0:pt>
                <ns0:pt idx="211">
                  <ns0:v>0.0045797968148505019</ns0:v>
                </ns0:pt>
                <ns0:pt idx="212">
                  <ns0:v>0.0049200666556447076</ns0:v>
                </ns0:pt>
                <ns0:pt idx="213">
                  <ns0:v>0.0054358702956717585</ns0:v>
                </ns0:pt>
                <ns0:pt idx="214">
                  <ns0:v>0.0059368469859088112</ns0:v>
                </ns0:pt>
                <ns0:pt idx="215">
                  <ns0:v>0.0064153454401561227</ns0:v>
                </ns0:pt>
                <ns0:pt idx="216">
                  <ns0:v>0.006863821818293688</ns0:v>
                </ns0:pt>
                <ns0:pt idx="217">
                  <ns0:v>0.0072765122795827386</ns0:v>
                </ns0:pt>
                <ns0:pt idx="218">
                  <ns0:v>0.0076499305838340151</ns0:v>
                </ns0:pt>
                <ns0:pt idx="219">
                  <ns0:v>0.0079805717906366244</ns0:v>
                </ns0:pt>
                <ns0:pt idx="220">
                  <ns0:v>0.0082655961577606223</ns0:v>
                </ns0:pt>
                <ns0:pt idx="221">
                  <ns0:v>0.0085017754709176534</ns0:v>
                </ns0:pt>
                <ns0:pt idx="222">
                  <ns0:v>0.0086822496967699572</ns0:v>
                </ns0:pt>
                <ns0:pt idx="223">
                  <ns0:v>0.0088001098720142338</ns0:v>
                </ns0:pt>
                <ns0:pt idx="224">
                  <ns0:v>0.0088491386544818935</ns0:v>
                </ns0:pt>
                <ns0:pt idx="225">
                  <ns0:v>0.008823940981940729</ns0:v>
                </ns0:pt>
                <ns0:pt idx="226">
                  <ns0:v>0.0087191752054764596</ns0:v>
                </ns0:pt>
                <ns0:pt idx="227">
                  <ns0:v>0.0085384920687063062</ns0:v>
                </ns0:pt>
                <ns0:pt idx="228">
                  <ns0:v>0.0082914525054963387</ns0:v>
                </ns0:pt>
                <ns0:pt idx="229">
                  <ns0:v>0.0079846308256291583</ns0:v>
                </ns0:pt>
                <ns0:pt idx="230">
                  <ns0:v>0.0076280202311150734</ns0:v>
                </ns0:pt>
                <ns0:pt idx="231">
                  <ns0:v>0.0072370380411480237</ns0:v>
                </ns0:pt>
                <ns0:pt idx="232">
                  <ns0:v>0.0068252061938381802</ns0:v>
                </ns0:pt>
                <ns0:pt idx="233">
                  <ns0:v>0.0064028631311675299</ns0:v>
                </ns0:pt>
                <ns0:pt idx="234">
                  <ns0:v>0.0059809556172626555</ns0:v>
                </ns0:pt>
                <ns0:pt idx="235">
                  <ns0:v>0.0055727527243386874</ns0:v>
                </ns0:pt>
                <ns0:pt idx="236">
                  <ns0:v>0.0051880845395244953</ns0:v>
                </ns0:pt>
                <ns0:pt idx="237">
                  <ns0:v>0.0048333075985639339</ns0:v>
                </ns0:pt>
                <ns0:pt idx="238">
                  <ns0:v>0.004511678274311242</ns0:v>
                </ns0:pt>
                <ns0:pt idx="239">
                  <ns0:v>0.004225298750897475</ns0:v>
                </ns0:pt>
                <ns0:pt idx="240">
                  <ns0:v>0.0039754696538863103</ns0:v>
                </ns0:pt>
                <ns0:pt idx="241">
                  <ns0:v>0.0037628876882102786</ns0:v>
                </ns0:pt>
                <ns0:pt idx="242">
                  <ns0:v>0.0035869570280618089</ns0:v>
                </ns0:pt>
                <ns0:pt idx="243">
                  <ns0:v>0.0034455763896327797</ns0:v>
                </ns0:pt>
                <ns0:pt idx="244">
                  <ns0:v>0.0033372068940731793</ns0:v>
                </ns0:pt>
                <ns0:pt idx="245">
                  <ns0:v>0.0032603216697833686</ns0:v>
                </ns0:pt>
                <ns0:pt idx="246">
                  <ns0:v>0.0032134921489695486</ns0:v>
                </ns0:pt>
                <ns0:pt idx="247">
                  <ns0:v>0.0031953122179981231</ns0:v>
                </ns0:pt>
                <ns0:pt idx="248">
                  <ns0:v>0.0032036948798197591</ns0:v>
                </ns0:pt>
                <ns0:pt idx="249">
                  <ns0:v>0.0032350717120673204</ns0:v>
                </ns0:pt>
                <ns0:pt idx="250">
                  <ns0:v>0.0032836692793411547</ns0:v>
                </ns0:pt>
                <ns0:pt idx="251">
                  <ns0:v>0.0033413749013873973</ns0:v>
                </ns0:pt>
                <ns0:pt idx="252">
                  <ns0:v>0.0033947129680963728</ns0:v>
                </ns0:pt>
                <ns0:pt idx="253">
                  <ns0:v>0.0034303875732183647</ns0:v>
                </ns0:pt>
                <ns0:pt idx="254">
                  <ns0:v>0.003446031530172481</ns0:v>
                </ns0:pt>
                <ns0:pt idx="255">
                  <ns0:v>0.0034427319893150106</ns0:v>
                </ns0:pt>
                <ns0:pt idx="256">
                  <ns0:v>0.003422910783254433</ns0:v>
                </ns0:pt>
                <ns0:pt idx="257">
                  <ns0:v>0.0033852602704763503</ns0:v>
                </ns0:pt>
                <ns0:pt idx="258">
                  <ns0:v>0.0033271360836383533</ns0:v>
                </ns0:pt>
                <ns0:pt idx="259">
                  <ns0:v>0.0032450612687056034</ns0:v>
                </ns0:pt>
                <ns0:pt idx="260">
                  <ns0:v>0.003136197405020723</ns0:v>
                </ns0:pt>
                <ns0:pt idx="261">
                  <ns0:v>0.0029990274922711813</ns0:v>
                </ns0:pt>
                <ns0:pt idx="262">
                  <ns0:v>0.0028344978488674573</ns0:v>
                </ns0:pt>
                <ns0:pt idx="263">
                  <ns0:v>0.002646088000329993</ns0:v>
                </ns0:pt>
                <ns0:pt idx="264">
                  <ns0:v>0.0024389903187297282</ns0:v>
                </ns0:pt>
                <ns0:pt idx="265">
                  <ns0:v>0.0022203858692532016</ns0:v>
                </ns0:pt>
                <ns0:pt idx="266">
                  <ns0:v>0.0019990105947636605</ns0:v>
                </ns0:pt>
                <ns0:pt idx="267">
                  <ns0:v>0.0017823913125498887</ns0:v>
                </ns0:pt>
                <ns0:pt idx="268">
                  <ns0:v>0.0015762758927227011</ns0:v>
                </ns0:pt>
                <ns0:pt idx="269">
                  <ns0:v>0.0013848101705705384</ns0:v>
                </ns0:pt>
                <ns0:pt idx="270">
                  <ns0:v>0.0012110798100761864</ns0:v>
                </ns0:pt>
                <ns0:pt idx="271">
                  <ns0:v>0.0010568965296803242</ns0:v>
                </ns0:pt>
                <ns0:pt idx="272">
                  <ns0:v>0.00092303220276067019</ns0:v>
                </ns0:pt>
                <ns0:pt idx="273">
                  <ns0:v>0.00080975270644084501</ns0:v>
                </ns0:pt>
                <ns0:pt idx="274">
                  <ns0:v>0.00071714049824956802</ns0:v>
                </ns0:pt>
                <ns0:pt idx="275">
                  <ns0:v>0.00064527670658735717</ns0:v>
                </ns0:pt>
                <ns0:pt idx="276">
                  <ns0:v>0.00059389099017792481</ns0:v>
                </ns0:pt>
                <ns0:pt idx="277">
                  <ns0:v>0.00056216243288678214</ns0:v>
                </ns0:pt>
                <ns0:pt idx="278">
                  <ns0:v>0.00054852478013181255</ns0:v>
                </ns0:pt>
                <ns0:pt idx="279">
                  <ns0:v>0.00054964646066633634</ns0:v>
                </ns0:pt>
                <ns0:pt idx="280">
                  <ns0:v>0.00056094612907603392</ns0:v>
                </ns0:pt>
                <ns0:pt idx="281">
                  <ns0:v>0.00057354012228157743</ns0:v>
                </ns0:pt>
                <ns0:pt idx="282">
                  <ns0:v>0.00058364665582307364</ns0:v>
                </ns0:pt>
                <ns0:pt idx="283">
                  <ns0:v>0.00059080173595759896</ns0:v>
                </ns0:pt>
                <ns0:pt idx="284">
                  <ns0:v>0.00059609412548487328</ns0:v>
                </ns0:pt>
                <ns0:pt idx="285">
                  <ns0:v>0.00060008907945232194</ns0:v>
                </ns0:pt>
                <ns0:pt idx="286">
                  <ns0:v>0.00060273427108770248</ns0:v>
                </ns0:pt>
                <ns0:pt idx="287">
                  <ns0:v>0.00060384042750032574</ns0:v>
                </ns0:pt>
                <ns0:pt idx="288">
                  <ns0:v>0.00060326961100044168</ns0:v>
                </ns0:pt>
                <ns0:pt idx="289">
                  <ns0:v>0.00060093695126466008</ns0:v>
                </ns0:pt>
                <ns0:pt idx="290">
                  <ns0:v>0.00059589090999564347</ns0:v>
                </ns0:pt>
                <ns0:pt idx="291">
                  <ns0:v>0.00058596921592378177</ns0:v>
                </ns0:pt>
                <ns0:pt idx="292">
                  <ns0:v>0.00056986759022182589</ns0:v>
                </ns0:pt>
                <ns0:pt idx="293">
                  <ns0:v>0.00054730471514107882</ns0:v>
                </ns0:pt>
                <ns0:pt idx="294">
                  <ns0:v>0.00051875289198813161</ns0:v>
                </ns0:pt>
                <ns0:pt idx="295">
                  <ns0:v>0.00048490310389235936</ns0:v>
                </ns0:pt>
                <ns0:pt idx="296">
                  <ns0:v>0.00044694614975811773</ns0:v>
                </ns0:pt>
                <ns0:pt idx="297">
                  <ns0:v>0.0004064543746410892</ns0:v>
                </ns0:pt>
                <ns0:pt idx="298">
                  <ns0:v>0.0003651468264908945</ns0:v>
                </ns0:pt>
                <ns0:pt idx="299">
                  <ns0:v>0.0003247195554532452</ns0:v>
                </ns0:pt>
                <ns0:pt idx="300">
                  <ns0:v>0.00028671187267339404</ns0:v>
                </ns0:pt>
                <ns0:pt idx="301">
                  <ns0:v>0.00025241222440410742</ns0:v>
                </ns0:pt>
                <ns0:pt idx="302">
                  <ns0:v>0.00022280788579398362</ns0:v>
                </ns0:pt>
                <ns0:pt idx="303">
                  <ns0:v>0.00019826537228791988</ns0:v>
                </ns0:pt>
                <ns0:pt idx="304">
                  <ns0:v>0.00017877755843124051</ns0:v>
                </ns0:pt>
                <ns0:pt idx="305">
                  <ns0:v>0.00016412604018698916</ns0:v>
                </ns0:pt>
                <ns0:pt idx="306">
                  <ns0:v>0.0001539406834749512</ns0:v>
                </ns0:pt>
                <ns0:pt idx="307">
                  <ns0:v>0.00014776735709489501</ns0:v>
                </ns0:pt>
                <ns0:pt idx="308">
                  <ns0:v>0.0001446325997454618</ns0:v>
                </ns0:pt>
                <ns0:pt idx="309">
                  <ns0:v>0.00014284240198596802</ns0:v>
                </ns0:pt>
                <ns0:pt idx="310">
                  <ns0:v>0.00014139329582544508</ns0:v>
                </ns0:pt>
                <ns0:pt idx="311">
                  <ns0:v>0.00013995122654342706</ns0:v>
                </ns0:pt>
                <ns0:pt idx="312">
                  <ns0:v>0.00013841251175296217</ns0:v>
                </ns0:pt>
                <ns0:pt idx="313">
                  <ns0:v>0.00013672991842756321</ns0:v>
                </ns0:pt>
                <ns0:pt idx="314">
                  <ns0:v>0.00013486351034914487</ns0:v>
                </ns0:pt>
                <ns0:pt idx="315">
                  <ns0:v>0.00013277921656523048</ns0:v>
                </ns0:pt>
                <ns0:pt idx="316">
                  <ns0:v>0.0001304524751700952</ns0:v>
                </ns0:pt>
                <ns0:pt idx="317">
                  <ns0:v>0.00012786704076209602</ns0:v>
                </ns0:pt>
                <ns0:pt idx="318">
                  <ns0:v>0.00012501736520150478</ns0:v>
                </ns0:pt>
                <ns0:pt idx="319">
                  <ns0:v>0.00012190955395601977</ns0:v>
                </ns0:pt>
                <ns0:pt idx="320">
                  <ns0:v>0.00011856073412561477</ns0:v>
                </ns0:pt>
                <ns0:pt idx="321">
                  <ns0:v>0.00011494655462268603</ns0:v>
                </ns0:pt>
                <ns0:pt idx="322">
                  <ns0:v>0.00011107754638490055</ns0:v>
                </ns0:pt>
                <ns0:pt idx="323">
                  <ns0:v>0.00010701439919376461</ns0:v>
                </ns0:pt>
                <ns0:pt idx="324">
                  <ns0:v>0.00010284073374253522</ns0:v>
                </ns0:pt>
                <ns0:pt idx="325">
                  <ns0:v>9.8645931541917756e-05</ns0:v>
                </ns0:pt>
                <ns0:pt idx="326">
                  <ns0:v>9.4515115303688607e-05</ns0:v>
                </ns0:pt>
                <ns0:pt idx="327">
                  <ns0:v>9.0491183889243674e-05</ns0:v>
                </ns0:pt>
                <ns0:pt idx="328">
                  <ns0:v>8.6546273208639097e-05</ns0:v>
                </ns0:pt>
                <ns0:pt idx="329">
                  <ns0:v>8.2681384562637109e-05</ns0:v>
                </ns0:pt>
                <ns0:pt idx="330">
                  <ns0:v>7.890519061409099e-05</ns0:v>
                </ns0:pt>
                <ns0:pt idx="331">
                  <ns0:v>7.5223459397611716e-05</ns0:v>
                </ns0:pt>
                <ns0:pt idx="332">
                  <ns0:v>7.1635511610290293e-05</ns0:v>
                </ns0:pt>
                <ns0:pt idx="333">
                  <ns0:v>6.8134028049386824e-05</ns0:v>
                </ns0:pt>
                <ns0:pt idx="334">
                  <ns0:v>6.4706267507094818e-05</ns0:v>
                </ns0:pt>
                <ns0:pt idx="335">
                  <ns0:v>6.1335763218246301e-05</ns0:v>
                </ns0:pt>
                <ns0:pt idx="336">
                  <ns0:v>5.8004126463888334e-05</ns0:v>
                </ns0:pt>
                <ns0:pt idx="337">
                  <ns0:v>5.4692802665457203e-05</ns0:v>
                </ns0:pt>
                <ns0:pt idx="338">
                  <ns0:v>5.1384647369812157e-05</ns0:v>
                </ns0:pt>
                <ns0:pt idx="339">
                  <ns0:v>4.8065285341271364e-05</ns0:v>
                </ns0:pt>
                <ns0:pt idx="340">
                  <ns0:v>4.4724166380063224e-05</ns0:v>
                </ns0:pt>
                <ns0:pt idx="341">
                  <ns0:v>4.1355190661112013e-05</ns0:v>
                </ns0:pt>
                <ns0:pt idx="342">
                  <ns0:v>3.7956870872017472e-05</ns0:v>
                </ns0:pt>
                <ns0:pt idx="343">
                  <ns0:v>3.4532183590405303e-05</ns0:v>
                </ns0:pt>
                <ns0:pt idx="344">
                  <ns0:v>3.1088219430008043e-05</ns0:v>
                </ns0:pt>
                <ns0:pt idx="345">
                  <ns0:v>2.7635367676371461e-05</ns0:v>
                </ns0:pt>
                <ns0:pt idx="346">
                  <ns0:v>2.4186503366409303e-05</ns0:v>
                </ns0:pt>
                <ns0:pt idx="347">
                  <ns0:v>2.0755958650434592e-05</ns0:v>
                </ns0:pt>
                <ns0:pt idx="348">
                  <ns0:v>1.7358539193125148e-05</ns0:v>
                </ns0:pt>
                <ns0:pt idx="349">
                  <ns0:v>1.4007953587082841e-05</ns0:v>
                </ns0:pt>
                <ns0:pt idx="350">
                  <ns0:v>1.0711250087622779e-05</ns0:v>
                </ns0:pt>
                <ns0:pt idx="351">
                  <ns0:v>7.4750297529996106e-06</ns0:v>
                </ns0:pt>
                <ns0:pt idx="352">
                  <ns0:v>4.3047351330185093e-06</ns0:v>
                </ns0:pt>
                <ns0:pt idx="353">
                  <ns0:v>1.2031424400603058e-06</ns0:v>
                </ns0:pt>
                <ns0:pt idx="354">
                  <ns0:v>-1.8298405545545078e-06</ns0:v>
                </ns0:pt>
                <ns0:pt idx="355">
                  <ns0:v>-4.7967609348764524e-06</ns0:v>
                </ns0:pt>
                <ns0:pt idx="356">
                  <ns0:v>-7.7022926575117738e-06</ns0:v>
                </ns0:pt>
                <ns0:pt idx="357">
                  <ns0:v>-1.0552475546409376e-05</ns0:v>
                </ns0:pt>
                <ns0:pt idx="358">
                  <ns0:v>-1.3354130483630692e-05</ns0:v>
                </ns0:pt>
                <ns0:pt idx="359">
                  <ns0:v>-1.6114267503602699e-05</ns0:v>
                </ns0:pt>
                <ns0:pt idx="360">
                  <ns0:v>-1.8839426550888049e-05</ns0:v>
                </ns0:pt>
                <ns0:pt idx="361">
                  <ns0:v>-2.1535248183540376e-05</ns0:v>
                </ns0:pt>
                <ns0:pt idx="362">
                  <ns0:v>-2.4206035105961749e-05</ns0:v>
                </ns0:pt>
                <ns0:pt idx="363">
                  <ns0:v>-2.6854551241053405e-05</ns0:v>
                </ns0:pt>
                <ns0:pt idx="364">
                  <ns0:v>-2.9481937886553832e-05</ns0:v>
                </ns0:pt>
                <ns0:pt idx="365">
                  <ns0:v>-3.2087866020562763e-05</ns0:v>
                </ns0:pt>
                <ns0:pt idx="366">
                  <ns0:v>-3.4670671741771174e-05</ns0:v>
                </ns0:pt>
                <ns0:pt idx="367">
                  <ns0:v>-3.7227601110736559e-05</ns0:v>
                </ns0:pt>
                <ns0:pt idx="368">
                  <ns0:v>-3.9755143590801746e-05</ns0:v>
                </ns0:pt>
                <ns0:pt idx="369">
                  <ns0:v>-4.2249421656573001e-05</ns0:v>
                </ns0:pt>
                <ns0:pt idx="370">
                  <ns0:v>-4.4706525780545202e-05</ns0:v>
                </ns0:pt>
                <ns0:pt idx="371">
                  <ns0:v>-4.7122537862676192e-05</ns0:v>
                </ns0:pt>
                <ns0:pt idx="372">
                  <ns0:v>-4.9493839956226875e-05</ns0:v>
                </ns0:pt>
                <ns0:pt idx="373">
                  <ns0:v>-5.1818382006378018e-05</ns0:v>
                </ns0:pt>
                <ns0:pt idx="374">
                  <ns0:v>-5.409450439022797e-05</ns0:v>
                </ns0:pt>
                <ns0:pt idx="375">
                  <ns0:v>-5.6315988978878614e-05</ns0:v>
                </ns0:pt>
                <ns0:pt idx="376">
                  <ns0:v>-5.8478968483575005e-05</ns0:v>
                </ns0:pt>
                <ns0:pt idx="377">
                  <ns0:v>-6.0581728757000717e-05</ns0:v>
                </ns0:pt>
                <ns0:pt idx="378">
                  <ns0:v>-6.2623208593883458e-05</ns0:v>
                </ns0:pt>
                <ns0:pt idx="379">
                  <ns0:v>-6.4602862937380396e-05</ns0:v>
                </ns0:pt>
                <ns0:pt idx="380">
                  <ns0:v>-6.6520756601790165e-05</ns0:v>
                </ns0:pt>
                <ns0:pt idx="381">
                  <ns0:v>-6.8377413304743782e-05</ns0:v>
                </ns0:pt>
                <ns0:pt idx="382">
                  <ns0:v>-7.0173870800537507e-05</ns0:v>
                </ns0:pt>
                <ns0:pt idx="383">
                  <ns0:v>-7.1911707835584169e-05</ns0:v>
                </ns0:pt>
                <ns0:pt idx="384">
                  <ns0:v>-7.3592849593749312e-05</ns0:v>
                </ns0:pt>
                <ns0:pt idx="385">
                  <ns0:v>-7.5219540867121448e-05</ns0:v>
                </ns0:pt>
                <ns0:pt idx="386">
                  <ns0:v>-7.6794167800038144e-05</ns0:v>
                </ns0:pt>
                <ns0:pt idx="387">
                  <ns0:v>-7.8319236662722887e-05</ns0:v>
                </ns0:pt>
                <ns0:pt idx="388">
                  <ns0:v>-7.9797242478495489e-05</ns0:v>
                </ns0:pt>
                <ns0:pt idx="389">
                  <ns0:v>-8.1230595714220039e-05</ns0:v>
                </ns0:pt>
                <ns0:pt idx="390">
                  <ns0:v>-8.2621427925580991e-05</ns0:v>
                </ns0:pt>
                <ns0:pt idx="391">
                  <ns0:v>-8.3971593969692088e-05</ns0:v>
                </ns0:pt>
                <ns0:pt idx="392">
                  <ns0:v>-8.5282606311595061e-05</ns0:v>
                </ns0:pt>
                <ns0:pt idx="393">
                  <ns0:v>-8.655512256344522e-05</ns0:v>
                </ns0:pt>
                <ns0:pt idx="394">
                  <ns0:v>-8.7787778325164076e-05</ns0:v>
                </ns0:pt>
                <ns0:pt idx="395">
                  <ns0:v>-8.8978734430083725e-05</ns0:v>
                </ns0:pt>
                <ns0:pt idx="396">
                  <ns0:v>-9.0126685242086432e-05</ns0:v>
                </ns0:pt>
                <ns0:pt idx="397">
                  <ns0:v>-9.1230750850146089e-05</ns0:v>
                </ns0:pt>
                <ns0:pt idx="398">
                  <ns0:v>-9.2289355376453888e-05</ns0:v>
                </ns0:pt>
                <ns0:pt idx="399">
                  <ns0:v>-9.330109947113915e-05</ns0:v>
                </ns0:pt>
                <ns0:pt idx="400">
                  <ns0:v>-9.4265048272002152e-05</ns0:v>
                </ns0:pt>
                <ns0:pt idx="401">
                  <ns0:v>-9.5181078967818743e-05</ns0:v>
                </ns0:pt>
                <ns0:pt idx="402">
                  <ns0:v>-9.6049786337114795e-05</ns0:v>
                </ns0:pt>
                <ns0:pt idx="403">
                  <ns0:v>-9.6872005469637984e-05</ns0:v>
                </ns0:pt>
                <ns0:pt idx="404">
                  <ns0:v>-9.7649041491924439e-05</ns0:v>
                </ns0:pt>
                <ns0:pt idx="405">
                  <ns0:v>-9.838266323874136e-05</ns0:v>
                </ns0:pt>
                <ns0:pt idx="406">
                  <ns0:v>-9.9075021220221837e-05</ns0:v>
                </ns0:pt>
                <ns0:pt idx="407">
                  <ns0:v>-9.9728566449290812e-05</ns0:v>
                </ns0:pt>
                <ns0:pt idx="408">
                  <ns0:v>-0.0001003458728951147</ns0:v>
                </ns0:pt>
                <ns0:pt idx="409">
                  <ns0:v>-0.00010092948219458612</ns0:v>
                </ns0:pt>
                <ns0:pt idx="410">
                  <ns0:v>-0.00010148185941234734</ns0:v>
                </ns0:pt>
                <ns0:pt idx="411">
                  <ns0:v>-0.00010200525038127508</ns0:v>
                </ns0:pt>
                <ns0:pt idx="412">
                  <ns0:v>-0.00010250157115101994</ns0:v>
                </ns0:pt>
                <ns0:pt idx="413">
                  <ns0:v>-0.00010297242629094828</ns0:v>
                </ns0:pt>
                <ns0:pt idx="414">
                  <ns0:v>-0.00010341904707671933</ns0:v>
                </ns0:pt>
                <ns0:pt idx="415">
                  <ns0:v>-0.00010384224605973514</ns0:v>
                </ns0:pt>
                <ns0:pt idx="416">
                  <ns0:v>-0.00010424248149980294</ns0:v>
                </ns0:pt>
                <ns0:pt idx="417">
                  <ns0:v>-0.00010462026045168711</ns0:v>
                </ns0:pt>
                <ns0:pt idx="418">
                  <ns0:v>-0.00010497641390624651</ns0:v>
                </ns0:pt>
                <ns0:pt idx="419">
                  <ns0:v>-0.00010531338504373627</ns0:v>
                </ns0:pt>
                <ns0:pt idx="420">
                  <ns0:v>-0.00010563347319735377</ns0:v>
                </ns0:pt>
                <ns0:pt idx="421">
                  <ns0:v>-0.00010593842696593738</ns0:v>
                </ns0:pt>
                <ns0:pt idx="422">
                  <ns0:v>-0.0001062296658956377</ns0:v>
                </ns0:pt>
                <ns0:pt idx="423">
                  <ns0:v>-0.00010650848123453921</ns0:v>
                </ns0:pt>
                <ns0:pt idx="424">
                  <ns0:v>-0.00010677600812820248</ns0:v>
                </ns0:pt>
                <ns0:pt idx="425">
                  <ns0:v>-0.000107033293027055</ns0:v>
                </ns0:pt>
                <ns0:pt idx="426">
                  <ns0:v>-0.00010728110830847367</ns0:v>
                </ns0:pt>
                <ns0:pt idx="427">
                  <ns0:v>-0.00010751997521592006</ns0:v>
                </ns0:pt>
                <ns0:pt idx="428">
                  <ns0:v>-0.00010775078057659651</ns0:v>
                </ns0:pt>
                <ns0:pt idx="429">
                  <ns0:v>-0.0001079743532779372</ns0:v>
                </ns0:pt>
                <ns0:pt idx="430">
                  <ns0:v>-0.00010819147266269129</ns0:v>
                </ns0:pt>
                <ns0:pt idx="431">
                  <ns0:v>-0.00010840279992824944</ns0:v>
                </ns0:pt>
                <ns0:pt idx="432">
                  <ns0:v>-0.00010860894333863153</ns0:v>
                </ns0:pt>
                <ns0:pt idx="433">
                  <ns0:v>-0.00010881040958511582</ns0:v>
                </ns0:pt>
                <ns0:pt idx="434">
                  <ns0:v>-0.00010900768416071941</ns0:v>
                </ns0:pt>
                <ns0:pt idx="435">
                  <ns0:v>-0.00010920118887128385</ns0:v>
                </ns0:pt>
                <ns0:pt idx="436">
                  <ns0:v>-0.00010939131007429141</ns0:v>
                </ns0:pt>
                <ns0:pt idx="437">
                  <ns0:v>-0.00010957841156467814</ns0:v>
                </ns0:pt>
                <ns0:pt idx="438">
                  <ns0:v>-0.00010976280867667727</ns0:v>
                </ns0:pt>
                <ns0:pt idx="439">
                  <ns0:v>-0.00010994474428666731</ns0:v>
                </ns0:pt>
                <ns0:pt idx="440">
                  <ns0:v>-0.0001101244690978596</ns0:v>
                </ns0:pt>
                <ns0:pt idx="441">
                  <ns0:v>-0.00011030226793912312</ns0:v>
                </ns0:pt>
                <ns0:pt idx="442">
                  <ns0:v>-0.00011047808143916473</ns0:v>
                </ns0:pt>
                <ns0:pt idx="443">
                  <ns0:v>-0.00011065178439542551</ns0:v>
                </ns0:pt>
                <ns0:pt idx="444">
                  <ns0:v>-0.00011082316061431171</ns0:v>
                </ns0:pt>
                <ns0:pt idx="445">
                  <ns0:v>-0.0001109921614664622</ns0:v>
                </ns0:pt>
                <ns0:pt idx="446">
                  <ns0:v>-0.00011115882204524463</ns0:v>
                </ns0:pt>
                <ns0:pt idx="447">
                  <ns0:v>-0.00011132317677575238</ns0:v>
                </ns0:pt>
                <ns0:pt idx="448">
                  <ns0:v>-0.00011148520639232067</ns0:v>
                </ns0:pt>
                <ns0:pt idx="449">
                  <ns0:v>-0.00011164488060416754</ns0:v>
                </ns0:pt>
                <ns0:pt idx="450">
                  <ns0:v>-0.00011180223419446554</ns0:v>
                </ns0:pt>
                <ns0:pt idx="451">
                  <ns0:v>-0.00011195723011107139</ns0:v>
                </ns0:pt>
                <ns0:pt idx="452">
                  <ns0:v>-0.00011210982117989347</ns0:v>
                </ns0:pt>
                <ns0:pt idx="453">
                  <ns0:v>-0.00011225992728238886</ns0:v>
                </ns0:pt>
                <ns0:pt idx="454">
                  <ns0:v>-0.00011240750229526701</ns0:v>
                </ns0:pt>
                <ns0:pt idx="455">
                  <ns0:v>-0.00011255247443768306</ns0:v>
                </ns0:pt>
                <ns0:pt idx="456">
                  <ns0:v>-0.00011269478571914086</ns0:v>
                </ns0:pt>
                <ns0:pt idx="457">
                  <ns0:v>-0.00011283434694249266</ns0:v>
                </ns0:pt>
                <ns0:pt idx="458">
                  <ns0:v>-0.00011297107406175045</ns0:v>
                </ns0:pt>
                <ns0:pt idx="459">
                  <ns0:v>-0.00011310488444920831</ns0:v>
                </ns0:pt>
                <ns0:pt idx="460">
                  <ns0:v>-0.00011323568797115861</ns0:v>
                </ns0:pt>
                <ns0:pt idx="461">
                  <ns0:v>-0.00011336339831166492</ns0:v>
                </ns0:pt>
                <ns0:pt idx="462">
                  <ns0:v>-0.00011348795605695589</ns0:v>
                </ns0:pt>
                <ns0:pt idx="463">
                  <ns0:v>-0.00011360924400613198</ns0:v>
                </ns0:pt>
                <ns0:pt idx="464">
                  <ns0:v>-0.00011372719983794589</ns0:v>
                </ns0:pt>
                <ns0:pt idx="465">
                  <ns0:v>-0.00011384177635661007</ns0:v>
                </ns0:pt>
                <ns0:pt idx="466">
                  <ns0:v>-0.00011395296653657657</ns0:v>
                </ns0:pt>
                <ns0:pt idx="467">
                  <ns0:v>-0.00011406185188800783</ns0:v>
                </ns0:pt>
                <ns0:pt idx="468">
                  <ns0:v>-0.00011417061455551639</ns0:v>
                </ns0:pt>
                <ns0:pt idx="469">
                  <ns0:v>-0.00011428180241488046</ns0:v>
                </ns0:pt>
                <ns0:pt idx="470">
                  <ns0:v>-0.0001143979302785936</ns0:v>
                </ns0:pt>
                <ns0:pt idx="471">
                  <ns0:v>-0.00011452116086981932</ns0:v>
                </ns0:pt>
                <ns0:pt idx="472">
                  <ns0:v>-0.00011465317026418845</ns0:v>
                </ns0:pt>
                <ns0:pt idx="473">
                  <ns0:v>-0.00011479506486648541</ns0:v>
                </ns0:pt>
                <ns0:pt idx="474">
                  <ns0:v>-0.00011494731280209398</ns0:v>
                </ns0:pt>
                <ns0:pt idx="475">
                  <ns0:v>-0.0001151096943839724</ns0:v>
                </ns0:pt>
                <ns0:pt idx="476">
                  <ns0:v>-0.00011528143583655455</ns0:v>
                </ns0:pt>
                <ns0:pt idx="477">
                  <ns0:v>-0.000115461230986051</ns0:v>
                </ns0:pt>
                <ns0:pt idx="478">
                  <ns0:v>-0.00011564735094752428</ns0:v>
                </ns0:pt>
                <ns0:pt idx="479">
                  <ns0:v>-0.00011583778268472483</ns0:v>
                </ns0:pt>
                <ns0:pt idx="480">
                  <ns0:v>-0.00011603033857917136</ns0:v>
                </ns0:pt>
                <ns0:pt idx="481">
                  <ns0:v>-0.00011622286651860828</ns0:v>
                </ns0:pt>
                <ns0:pt idx="482">
                  <ns0:v>-0.00011641336017460561</ns0:v>
                </ns0:pt>
                <ns0:pt idx="483">
                  <ns0:v>-0.00011660009009922302</ns0:v>
                </ns0:pt>
                <ns0:pt idx="484">
                  <ns0:v>-0.00011678163012656012</ns0:v>
                </ns0:pt>
                <ns0:pt idx="485">
                  <ns0:v>-0.00011695698163005567</ns0:v>
                </ns0:pt>
                <ns0:pt idx="486">
                  <ns0:v>-0.00011712555563784369</ns0:v>
                </ns0:pt>
                <ns0:pt idx="487">
                  <ns0:v>-0.0001172871716497742</ns0:v>
                </ns0:pt>
                <ns0:pt idx="488">
                  <ns0:v>-0.00011744210639847444</ns0:v>
                </ns0:pt>
                <ns0:pt idx="489">
                  <ns0:v>-0.00011759095420057626</ns0:v>
                </ns0:pt>
                <ns0:pt idx="490">
                  <ns0:v>-0.00011773458543353225</ns0:v>
                </ns0:pt>
                <ns0:pt idx="491">
                  <ns0:v>-0.00011787401261681793</ns0:v>
                </ns0:pt>
                <ns0:pt idx="492">
                  <ns0:v>-0.00011800928090339042</ns0:v>
                </ns0:pt>
                <ns0:pt idx="493">
                  <ns0:v>-0.00011813939290108504</ns0:v>
                </ns0:pt>
                <ns0:pt idx="494">
                  <ns0:v>-0.00011826292574002615</ns0:v>
                </ns0:pt>
                <ns0:pt idx="495">
                  <ns0:v>-0.00011837839561445385</ns0:v>
                </ns0:pt>
                <ns0:pt idx="496">
                  <ns0:v>-0.00011848451262291695</ns0:v>
                </ns0:pt>
                <ns0:pt idx="497">
                  <ns0:v>-0.00011858027772704223</ns0:v>
                </ns0:pt>
                <ns0:pt idx="498">
                  <ns0:v>-0.00011866508959476775</ns0:v>
                </ns0:pt>
                <ns0:pt idx="499">
                  <ns0:v>-0.00011873875034470289</ns0:v>
                </ns0:pt>
                <ns0:pt idx="500">
                  <ns0:v>-0.00011880150529989668</ns0:v>
                </ns0:pt>
                <ns0:pt idx="501">
                  <ns0:v>-0.00011885405370399721</ns0:v>
                </ns0:pt>
                <ns0:pt idx="502">
                  <ns0:v>-0.00011889749879083841</ns0:v>
                </ns0:pt>
                <ns0:pt idx="503">
                  <ns0:v>-0.00011893326007440924</ns0:v>
                </ns0:pt>
                <ns0:pt idx="504">
                  <ns0:v>-0.00011896297223136059</ns0:v>
                </ns0:pt>
                <ns0:pt idx="505">
                  <ns0:v>-0.00011898837011983843</ns0:v>
                </ns0:pt>
                <ns0:pt idx="506">
                  <ns0:v>-0.00011901055953708706</ns0:v>
                </ns0:pt>
                <ns0:pt idx="507">
                  <ns0:v>-0.00011903177098767539</ns0:v>
                </ns0:pt>
                <ns0:pt idx="508">
                  <ns0:v>-0.00011905439316562313</ns0:v>
                </ns0:pt>
                <ns0:pt idx="509">
                  <ns0:v>-0.00011908088115398346</ns0:v>
                </ns0:pt>
                <ns0:pt idx="510">
                  <ns0:v>-0.00011911117163148733</ns0:v>
                </ns0:pt>
                <ns0:pt idx="511">
                  <ns0:v>-0.00011914520256228534</ns0:v>
                </ns0:pt>
                <ns0:pt idx="512">
                  <ns0:v>-0.00011918325127882147</ns0:v>
                </ns0:pt>
                <ns0:pt idx="513">
                  <ns0:v>-0.00011922620740621828</ns0:v>
                </ns0:pt>
                <ns0:pt idx="514">
                  <ns0:v>-0.00011927403793398416</ns0:v>
                </ns0:pt>
                <ns0:pt idx="515">
                  <ns0:v>-0.00011932639515762056</ns0:v>
                </ns0:pt>
                <ns0:pt idx="516">
                  <ns0:v>-0.00011938291084638264</ns0:v>
                </ns0:pt>
                <ns0:pt idx="517">
                  <ns0:v>-0.00011944274461731584</ns0:v>
                </ns0:pt>
                <ns0:pt idx="518">
                  <ns0:v>-0.0001195053133128388</ns0:v>
                </ns0:pt>
                <ns0:pt idx="519">
                  <ns0:v>-0.0001195697895377453</ns0:v>
                </ns0:pt>
                <ns0:pt idx="520">
                  <ns0:v>-0.00011963554443107654</ns0:v>
                </ns0:pt>
                <ns0:pt idx="521">
                  <ns0:v>-0.00011970208478837839</ns0:v>
                </ns0:pt>
                <ns0:pt idx="522">
                  <ns0:v>-0.00011976837512929679</ns0:v>
                </ns0:pt>
                <ns0:pt idx="523">
                  <ns0:v>-0.00011983556563248541</ns0:v>
                </ns0:pt>
                <ns0:pt idx="524">
                  <ns0:v>-0.00011990189658180632</ns0:v>
                </ns0:pt>
                <ns0:pt idx="525">
                  <ns0:v>-0.00011996696533782356</ns0:v>
                </ns0:pt>
                <ns0:pt idx="526">
                  <ns0:v>-0.00012003097863670448</ns0:v>
                </ns0:pt>
                <ns0:pt idx="527">
                  <ns0:v>-0.00012009441307848249</ns0:v>
                </ns0:pt>
                <ns0:pt idx="528">
                  <ns0:v>-0.0001201591694328789</ns0:v>
                </ns0:pt>
                <ns0:pt idx="529">
                  <ns0:v>-0.0001202237493411237</ns0:v>
                </ns0:pt>
                <ns0:pt idx="530">
                  <ns0:v>-0.00012028985378895817</ns0:v>
                </ns0:pt>
                <ns0:pt idx="531">
                  <ns0:v>-0.00012035694299176955</ns0:v>
                </ns0:pt>
                <ns0:pt idx="532">
                  <ns0:v>-0.00012042675546684211</ns0:v>
                </ns0:pt>
                <ns0:pt idx="533">
                  <ns0:v>-0.00012049677512704655</ns0:v>
                </ns0:pt>
                <ns0:pt idx="534">
                  <ns0:v>-0.00012056827841935035</ns0:v>
                </ns0:pt>
                <ns0:pt idx="535">
                  <ns0:v>-0.00012064016400666456</ns0:v>
                </ns0:pt>
                <ns0:pt idx="536">
                  <ns0:v>-0.00012071567987265199</ns0:v>
                </ns0:pt>
                <ns0:pt idx="537">
                  <ns0:v>-0.00012079251868009121</ns0:v>
                </ns0:pt>
                <ns0:pt idx="538">
                  <ns0:v>-0.00012087202849505249</ns0:v>
                </ns0:pt>
                <ns0:pt idx="539">
                  <ns0:v>-0.00012095133572193958</ns0:v>
                </ns0:pt>
                <ns0:pt idx="540">
                  <ns0:v>-0.00012103248563851137</ns0:v>
                </ns0:pt>
                <ns0:pt idx="541">
                  <ns0:v>-0.00012111250126491833</ns0:v>
                </ns0:pt>
                <ns0:pt idx="542">
                  <ns0:v>-0.0001211936038490998</ns0:v>
                </ns0:pt>
                <ns0:pt idx="543">
                  <ns0:v>-0.00012127306436669823</ns0:v>
                </ns0:pt>
                <ns0:pt idx="544">
                  <ns0:v>-0.00012135278729395938</ns0:v>
                </ns0:pt>
                <ns0:pt idx="545">
                  <ns0:v>-0.00012143319013033841</ns0:v>
                </ns0:pt>
                <ns0:pt idx="546">
                  <ns0:v>-0.00012151195121278989</ns0:v>
                </ns0:pt>
                <ns0:pt idx="547">
                  <ns0:v>-0.00012158879430260809</ns0:v>
                </ns0:pt>
                <ns0:pt idx="548">
                  <ns0:v>-0.00012166230316557079</ns0:v>
                </ns0:pt>
                <ns0:pt idx="549">
                  <ns0:v>-0.00012173433776741612</ns0:v>
                </ns0:pt>
                <ns0:pt idx="550">
                  <ns0:v>-0.0001218055131794365</ns0:v>
                </ns0:pt>
                <ns0:pt idx="551">
                  <ns0:v>-0.00012187588100862167</ns0:v>
                </ns0:pt>
                <ns0:pt idx="552">
                  <ns0:v>-0.0001219453313622913</ns0:v>
                </ns0:pt>
                <ns0:pt idx="553">
                  <ns0:v>-0.00012201242854751847</ns0:v>
                </ns0:pt>
                <ns0:pt idx="554">
                  <ns0:v>-0.00012207916453322389</ns0:v>
                </ns0:pt>
                <ns0:pt idx="555">
                  <ns0:v>-0.00012214435971124004</ns0:v>
                </ns0:pt>
                <ns0:pt idx="556">
                  <ns0:v>-0.00012220968638457412</ns0:v>
                </ns0:pt>
                <ns0:pt idx="557">
                  <ns0:v>-0.00012227325196959623</ns0:v>
                </ns0:pt>
                <ns0:pt idx="558">
                  <ns0:v>-0.00012233697179686169</ns0:v>
                </ns0:pt>
                <ns0:pt idx="559">
                  <ns0:v>-0.00012239857559858053</ns0:v>
                </ns0:pt>
                <ns0:pt idx="560">
                  <ns0:v>-0.00012246026965998221</ns0:v>
                </ns0:pt>
                <ns0:pt idx="561">
                  <ns0:v>-0.00012251951448943911</ns0:v>
                </ns0:pt>
                <ns0:pt idx="562">
                  <ns0:v>-0.00012257853980841951</ns0:v>
                </ns0:pt>
                <ns0:pt idx="563">
                  <ns0:v>-0.00012263493503440455</ns0:v>
                </ns0:pt>
                <ns0:pt idx="564">
                  <ns0:v>-0.00012269109034400072</ns0:v>
                </ns0:pt>
                <ns0:pt idx="565">
                  <ns0:v>-0.00012274451647968651</ns0:v>
                </ns0:pt>
                <ns0:pt idx="566">
                  <ns0:v>-0.00012279759244625892</ns0:v>
                </ns0:pt>
                <ns0:pt idx="567">
                  <ns0:v>-0.00012284784738657349</ns0:v>
                </ns0:pt>
                <ns0:pt idx="568">
                  <ns0:v>-0.00012289747746948744</ns0:v>
                </ns0:pt>
                <ns0:pt idx="569">
                  <ns0:v>-0.00012294432557686952</ns0:v>
                </ns0:pt>
                <ns0:pt idx="570">
                  <ns0:v>-0.00012298765799743862</ns0:v>
                </ns0:pt>
                <ns0:pt idx="571">
                  <ns0:v>-0.00012302948664894538</ns0:v>
                </ns0:pt>
                <ns0:pt idx="572">
                  <ns0:v>-0.00012307053399140372</ns0:v>
                </ns0:pt>
                <ns0:pt idx="573">
                  <ns0:v>-0.00012311067593927195</ns0:v>
                </ns0:pt>
                <ns0:pt idx="574">
                  <ns0:v>-0.00012314966422390512</ns0:v>
                </ns0:pt>
                <ns0:pt idx="575">
                  <ns0:v>-0.00012318729509869017</ns0:v>
                </ns0:pt>
                <ns0:pt idx="576">
                  <ns0:v>-0.00012322345443533755</ns0:v>
                </ns0:pt>
                <ns0:pt idx="577">
                  <ns0:v>-0.00012325805040505578</ns0:v>
                </ns0:pt>
                <ns0:pt idx="578">
                  <ns0:v>-0.00012329100410391093</ns0:v>
                </ns0:pt>
                <ns0:pt idx="579">
                  <ns0:v>-0.00012332227408012804</ns0:v>
                </ns0:pt>
                <ns0:pt idx="580">
                  <ns0:v>-0.000123351868423051</ns0:v>
                </ns0:pt>
                <ns0:pt idx="581">
                  <ns0:v>-0.00012337980087298247</ns0:v>
                </ns0:pt>
                <ns0:pt idx="582">
                  <ns0:v>-0.00012340612013862312</ns0:v>
                </ns0:pt>
                <ns0:pt idx="583">
                  <ns0:v>-0.0001234308817056547</ns0:v>
                </ns0:pt>
                <ns0:pt idx="584">
                  <ns0:v>-0.00012345414245331114</ns0:v>
                </ns0:pt>
                <ns0:pt idx="585">
                  <ns0:v>-0.00012347598074276573</ns0:v>
                </ns0:pt>
                <ns0:pt idx="586">
                  <ns0:v>-0.00012349645779112064</ns0:v>
                </ns0:pt>
                <ns0:pt idx="587">
                  <ns0:v>-0.00012351564562815205</ns0:v>
                </ns0:pt>
                <ns0:pt idx="588">
                  <ns0:v>-0.00012352723913765628</ns0:v>
                </ns0:pt>
                <ns0:pt idx="589">
                  <ns0:v>-0.00012353843350970838</ns0:v>
                </ns0:pt>
                <ns0:pt idx="590">
                  <ns0:v>-0.00012354927075256233</ns0:v>
                </ns0:pt>
                <ns0:pt idx="591">
                  <ns0:v>-0.00012355976212286433</ns0:v>
                </ns0:pt>
                <ns0:pt idx="592">
                  <ns0:v>-0.00012356991620588069</ns0:v>
                </ns0:pt>
                <ns0:pt idx="593">
                  <ns0:v>-0.00012357972732084688</ns0:v>
                </ns0:pt>
                <ns0:pt idx="594">
                  <ns0:v>-0.00012358920363075523</ns0:v>
                </ns0:pt>
                <ns0:pt idx="595">
                  <ns0:v>-0.00012359833981884208</ns0:v>
                </ns0:pt>
                <ns0:pt idx="596">
                  <ns0:v>-0.00012360712085056003</ns0:v>
                </ns0:pt>
                <ns0:pt idx="597">
                  <ns0:v>-0.00012361549372666314</ns0:v>
                </ns0:pt>
                <ns0:pt idx="598">
                  <ns0:v>-0.00012362340828717987</ns0:v>
                </ns0:pt>
                <ns0:pt idx="599">
                  <ns0:v>-0.00012363078598694947</ns0:v>
                </ns0:pt>
                <ns0:pt idx="600">
                  <ns0:v>0.00033766717349246008</ns0:v>
                </ns0:pt>
                <ns0:pt idx="601">
                  <ns0:v>0.00054119476366447231</ns0:v>
                </ns0:pt>
                <ns0:pt idx="602">
                  <ns0:v>0.00078974790972733213</ns0:v>
                </ns0:pt>
                <ns0:pt idx="603">
                  <ns0:v>0.0010820648097672194</ns0:v>
                </ns0:pt>
                <ns0:pt idx="604">
                  <ns0:v>0.0014146933075983793</ns0:v>
                </ns0:pt>
                <ns0:pt idx="605">
                  <ns0:v>0.0017823964944569512</ns0:v>
                </ns0:pt>
                <ns0:pt idx="606">
                  <ns0:v>0.0021782682509413733</ns0:v>
                </ns0:pt>
                <ns0:pt idx="607">
                  <ns0:v>0.0025937734825536912</ns0:v>
                </ns0:pt>
                <ns0:pt idx="608">
                  <ns0:v>0.003019547489577782</ns0:v>
                </ns0:pt>
                <ns0:pt idx="609">
                  <ns0:v>0.0034461512238042032</ns0:v>
                </ns0:pt>
                <ns0:pt idx="610">
                  <ns0:v>0.003865155750612981</ns0:v>
                </ns0:pt>
                <ns0:pt idx="611">
                  <ns0:v>0.004269320499210391</ns0:v>
                </ns0:pt>
                <ns0:pt idx="612">
                  <ns0:v>0.0046527426635788608</ns0:v>
                </ns0:pt>
                <ns0:pt idx="613">
                  <ns0:v>0.0052098323232468262</ns0:v>
                </ns0:pt>
                <ns0:pt idx="614">
                  <ns0:v>0.0057524992477012036</ns0:v>
                </ns0:pt>
                <ns0:pt idx="615">
                  <ns0:v>0.0062690141395573499</ns0:v>
                </ns0:pt>
                <ns0:pt idx="616">
                  <ns0:v>0.0067492814602833455</ns0:v>
                </ns0:pt>
                <ns0:pt idx="617">
                  <ns0:v>0.0071826984148851448</ns0:v>
                </ns0:pt>
                <ns0:pt idx="618">
                  <ns0:v>0.0075586639415059454</ns0:v>
                </ns0:pt>
                <ns0:pt idx="619">
                  <ns0:v>0.0078681894610390189</ns0:v>
                </ns0:pt>
                <ns0:pt idx="620">
                  <ns0:v>0.0081065406229794759</ns0:v>
                </ns0:pt>
                <ns0:pt idx="621">
                  <ns0:v>0.0082735041699503065</ns0:v>
                </ns0:pt>
                <ns0:pt idx="622">
                  <ns0:v>0.008369397886756549</ns0:v>
                </ns0:pt>
                <ns0:pt idx="623">
                  <ns0:v>0.0084047328414921223</ns0:v>
                </ns0:pt>
                <ns0:pt idx="624">
                  <ns0:v>0.0083919594397707849</ns0:v>
                </ns0:pt>
                <ns0:pt idx="625">
                  <ns0:v>0.0083343119133202897</ns0:v>
                </ns0:pt>
                <ns0:pt idx="626">
                  <ns0:v>0.0082314840586418195</ns0:v>
                </ns0:pt>
                <ns0:pt idx="627">
                  <ns0:v>0.0080815992180069875</ns0:v>
                </ns0:pt>
                <ns0:pt idx="628">
                  <ns0:v>0.0078873094104962259</ns0:v>
                </ns0:pt>
                <ns0:pt idx="629">
                  <ns0:v>0.0076572232480436476</ns0:v>
                </ns0:pt>
                <ns0:pt idx="630">
                  <ns0:v>0.0073995763769036946</ns0:v>
                </ns0:pt>
                <ns0:pt idx="631">
                  <ns0:v>0.0071221210026295497</ns0:v>
                </ns0:pt>
                <ns0:pt idx="632">
                  <ns0:v>0.0068324998389275001</ns0:v>
                </ns0:pt>
                <ns0:pt idx="633">
                  <ns0:v>0.0065387484737564729</ns0:v>
                </ns0:pt>
                <ns0:pt idx="634">
                  <ns0:v>0.0062471269887860899</ns0:v>
                </ns0:pt>
                <ns0:pt idx="635">
                  <ns0:v>0.0059630347804065752</ns0:v>
                </ns0:pt>
                <ns0:pt idx="636">
                  <ns0:v>0.0056914914740385566</ns0:v>
                </ns0:pt>
                <ns0:pt idx="637">
                  <ns0:v>0.0054369445957676088</ns0:v>
                </ns0:pt>
                <ns0:pt idx="638">
                  <ns0:v>0.0052093807299924992</ns0:v>
                </ns0:pt>
                <ns0:pt idx="639">
                  <ns0:v>0.0050141890729808103</ns0:v>
                </ns0:pt>
                <ns0:pt idx="640">
                  <ns0:v>0.0048545775584287569</ns0:v>
                </ns0:pt>
                <ns0:pt idx="641">
                  <ns0:v>0.0047318540415630852</ns0:v>
                </ns0:pt>
                <ns0:pt idx="642">
                  <ns0:v>0.0046463913377587877</ns0:v>
                </ns0:pt>
                <ns0:pt idx="643">
                  <ns0:v>0.0045992755620173527</ns0:v>
                </ns0:pt>
                <ns0:pt idx="644">
                  <ns0:v>0.004589975868063997</ns0:v>
                </ns0:pt>
                <ns0:pt idx="645">
                  <ns0:v>0.0046135358026789548</ns0:v>
                </ns0:pt>
                <ns0:pt idx="646">
                  <ns0:v>0.0046604991360896476</ns0:v>
                </ns0:pt>
                <ns0:pt idx="647">
                  <ns0:v>0.0047171619341772105</ns0:v>
                </ns0:pt>
                <ns0:pt idx="648">
                  <ns0:v>0.004759178394143475</ns0:v>
                </ns0:pt>
                <ns0:pt idx="649">
                  <ns0:v>0.0047631814581316316</ns0:v>
                </ns0:pt>
                <ns0:pt idx="650">
                  <ns0:v>0.0047351770022336509</ns0:v>
                </ns0:pt>
                <ns0:pt idx="651">
                  <ns0:v>0.0046919460882337534</ns0:v>
                </ns0:pt>
                <ns0:pt idx="652">
                  <ns0:v>0.0046314739465196384</ns0:v>
                </ns0:pt>
                <ns0:pt idx="653">
                  <ns0:v>0.0045428092042284034</ns0:v>
                </ns0:pt>
                <ns0:pt idx="654">
                  <ns0:v>0.0044149575789691631</ns0:v>
                </ns0:pt>
                <ns0:pt idx="655">
                  <ns0:v>0.0042452311123869413</ns0:v>
                </ns0:pt>
                <ns0:pt idx="656">
                  <ns0:v>0.0040383179122573786</ns0:v>
                </ns0:pt>
                <ns0:pt idx="657">
                  <ns0:v>0.0038035529180388485</ns0:v>
                </ns0:pt>
                <ns0:pt idx="658">
                  <ns0:v>0.0035512049253006123</ns0:v>
                </ns0:pt>
                <ns0:pt idx="659">
                  <ns0:v>0.0032914043726078308</ns0:v>
                </ns0:pt>
                <ns0:pt idx="660">
                  <ns0:v>0.0030285886383492654</ns0:v>
                </ns0:pt>
                <ns0:pt idx="661">
                  <ns0:v>0.0027540560552939603</ns0:v>
                </ns0:pt>
                <ns0:pt idx="662">
                  <ns0:v>0.0024626624217272877</ns0:v>
                </ns0:pt>
                <ns0:pt idx="663">
                  <ns0:v>0.0021593448508877128</ns0:v>
                </ns0:pt>
                <ns0:pt idx="664">
                  <ns0:v>0.0018570795215101321</ns0:v>
                </ns0:pt>
                <ns0:pt idx="665">
                  <ns0:v>0.0015706509532095886</ns0:v>
                </ns0:pt>
                <ns0:pt idx="666">
                  <ns0:v>0.0013125976236127367</ns0:v>
                </ns0:pt>
                <ns0:pt idx="667">
                  <ns0:v>0.0010938124214309123</ns0:v>
                </ns0:pt>
                <ns0:pt idx="668">
                  <ns0:v>0.00092129196484692336</ns0:v>
                </ns0:pt>
                <ns0:pt idx="669">
                  <ns0:v>0.00079910420920677096</ns0:v>
                </ns0:pt>
                <ns0:pt idx="670">
                  <ns0:v>0.00072714401927864562</ns0:v>
                </ns0:pt>
                <ns0:pt idx="671">
                  <ns0:v>0.00070316303530543547</ns0:v>
                </ns0:pt>
                <ns0:pt idx="672">
                  <ns0:v>0.00072388771273983296</ns0:v>
                </ns0:pt>
                <ns0:pt idx="673">
                  <ns0:v>0.00078485107414359928</ns0:v>
                </ns0:pt>
                <ns0:pt idx="674">
                  <ns0:v>0.0008808893863020582</ns0:v>
                </ns0:pt>
                <ns0:pt idx="675">
                  <ns0:v>0.00099153581299511913</ns0:v>
                </ns0:pt>
                <ns0:pt idx="676">
                  <ns0:v>0.0010914227959398504</ns0:v>
                </ns0:pt>
                <ns0:pt idx="677">
                  <ns0:v>0.0011761381187436596</ns0:v>
                </ns0:pt>
                <ns0:pt idx="678">
                  <ns0:v>0.0012536204821674425</ns0:v>
                </ns0:pt>
                <ns0:pt idx="679">
                  <ns0:v>0.0013385877221008988</ns0:v>
                </ns0:pt>
                <ns0:pt idx="680">
                  <ns0:v>0.0014305752502999551</ns0:v>
                </ns0:pt>
                <ns0:pt idx="681">
                  <ns0:v>0.001516544536177739</ns0:v>
                </ns0:pt>
                <ns0:pt idx="682">
                  <ns0:v>0.001580231260601434</ns0:v>
                </ns0:pt>
                <ns0:pt idx="683">
                  <ns0:v>0.0016055092954605154</ns0:v>
                </ns0:pt>
                <ns0:pt idx="684">
                  <ns0:v>0.0015830732373310968</ns0:v>
                </ns0:pt>
                <ns0:pt idx="685">
                  <ns0:v>0.0015153674439897444</ns0:v>
                </ns0:pt>
                <ns0:pt idx="686">
                  <ns0:v>0.0014219838205769234</ns0:v>
                </ns0:pt>
                <ns0:pt idx="687">
                  <ns0:v>0.0013206554421715652</ns0:v>
                </ns0:pt>
                <ns0:pt idx="688">
                  <ns0:v>0.0012186641383606983</ns0:v>
                </ns0:pt>
                <ns0:pt idx="689">
                  <ns0:v>0.0011159674346132116</ns0:v>
                </ns0:pt>
                <ns0:pt idx="690">
                  <ns0:v>0.0010092267857761286</ns0:v>
                </ns0:pt>
                <ns0:pt idx="691">
                  <ns0:v>0.00089182935031853028</ns0:v>
                </ns0:pt>
                <ns0:pt idx="692">
                  <ns0:v>0.00075704100298483522</ns0:v>
                </ns0:pt>
                <ns0:pt idx="693">
                  <ns0:v>0.00060073064833485721</ns0:v>
                </ns0:pt>
                <ns0:pt idx="694">
                  <ns0:v>0.00042546932385157716</ns0:v>
                </ns0:pt>
                <ns0:pt idx="695">
                  <ns0:v>0.00023966765095770868</ns0:v>
                </ns0:pt>
                <ns0:pt idx="696">
                  <ns0:v>5.4017402039723705e-05</ns0:v>
                </ns0:pt>
                <ns0:pt idx="697">
                  <ns0:v>-0.00011980902335601595</ns0:v>
                </ns0:pt>
                <ns0:pt idx="698">
                  <ns0:v>-0.00027047473220533514</ns0:v>
                </ns0:pt>
                <ns0:pt idx="699">
                  <ns0:v>-0.00038915012791085156</ns0:v>
                </ns0:pt>
                <ns0:pt idx="700">
                  <ns0:v>-0.00047109249198894947</ns0:v>
                </ns0:pt>
                <ns0:pt idx="701">
                  <ns0:v>-0.00051410794778115573</ns0:v>
                </ns0:pt>
                <ns0:pt idx="702">
                  <ns0:v>-0.00051837536583822198</ns0:v>
                </ns0:pt>
                <ns0:pt idx="703">
                  <ns0:v>-0.00049151898930051405</ns0:v>
                </ns0:pt>
                <ns0:pt idx="704">
                  <ns0:v>-0.00045219491149873332</ns0:v>
                </ns0:pt>
                <ns0:pt idx="705">
                  <ns0:v>-0.00040917761017349971</ns0:v>
                </ns0:pt>
                <ns0:pt idx="706">
                  <ns0:v>-0.00036189054639543353</ns0:v>
                </ns0:pt>
                <ns0:pt idx="707">
                  <ns0:v>-0.00030732010105086833</ns0:v>
                </ns0:pt>
                <ns0:pt idx="708">
                  <ns0:v>-0.00023958868637537683</ns0:v>
                </ns0:pt>
                <ns0:pt idx="709">
                  <ns0:v>-0.00015677744437981884</ns0:v>
                </ns0:pt>
                <ns0:pt idx="710">
                  <ns0:v>-6.2398330425368647e-05</ns0:v>
                </ns0:pt>
                <ns0:pt idx="711">
                  <ns0:v>3.586332877180092e-05</ns0:v>
                </ns0:pt>
                <ns0:pt idx="712">
                  <ns0:v>0.00012880107120802033</ns0:v>
                </ns0:pt>
                <ns0:pt idx="713">
                  <ns0:v>0.0002079453318812409</ns0:v>
                </ns0:pt>
                <ns0:pt idx="714">
                  <ns0:v>0.00026746629169288757</ns0:v>
                </ns0:pt>
                <ns0:pt idx="715">
                  <ns0:v>0.0003045724827481021</ns0:v>
                </ns0:pt>
                <ns0:pt idx="716">
                  <ns0:v>0.00032221848740886439</ns0:v>
                </ns0:pt>
                <ns0:pt idx="717">
                  <ns0:v>0.00032649603729940696</ns0:v>
                </ns0:pt>
                <ns0:pt idx="718">
                  <ns0:v>0.00032375130982299408</ns0:v>
                </ns0:pt>
                <ns0:pt idx="719">
                  <ns0:v>0.00031613177144323193</ns0:v>
                </ns0:pt>
                <ns0:pt idx="720">
                  <ns0:v>0.00030425604417832092</ns0:v>
                </ns0:pt>
                <ns0:pt idx="721">
                  <ns0:v>0.0002882075102270826</ns0:v>
                </ns0:pt>
                <ns0:pt idx="722">
                  <ns0:v>0.00026752570421841271</ns0:v>
                </ns0:pt>
                <ns0:pt idx="723">
                  <ns0:v>0.00024116421505798613</ns0:v>
                </ns0:pt>
                <ns0:pt idx="724">
                  <ns0:v>0.0002080945806639705</ns0:v>
                </ns0:pt>
                <ns0:pt idx="725">
                  <ns0:v>0.00016864763770587664</ns0:v>
                </ns0:pt>
                <ns0:pt idx="726">
                  <ns0:v>0.00012413125917092364</ns0:v>
                </ns0:pt>
                <ns0:pt idx="727">
                  <ns0:v>7.716350455443818e-05</ns0:v>
                </ns0:pt>
                <ns0:pt idx="728">
                  <ns0:v>3.1126670046526259e-05</ns0:v>
                </ns0:pt>
                <ns0:pt idx="729">
                  <ns0:v>-1.0577807184459376e-05</ns0:v>
                </ns0:pt>
                <ns0:pt idx="730">
                  <ns0:v>-4.5351426449279061e-05</ns0:v>
                </ns0:pt>
                <ns0:pt idx="731">
                  <ns0:v>-7.2163090135529513e-05</ns0:v>
                </ns0:pt>
                <ns0:pt idx="732">
                  <ns0:v>-9.1323295451519566e-05</ns0:v>
                </ns0:pt>
                <ns0:pt idx="733">
                  <ns0:v>-0.00010540729538555707</ns0:v>
                </ns0:pt>
                <ns0:pt idx="734">
                  <ns0:v>-0.00011637085764532487</ns0:v>
                </ns0:pt>
                <ns0:pt idx="735">
                  <ns0:v>-0.00012534849360301857</ns0:v>
                </ns0:pt>
                <ns0:pt idx="736">
                  <ns0:v>-0.00013271584533046</ns0:v>
                </ns0:pt>
                <ns0:pt idx="737">
                  <ns0:v>-0.00013862633661518872</ns0:v>
                </ns0:pt>
                <ns0:pt idx="738">
                  <ns0:v>-0.00014321212100580066</ns0:v>
                </ns0:pt>
                <ns0:pt idx="739">
                  <ns0:v>-0.00014663815128994838</ns0:v>
                </ns0:pt>
                <ns0:pt idx="740">
                  <ns0:v>-0.00014910242273381022</ns0:v>
                </ns0:pt>
                <ns0:pt idx="741">
                  <ns0:v>-0.00015082114152309493</ns0:v>
                </ns0:pt>
                <ns0:pt idx="742">
                  <ns0:v>-0.00015201326371439816</ns0:v>
                </ns0:pt>
                <ns0:pt idx="743">
                  <ns0:v>-0.00015284894007988918</ns0:v>
                </ns0:pt>
                <ns0:pt idx="744">
                  <ns0:v>-0.00015335954846103694</ns0:v>
                </ns0:pt>
                <ns0:pt idx="745">
                  <ns0:v>-0.00015358295140607183</ns0:v>
                </ns0:pt>
                <ns0:pt idx="746">
                  <ns0:v>-0.00015358889386439073</ns0:v>
                </ns0:pt>
                <ns0:pt idx="747">
                  <ns0:v>-0.00015345708942755238</ns0:v>
                </ns0:pt>
                <ns0:pt idx="748">
                  <ns0:v>-0.00015326458828872374</ns0:v>
                </ns0:pt>
                <ns0:pt idx="749">
                  <ns0:v>-0.0001530737572190724</ns0:v>
                </ns0:pt>
                <ns0:pt idx="750">
                  <ns0:v>-0.00015292894324681395</ns0:v>
                </ns0:pt>
                <ns0:pt idx="751">
                  <ns0:v>-0.00015285690092299467</ns0:v>
                </ns0:pt>
                <ns0:pt idx="752">
                  <ns0:v>-0.0001528680171803321</ns0:v>
                </ns0:pt>
                <ns0:pt idx="753">
                  <ns0:v>-0.00015295885185181903</ns0:v>
                </ns0:pt>
                <ns0:pt idx="754">
                  <ns0:v>-0.00015311546106379039</ns0:v>
                </ns0:pt>
                <ns0:pt idx="755">
                  <ns0:v>-0.00015331633153564179</ns0:v>
                </ns0:pt>
                <ns0:pt idx="756">
                  <ns0:v>-0.00015353550607760747</ns0:v>
                </ns0:pt>
                <ns0:pt idx="757">
                  <ns0:v>-0.00015374556358347156</ns0:v>
                </ns0:pt>
                <ns0:pt idx="758">
                  <ns0:v>-0.00015392031310881152</ns0:v>
                </ns0:pt>
                <ns0:pt idx="759">
                  <ns0:v>-0.00015403690908337482</ns0:v>
                </ns0:pt>
                <ns0:pt idx="760">
                  <ns0:v>-0.00015407756894116243</ns0:v>
                </ns0:pt>
                <ns0:pt idx="761">
                  <ns0:v>-0.00015403053839413156</ns0:v>
                </ns0:pt>
                <ns0:pt idx="762">
                  <ns0:v>-0.00015389061401079274</ns0:v>
                </ns0:pt>
                <ns0:pt idx="763">
                  <ns0:v>-0.0001536590833139145</ns0:v>
                </ns0:pt>
                <ns0:pt idx="764">
                  <ns0:v>-0.00015334312750161575</ns0:v>
                </ns0:pt>
                <ns0:pt idx="765">
                  <ns0:v>-0.00015295498733370407</ns0:v>
                </ns0:pt>
                <ns0:pt idx="766">
                  <ns0:v>-0.00015251080318254027</ns0:v>
                </ns0:pt>
                <ns0:pt idx="767">
                  <ns0:v>-0.00015202819953139861</ns0:v>
                </ns0:pt>
                <ns0:pt idx="768">
                  <ns0:v>-0.00015152363720796462</ns0:v>
                </ns0:pt>
                <ns0:pt idx="769">
                  <ns0:v>-0.00015101447193266966</ns0:v>
                </ns0:pt>
                <ns0:pt idx="770">
                  <ns0:v>-0.00015051815382846994</ns0:v>
                </ns0:pt>
                <ns0:pt idx="771">
                  <ns0:v>-0.00015005105500728652</ns0:v>
                </ns0:pt>
                <ns0:pt idx="772">
                  <ns0:v>-0.00014962715624966823</ns0:v>
                </ns0:pt>
                <ns0:pt idx="773">
                  <ns0:v>-0.00014925402799105764</ns0:v>
                </ns0:pt>
                <ns0:pt idx="774">
                  <ns0:v>-0.00014893588302234391</ns0:v>
                </ns0:pt>
                <ns0:pt idx="775">
                  <ns0:v>-0.0001486746555101021</ns0:v>
                </ns0:pt>
                <ns0:pt idx="776">
                  <ns0:v>-0.00014847031382044705</ns0:v>
                </ns0:pt>
                <ns0:pt idx="777">
                  <ns0:v>-0.00014832178271682601</ns0:v>
                </ns0:pt>
                <ns0:pt idx="778">
                  <ns0:v>-0.0001482272856845164</ns0:v>
                </ns0:pt>
                <ns0:pt idx="779">
                  <ns0:v>-0.00014818423845005423</ns0:v>
                </ns0:pt>
                <ns0:pt idx="780">
                  <ns0:v>-0.00014818974739433852</ns0:v>
                </ns0:pt>
                <ns0:pt idx="781">
                  <ns0:v>-0.00014824104107919454</ns0:v>
                </ns0:pt>
                <ns0:pt idx="782">
                  <ns0:v>-0.00014833548609457809</ns0:v>
                </ns0:pt>
                <ns0:pt idx="783">
                  <ns0:v>-0.0001484706983618084</ns0:v>
                </ns0:pt>
                <ns0:pt idx="784">
                  <ns0:v>-0.000148644610141497</ns0:v>
                </ns0:pt>
                <ns0:pt idx="785">
                  <ns0:v>-0.00014885535702958234</ns0:v>
                </ns0:pt>
                <ns0:pt idx="786">
                  <ns0:v>-0.00014910122372450879</ns0:v>
                </ns0:pt>
                <ns0:pt idx="787">
                  <ns0:v>-0.00014938068085989625</ns0:v>
                </ns0:pt>
                <ns0:pt idx="788">
                  <ns0:v>-0.00014969231383793211</ns0:v>
                </ns0:pt>
                <ns0:pt idx="789">
                  <ns0:v>-0.00015003474877248256</ns0:v>
                </ns0:pt>
                <ns0:pt idx="790">
                  <ns0:v>-0.00015040663820329011</ns0:v>
                </ns0:pt>
                <ns0:pt idx="791">
                  <ns0:v>-0.00015080649209086769</ns0:v>
                </ns0:pt>
                <ns0:pt idx="792">
                  <ns0:v>-0.0001512326705700527</ns0:v>
                </ns0:pt>
                <ns0:pt idx="793">
                  <ns0:v>-0.00015168342569679149</ns0:v>
                </ns0:pt>
                <ns0:pt idx="794">
                  <ns0:v>-0.0001521568395113954</ns0:v>
                </ns0:pt>
                <ns0:pt idx="795">
                  <ns0:v>-0.00015265081531012315</ns0:v>
                </ns0:pt>
                <ns0:pt idx="796">
                  <ns0:v>-0.0001531630176442462</ns0:v>
                </ns0:pt>
                <ns0:pt idx="797">
                  <ns0:v>-0.00015369095805640675</ns0:v>
                </ns0:pt>
                <ns0:pt idx="798">
                  <ns0:v>-0.00015423197463155209</ns0:v>
                </ns0:pt>
                <ns0:pt idx="799">
                  <ns0:v>-0.00015478326977474771</ns0:v>
                </ns0:pt>
                <ns0:pt idx="800">
                  <ns0:v>-0.00015534195177028412</ns0:v>
                </ns0:pt>
                <ns0:pt idx="801">
                  <ns0:v>-0.00015590511226287886</ns0:v>
                </ns0:pt>
                <ns0:pt idx="802">
                  <ns0:v>-0.00015646985550363084</ns0:v>
                </ns0:pt>
                <ns0:pt idx="803">
                  <ns0:v>-0.00015703330380771894</ns0:v>
                </ns0:pt>
                <ns0:pt idx="804">
                  <ns0:v>-0.00015759267291472957</ns0:v>
                </ns0:pt>
                <ns0:pt idx="805">
                  <ns0:v>-0.00015814535547647006</ns0:v>
                </ns0:pt>
                <ns0:pt idx="806">
                  <ns0:v>-0.00015868887117616578</ns0:v>
                </ns0:pt>
                <ns0:pt idx="807">
                  <ns0:v>-0.00015922091663351086</ns0:v>
                </ns0:pt>
                <ns0:pt idx="808">
                  <ns0:v>-0.00015973938399364216</ns0:v>
                </ns0:pt>
                <ns0:pt idx="809">
                  <ns0:v>-0.00016024237132525372</ns0:v>
                </ns0:pt>
                <ns0:pt idx="810">
                  <ns0:v>-0.00016072826408744894</ns0:v>
                </ns0:pt>
                <ns0:pt idx="811">
                  <ns0:v>-0.0001611957034889703</ns0:v>
                </ns0:pt>
                <ns0:pt idx="812">
                  <ns0:v>-0.00016164344470090633</ns0:v>
                </ns0:pt>
                <ns0:pt idx="813">
                  <ns0:v>-0.00016207047104558708</ns0:v>
                </ns0:pt>
                <ns0:pt idx="814">
                  <ns0:v>-0.0001624759971707529</ns0:v>
                </ns0:pt>
                <ns0:pt idx="815">
                  <ns0:v>-0.00016285940401077729</ns0:v>
                </ns0:pt>
                <ns0:pt idx="816">
                  <ns0:v>-0.00016322026397039665</ns0:v>
                </ns0:pt>
                <ns0:pt idx="817">
                  <ns0:v>-0.00016355833682380041</ns0:v>
                </ns0:pt>
                <ns0:pt idx="818">
                  <ns0:v>-0.00016387351706093002</ns0:v>
                </ns0:pt>
                <ns0:pt idx="819">
                  <ns0:v>-0.00016416583372469971</ns0:v>
                </ns0:pt>
                <ns0:pt idx="820">
                  <ns0:v>-0.00016443542167735573</ns0:v>
                </ns0:pt>
                <ns0:pt idx="821">
                  <ns0:v>-0.00016468258847905222</ns0:v>
                </ns0:pt>
                <ns0:pt idx="822">
                  <ns0:v>-0.000164907722320343</ns0:v>
                </ns0:pt>
                <ns0:pt idx="823">
                  <ns0:v>-0.00016511129114753803</ns0:v>
                </ns0:pt>
                <ns0:pt idx="824">
                  <ns0:v>-0.00016529389511237079</ns0:v>
                </ns0:pt>
                <ns0:pt idx="825">
                  <ns0:v>-0.00016545625298658887</ns0:v>
                </ns0:pt>
                <ns0:pt idx="826">
                  <ns0:v>-0.0001655991010959549</ns0:v>
                </ns0:pt>
                <ns0:pt idx="827">
                  <ns0:v>-0.00016572312566612808</ns0:v>
                </ns0:pt>
                <ns0:pt idx="828">
                  <ns0:v>-0.0001658291227713241</ns0:v>
                </ns0:pt>
                <ns0:pt idx="829">
                  <ns0:v>-0.00016591793820423521</ns0:v>
                </ns0:pt>
                <ns0:pt idx="830">
                  <ns0:v>-0.0001659903877362905</ns0:v>
                </ns0:pt>
                <ns0:pt idx="831">
                  <ns0:v>-0.00016604728129184659</ns0:v>
                </ns0:pt>
                <ns0:pt idx="832">
                  <ns0:v>-0.00016608949737382996</ns0:v>
                </ns0:pt>
                <ns0:pt idx="833">
                  <ns0:v>-0.00016611794803959347</ns0:v>
                </ns0:pt>
                <ns0:pt idx="834">
                  <ns0:v>-0.00016613352659027882</ns0:v>
                </ns0:pt>
                <ns0:pt idx="835">
                  <ns0:v>-0.00016613708959710435</ns0:v>
                </ns0:pt>
                <ns0:pt idx="836">
                  <ns0:v>-0.000166129515935634</ns0:v>
                </ns0:pt>
                <ns0:pt idx="837">
                  <ns0:v>-0.00016611175726542811</ns0:v>
                </ns0:pt>
                <ns0:pt idx="838">
                  <ns0:v>-0.00016608474487392097</ns0:v>
                </ns0:pt>
                <ns0:pt idx="839">
                  <ns0:v>-0.00016604938398306817</ns0:v>
                </ns0:pt>
                <ns0:pt idx="840">
                  <ns0:v>-0.0001660065355203487</ns0:v>
                </ns0:pt>
                <ns0:pt idx="841">
                  <ns0:v>-0.00016595710405662388</ns0:v>
                </ns0:pt>
                <ns0:pt idx="842">
                  <ns0:v>-0.00016590183517544438</ns0:v>
                </ns0:pt>
                <ns0:pt idx="843">
                  <ns0:v>-0.00016584079356227858</ns0:v>
                </ns0:pt>
                <ns0:pt idx="844">
                  <ns0:v>-0.00016577381269171923</ns0:v>
                </ns0:pt>
                <ns0:pt idx="845">
                  <ns0:v>-0.00016570101951253347</ns0:v>
                </ns0:pt>
                <ns0:pt idx="846">
                  <ns0:v>-0.00016562261007348834</ns0:v>
                </ns0:pt>
                <ns0:pt idx="847">
                  <ns0:v>-0.00016553883339975252</ns0:v>
                </ns0:pt>
                <ns0:pt idx="848">
                  <ns0:v>-0.00016544994637506454</ns0:v>
                </ns0:pt>
                <ns0:pt idx="849">
                  <ns0:v>-0.0001653561729108894</ns0:v>
                </ns0:pt>
                <ns0:pt idx="850">
                  <ns0:v>-0.00016525777325136399</ns0:v>
                </ns0:pt>
                <ns0:pt idx="851">
                  <ns0:v>-0.00016515506429520731</ns0:v>
                </ns0:pt>
                <ns0:pt idx="852">
                  <ns0:v>-0.00016504849742516431</ns0:v>
                </ns0:pt>
                <ns0:pt idx="853">
                  <ns0:v>-0.0001649385588068658</ns0:v>
                </ns0:pt>
                <ns0:pt idx="854">
                  <ns0:v>-0.00016482581512000668</ns0:v>
                </ns0:pt>
                <ns0:pt idx="855">
                  <ns0:v>-0.00016471092044151905</ns0:v>
                </ns0:pt>
                <ns0:pt idx="856">
                  <ns0:v>-0.00016459458813857238</ns0:v>
                </ns0:pt>
                <ns0:pt idx="857">
                  <ns0:v>-0.000164477894371963</ns0:v>
                </ns0:pt>
                <ns0:pt idx="858">
                  <ns0:v>-0.00016436211507899246</ns0:v>
                </ns0:pt>
                <ns0:pt idx="859">
                  <ns0:v>-0.00016424796538485765</ns0:v>
                </ns0:pt>
                <ns0:pt idx="860">
                  <ns0:v>-0.00016413584673048991</ns0:v>
                </ns0:pt>
                <ns0:pt idx="861">
                  <ns0:v>-0.00016402601667162565</ns0:v>
                </ns0:pt>
                <ns0:pt idx="862">
                  <ns0:v>-0.0001639186591177806</ns0:v>
                </ns0:pt>
                <ns0:pt idx="863">
                  <ns0:v>-0.00016381393428349059</ns0:v>
                </ns0:pt>
                <ns0:pt idx="864">
                  <ns0:v>-0.00016371196540830322</ns0:v>
                </ns0:pt>
                <ns0:pt idx="865">
                  <ns0:v>-0.00016361287223984428</ns0:v>
                </ns0:pt>
                <ns0:pt idx="866">
                  <ns0:v>-0.00016351669366112908</ns0:v>
                </ns0:pt>
                <ns0:pt idx="867">
                  <ns0:v>-0.00016342356115992731</ns0:v>
                </ns0:pt>
                <ns0:pt idx="868">
                  <ns0:v>-0.0001633342180648187</ns0:v>
                </ns0:pt>
                <ns0:pt idx="869">
                  <ns0:v>-0.00016324960656195468</ns0:v>
                </ns0:pt>
                <ns0:pt idx="870">
                  <ns0:v>-0.0001631702873043096</ns0:v>
                </ns0:pt>
                <ns0:pt idx="871">
                  <ns0:v>-0.00016309667907744624</ns0:v>
                </ns0:pt>
                <ns0:pt idx="872">
                  <ns0:v>-0.00016302908780887855</ns0:v>
                </ns0:pt>
                <ns0:pt idx="873">
                  <ns0:v>-0.00016296776057310474</ns0:v>
                </ns0:pt>
                <ns0:pt idx="874">
                  <ns0:v>-0.00016291281475536178</ns0:v>
                </ns0:pt>
                <ns0:pt idx="875">
                  <ns0:v>-0.00016286421624745942</ns0:v>
                </ns0:pt>
                <ns0:pt idx="876">
                  <ns0:v>-0.0001628218208205636</ns0:v>
                </ns0:pt>
                <ns0:pt idx="877">
                  <ns0:v>-0.00016278532654504562</ns0:v>
                </ns0:pt>
                <ns0:pt idx="878">
                  <ns0:v>-0.00016275430011478898</ns0:v>
                </ns0:pt>
                <ns0:pt idx="879">
                  <ns0:v>-0.00016272818116859302</ns0:v>
                </ns0:pt>
                <ns0:pt idx="880">
                  <ns0:v>-0.00016270631379712293</ns0:v>
                </ns0:pt>
                <ns0:pt idx="881">
                  <ns0:v>-0.00016268795643992101</ns0:v>
                </ns0:pt>
                <ns0:pt idx="882">
                  <ns0:v>-0.00016267191488829333</ns0:v>
                </ns0:pt>
                <ns0:pt idx="883">
                  <ns0:v>-0.00016265673236009537</ns0:v>
                </ns0:pt>
                <ns0:pt idx="884">
                  <ns0:v>-0.0001626415287535288</ns0:v>
                </ns0:pt>
                <ns0:pt idx="885">
                  <ns0:v>-0.00016262574865318367</ns0:v>
                </ns0:pt>
                <ns0:pt idx="886">
                  <ns0:v>-0.00016260898318754943</ns0:v>
                </ns0:pt>
                <ns0:pt idx="887">
                  <ns0:v>-0.00016259087492570223</ns0:v>
                </ns0:pt>
                <ns0:pt idx="888">
                  <ns0:v>-0.0001625710631317788</ns0:v>
                </ns0:pt>
                <ns0:pt idx="889">
                  <ns0:v>-0.0001625492163457604</ns0:v>
                </ns0:pt>
                <ns0:pt idx="890">
                  <ns0:v>-0.00016252502970618983</ns0:v>
                </ns0:pt>
                <ns0:pt idx="891">
                  <ns0:v>-0.00016249823845427652</ns0:v>
                </ns0:pt>
                <ns0:pt idx="892">
                  <ns0:v>-0.00016246862314347839</ns0:v>
                </ns0:pt>
                <ns0:pt idx="893">
                  <ns0:v>-0.00016243598219234278</ns0:v>
                </ns0:pt>
                <ns0:pt idx="894">
                  <ns0:v>-0.0001624001251031149</ns0:v>
                </ns0:pt>
                <ns0:pt idx="895">
                  <ns0:v>-0.0001623609334844939</ns0:v>
                </ns0:pt>
                <ns0:pt idx="896">
                  <ns0:v>-0.00016231829582552824</ns0:v>
                </ns0:pt>
                <ns0:pt idx="897">
                  <ns0:v>-0.00016227212223996162</ns0:v>
                </ns0:pt>
                <ns0:pt idx="898">
                  <ns0:v>-0.00016222235867630663</ns0:v>
                </ns0:pt>
                <ns0:pt idx="899">
                  <ns0:v>-0.000162168998929355</ns0:v>
                </ns0:pt>
                <ns0:pt idx="900">
                  <ns0:v>-0.00016211206857569271</ns0:v>
                </ns0:pt>
                <ns0:pt idx="901">
                  <ns0:v>-0.00016205163470219358</ns0:v>
                </ns0:pt>
                <ns0:pt idx="902">
                  <ns0:v>-0.00016198780723432958</ns0:v>
                </ns0:pt>
                <ns0:pt idx="903">
                  <ns0:v>-0.00016192070351786606</ns0:v>
                </ns0:pt>
                <ns0:pt idx="904">
                  <ns0:v>-0.0001618504643061244</ns0:v>
                </ns0:pt>
                <ns0:pt idx="905">
                  <ns0:v>-0.00016177721882120917</ns0:v>
                </ns0:pt>
                <ns0:pt idx="906">
                  <ns0:v>-0.00016170114069661375</ns0:v>
                </ns0:pt>
                <ns0:pt idx="907">
                  <ns0:v>-0.00016162244498096618</ns0:v>
                </ns0:pt>
                <ns0:pt idx="908">
                  <ns0:v>-0.00016154135400594998</ns0:v>
                </ns0:pt>
                <ns0:pt idx="909">
                  <ns0:v>-0.00016145808782438357</ns0:v>
                </ns0:pt>
                <ns0:pt idx="910">
                  <ns0:v>-0.00016137286582682851</ns0:v>
                </ns0:pt>
                <ns0:pt idx="911">
                  <ns0:v>-0.00016128589797864668</ns0:v>
                </ns0:pt>
                <ns0:pt idx="912">
                  <ns0:v>-0.00016119740437933866</ns0:v>
                </ns0:pt>
                <ns0:pt idx="913">
                  <ns0:v>-0.00016110765209103377</ns0:v>
                </ns0:pt>
                <ns0:pt idx="914">
                  <ns0:v>-0.00016101689472029199</ns0:v>
                </ns0:pt>
                <ns0:pt idx="915">
                  <ns0:v>-0.00016092537649012295</ns0:v>
                </ns0:pt>
                <ns0:pt idx="916">
                  <ns0:v>-0.0001608333447299301</ns0:v>
                </ns0:pt>
                <ns0:pt idx="917">
                  <ns0:v>-0.00016074107318790303</ns0:v>
                </ns0:pt>
                <ns0:pt idx="918">
                  <ns0:v>-0.00016064880964857244</ns0:v>
                </ns0:pt>
                <ns0:pt idx="919">
                  <ns0:v>-0.00016055677581504349</ns0:v>
                </ns0:pt>
                <ns0:pt idx="920">
                  <ns0:v>-0.00016046515932508415</ns0:v>
                </ns0:pt>
                <ns0:pt idx="921">
                  <ns0:v>-0.00016037416931366126</ns0:v>
                </ns0:pt>
                <ns0:pt idx="922">
                  <ns0:v>-0.0001602840453282502</ns0:v>
                </ns0:pt>
                <ns0:pt idx="923">
                  <ns0:v>-0.00016019497275413476</ns0:v>
                </ns0:pt>
                <ns0:pt idx="924">
                  <ns0:v>-0.00016010713315989865</ns0:v>
                </ns0:pt>
                <ns0:pt idx="925">
                  <ns0:v>-0.00016002073448726409</ns0:v>
                </ns0:pt>
                <ns0:pt idx="926">
                  <ns0:v>-0.00015993593508796305</ns0:v>
                </ns0:pt>
                <ns0:pt idx="927">
                  <ns0:v>-0.00015985288732791903</ns0:v>
                </ns0:pt>
                <ns0:pt idx="928">
                  <ns0:v>-0.00015977174794627478</ns0:v>
                </ns0:pt>
                <ns0:pt idx="929">
                  <ns0:v>-0.00015969263832998212</ns0:v>
                </ns0:pt>
                <ns0:pt idx="930">
                  <ns0:v>-0.0001596156850829217</ns0:v>
                </ns0:pt>
                <ns0:pt idx="931">
                  <ns0:v>-0.0001595409769257105</ns0:v>
                </ns0:pt>
                <ns0:pt idx="932">
                  <ns0:v>-0.00015946860562089858</ns0:v>
                </ns0:pt>
                <ns0:pt idx="933">
                  <ns0:v>-0.00015939865272788446</ns0:v>
                </ns0:pt>
                <ns0:pt idx="934">
                  <ns0:v>-0.00015933117855064253</ns0:v>
                </ns0:pt>
                <ns0:pt idx="935">
                  <ns0:v>-0.00015926617461621144</ns0:v>
                </ns0:pt>
                <ns0:pt idx="936">
                  <ns0:v>-0.00015920361085700345</ns0:v>
                </ns0:pt>
                <ns0:pt idx="937">
                  <ns0:v>-0.00015914344001541288</ns0:v>
                </ns0:pt>
                <ns0:pt idx="938">
                  <ns0:v>-0.0001590855991207864</ns0:v>
                </ns0:pt>
                <ns0:pt idx="939">
                  <ns0:v>-0.00015903001533977136</ns0:v>
                </ns0:pt>
                <ns0:pt idx="940">
                  <ns0:v>-0.00015897662283322672</ns0:v>
                </ns0:pt>
                <ns0:pt idx="941">
                  <ns0:v>-0.00015892534908379258</ns0:v>
                </ns0:pt>
                <ns0:pt idx="942">
                  <ns0:v>-0.00015887609215890934</ns0:v>
                </ns0:pt>
                <ns0:pt idx="943">
                  <ns0:v>-0.00015882875451850683</ns0:v>
                </ns0:pt>
                <ns0:pt idx="944">
                  <ns0:v>-0.00015878324935841113</ns0:v>
                </ns0:pt>
                <ns0:pt idx="945">
                  <ns0:v>-0.00015873950083186879</ns0:v>
                </ns0:pt>
                <ns0:pt idx="946">
                  <ns0:v>-0.00015869742241863535</ns0:v>
                </ns0:pt>
                <ns0:pt idx="947">
                  <ns0:v>-0.00015865690129007772</ns0:v>
                </ns0:pt>
                <ns0:pt idx="948">
                  <ns0:v>-0.00015861782135172806</ns0:v>
                </ns0:pt>
                <ns0:pt idx="949">
                  <ns0:v>-0.00015858008106121499</ns0:v>
                </ns0:pt>
                <ns0:pt idx="950">
                  <ns0:v>-0.00015854357557123597</ns0:v>
                </ns0:pt>
                <ns0:pt idx="951">
                  <ns0:v>-0.0001585082127523659</ns0:v>
                </ns0:pt>
                <ns0:pt idx="952">
                  <ns0:v>-0.00015847389060112343</ns0:v>
                </ns0:pt>
                <ns0:pt idx="953">
                  <ns0:v>-0.00015844053309544835</ns0:v>
                </ns0:pt>
                <ns0:pt idx="954">
                  <ns0:v>-0.00015840808989370597</ns0:v>
                </ns0:pt>
                <ns0:pt idx="955">
                  <ns0:v>-0.0001583764918910448</ns0:v>
                </ns0:pt>
                <ns0:pt idx="956">
                  <ns0:v>-0.00015834565924754195</ns0:v>
                </ns0:pt>
                <ns0:pt idx="957">
                  <ns0:v>-0.00015831552206778811</ns0:v>
                </ns0:pt>
                <ns0:pt idx="958">
                  <ns0:v>-0.0001582860289097957</ns0:v>
                </ns0:pt>
                <ns0:pt idx="959">
                  <ns0:v>-0.00015825713487040583</ns0:v>
                </ns0:pt>
                <ns0:pt idx="960">
                  <ns0:v>-0.00015822880547689265</ns0:v>
                </ns0:pt>
                <ns0:pt idx="961">
                  <ns0:v>-0.00015820099196275407</ns0:v>
                </ns0:pt>
                <ns0:pt idx="962">
                  <ns0:v>-0.00015817367690729926</ns0:v>
                </ns0:pt>
                <ns0:pt idx="963">
                  <ns0:v>-0.00015814679853051939</ns0:v>
                </ns0:pt>
                <ns0:pt idx="964">
                  <ns0:v>-0.00015812029795330578</ns0:v>
                </ns0:pt>
                <ns0:pt idx="965">
                  <ns0:v>-0.00015809410654533346</ns0:v>
                </ns0:pt>
                <ns0:pt idx="966">
                  <ns0:v>-0.0001580681716646616</ns0:v>
                </ns0:pt>
                <ns0:pt idx="967">
                  <ns0:v>-0.00015804243963000265</ns0:v>
                </ns0:pt>
                <ns0:pt idx="968">
                  <ns0:v>-0.00015801687765073223</ns0:v>
                </ns0:pt>
                <ns0:pt idx="969">
                  <ns0:v>-0.00015799144961678362</ns0:v>
                </ns0:pt>
                <ns0:pt idx="970">
                  <ns0:v>-0.00015796611704898514</ns0:v>
                </ns0:pt>
                <ns0:pt idx="971">
                  <ns0:v>-0.00015794085795036152</ns0:v>
                </ns0:pt>
                <ns0:pt idx="972">
                  <ns0:v>-0.00015791562832459129</ns0:v>
                </ns0:pt>
                <ns0:pt idx="973">
                  <ns0:v>-0.00015789041528428954</ns0:v>
                </ns0:pt>
                <ns0:pt idx="974">
                  <ns0:v>-0.00015786520113191934</ns0:v>
                </ns0:pt>
                <ns0:pt idx="975">
                  <ns0:v>-0.00015783995143758961</ns0:v>
                </ns0:pt>
                <ns0:pt idx="976">
                  <ns0:v>-0.00015781464910492895</ns0:v>
                </ns0:pt>
                <ns0:pt idx="977">
                  <ns0:v>-0.00015778930036169095</ns0:v>
                </ns0:pt>
                <ns0:pt idx="978">
                  <ns0:v>-0.00015776386901895239</ns0:v>
                </ns0:pt>
                <ns0:pt idx="979">
                  <ns0:v>-0.00015773830414581562</ns0:v>
                </ns0:pt>
                <ns0:pt idx="980">
                  <ns0:v>-0.00015771254472722609</ns0:v>
                </ns0:pt>
                <ns0:pt idx="981">
                  <ns0:v>-0.00015768654734919538</ns0:v>
                </ns0:pt>
                <ns0:pt idx="982">
                  <ns0:v>-0.00015766028707551048</ns0:v>
                </ns0:pt>
                <ns0:pt idx="983">
                  <ns0:v>-0.00015763374709219677</ns0:v>
                </ns0:pt>
                <ns0:pt idx="984">
                  <ns0:v>-0.00015760689277742886</ns0:v>
                </ns0:pt>
                <ns0:pt idx="985">
                  <ns0:v>-0.00015757972681877997</ns0:v>
                </ns0:pt>
                <ns0:pt idx="986">
                  <ns0:v>-0.00015755228716559291</ns0:v>
                </ns0:pt>
                <ns0:pt idx="987">
                  <ns0:v>-0.0001575245898657996</ns0:v>
                </ns0:pt>
                <ns0:pt idx="988">
                  <ns0:v>-0.00015751118010399028</ns0:v>
                </ns0:pt>
                <ns0:pt idx="989">
                  <ns0:v>-0.0001574975776166893</ns0:v>
                </ns0:pt>
                <ns0:pt idx="990">
                  <ns0:v>-0.00015748378540048739</ns0:v>
                </ns0:pt>
                <ns0:pt idx="991">
                  <ns0:v>-0.00015746980138135513</ns0:v>
                </ns0:pt>
                <ns0:pt idx="992">
                  <ns0:v>-0.00015745563242646531</ns0:v>
                </ns0:pt>
                <ns0:pt idx="993">
                  <ns0:v>-0.00015744128591341238</ns0:v>
                </ns0:pt>
                <ns0:pt idx="994">
                  <ns0:v>-0.00015742677607281146</ns0:v>
                </ns0:pt>
                <ns0:pt idx="995">
                  <ns0:v>-0.00015741212608517334</ns0:v>
                </ns0:pt>
                <ns0:pt idx="996">
                  <ns0:v>-0.00015739733761677106</ns0:v>
                </ns0:pt>
                <ns0:pt idx="997">
                  <ns0:v>-0.00015738244527842686</ns0:v>
                </ns0:pt>
                <ns0:pt idx="998">
                  <ns0:v>-0.00015736747614720207</ns0:v>
                </ns0:pt>
                <ns0:pt idx="999">
                  <ns0:v>-0.00015735245745718014</ns0:v>
                </ns0:pt>
              </ns0:numCache>
            </ns0:numRef>
          </ns0:yVal>
          <ns0:smooth val="0"/>
        </ns0:ser>
        <ns0:axId val="51"/>
        <ns0:axId val="52"/>
      </ns0:scatterChart>
      <ns0:valAx>
        <ns0:axId val="5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2"/>
        <ns0:crossesAt val="-0.1"/>
        <ns0:crossBetween val="midCat"/>
        <ns0:majorUnit val="5.0"/>
      </ns0:valAx>
      <ns0:valAx>
        <ns0:axId val="52"/>
        <ns0:scaling>
          <ns0:orientation val="minMax"/>
          <ns0:max val="0.4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6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4"/>
          <ns0:y val="0.1"/>
          <ns0:w val="0.5"/>
          <ns0:h val="0.5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-0.0093445077583358665</ns0:v>
                </ns0:pt>
                <ns0:pt idx="201">
                  <ns0:v>-0.0012738623329405399</ns0:v>
                </ns0:pt>
                <ns0:pt idx="202">
                  <ns0:v>0.0082727730991474686</ns0:v>
                </ns0:pt>
                <ns0:pt idx="203">
                  <ns0:v>0.015667340904992538</ns0:v>
                </ns0:pt>
                <ns0:pt idx="204">
                  <ns0:v>0.02044541028360735</ns0:v>
                </ns0:pt>
                <ns0:pt idx="205">
                  <ns0:v>0.024087476629526039</ns0:v>
                </ns0:pt>
                <ns0:pt idx="206">
                  <ns0:v>0.027632272149711475</ns0:v>
                </ns0:pt>
                <ns0:pt idx="207">
                  <ns0:v>0.03132473898997528</ns0:v>
                </ns0:pt>
                <ns0:pt idx="208">
                  <ns0:v>0.035114912691547429</ns0:v>
                </ns0:pt>
                <ns0:pt idx="209">
                  <ns0:v>0.039689566935067359</ns0:v>
                </ns0:pt>
                <ns0:pt idx="210">
                  <ns0:v>0.042784496882730082</ns0:v>
                </ns0:pt>
                <ns0:pt idx="211">
                  <ns0:v>0.043159088268122925</ns0:v>
                </ns0:pt>
                <ns0:pt idx="212">
                  <ns0:v>0.042280548618208111</ns0:v>
                </ns0:pt>
                <ns0:pt idx="213">
                  <ns0:v>0.042518764991744742</ns0:v>
                </ns0:pt>
                <ns0:pt idx="214">
                  <ns0:v>0.04241962514900055</ns0:v>
                </ns0:pt>
                <ns0:pt idx="215">
                  <ns0:v>0.041736742344240366</ns0:v>
                </ns0:pt>
                <ns0:pt idx="216">
                  <ns0:v>0.041913016082041524</ns0:v>
                </ns0:pt>
                <ns0:pt idx="217">
                  <ns0:v>0.043510458393085545</ns0:v>
                </ns0:pt>
                <ns0:pt idx="218">
                  <ns0:v>0.046612347152045208</ns0:v>
                </ns0:pt>
                <ns0:pt idx="219">
                  <ns0:v>0.052435237302987645</ns0:v>
                </ns0:pt>
                <ns0:pt idx="220">
                  <ns0:v>0.061352084836667986</ns0:v>
                </ns0:pt>
                <ns0:pt idx="221">
                  <ns0:v>0.070658833415862293</ns0:v>
                </ns0:pt>
                <ns0:pt idx="222">
                  <ns0:v>0.080106573190267316</ns0:v>
                </ns0:pt>
                <ns0:pt idx="223">
                  <ns0:v>0.088558408739973005</ns0:v>
                </ns0:pt>
                <ns0:pt idx="224">
                  <ns0:v>0.09337333598809941</ns0:v>
                </ns0:pt>
                <ns0:pt idx="225">
                  <ns0:v>0.092777185783524244</ns0:v>
                </ns0:pt>
                <ns0:pt idx="226">
                  <ns0:v>0.087531678701411306</ns0:v>
                </ns0:pt>
                <ns0:pt idx="227">
                  <ns0:v>0.080077906271259033</ns0:v>
                </ns0:pt>
                <ns0:pt idx="228">
                  <ns0:v>0.073455948692457279</ns0:v>
                </ns0:pt>
                <ns0:pt idx="229">
                  <ns0:v>0.070445396830284293</ns0:v>
                </ns0:pt>
                <ns0:pt idx="230">
                  <ns0:v>0.07072290577848997</ns0:v>
                </ns0:pt>
                <ns0:pt idx="231">
                  <ns0:v>0.072234177098894514</ns0:v>
                </ns0:pt>
                <ns0:pt idx="232">
                  <ns0:v>0.074070274791619303</ns0:v>
                </ns0:pt>
                <ns0:pt idx="233">
                  <ns0:v>0.075601452906490521</ns0:v>
                </ns0:pt>
                <ns0:pt idx="234">
                  <ns0:v>0.074514128023521697</ns0:v>
                </ns0:pt>
                <ns0:pt idx="235">
                  <ns0:v>0.071698139528065016</ns0:v>
                </ns0:pt>
                <ns0:pt idx="236">
                  <ns0:v>0.069904833511280934</ns0:v>
                </ns0:pt>
                <ns0:pt idx="237">
                  <ns0:v>0.069477243306796735</ns0:v>
                </ns0:pt>
                <ns0:pt idx="238">
                  <ns0:v>0.070948810449123878</ns0:v>
                </ns0:pt>
                <ns0:pt idx="239">
                  <ns0:v>0.075526317548020722</ns0:v>
                </ns0:pt>
                <ns0:pt idx="240">
                  <ns0:v>0.084018754391724487</ns0:v>
                </ns0:pt>
                <ns0:pt idx="241">
                  <ns0:v>0.093267610870215942</ns0:v>
                </ns0:pt>
                <ns0:pt idx="242">
                  <ns0:v>0.10192692773534386</ns0:v>
                </ns0:pt>
                <ns0:pt idx="243">
                  <ns0:v>0.10872116056549931</ns0:v>
                </ns0:pt>
                <ns0:pt idx="244">
                  <ns0:v>0.11028043667182225</ns0:v>
                </ns0:pt>
                <ns0:pt idx="245">
                  <ns0:v>0.10559434042793413</ns0:v>
                </ns0:pt>
                <ns0:pt idx="246">
                  <ns0:v>0.098898795068594267</ns0:v>
                </ns0:pt>
                <ns0:pt idx="247">
                  <ns0:v>0.091967569007712371</ns0:v>
                </ns0:pt>
                <ns0:pt idx="248">
                  <ns0:v>0.086745225603522019</ns0:v>
                </ns0:pt>
                <ns0:pt idx="249">
                  <ns0:v>0.086851225407826582</ns0:v>
                </ns0:pt>
                <ns0:pt idx="250">
                  <ns0:v>0.093466249009320018</ns0:v>
                </ns0:pt>
                <ns0:pt idx="251">
                  <ns0:v>0.10229427050536227</ns0:v>
                </ns0:pt>
                <ns0:pt idx="252">
                  <ns0:v>0.11155211893085051</ns0:v>
                </ns0:pt>
                <ns0:pt idx="253">
                  <ns0:v>0.11937278666066735</ns0:v>
                </ns0:pt>
                <ns0:pt idx="254">
                  <ns0:v>0.12265646018898192</ns0:v>
                </ns0:pt>
                <ns0:pt idx="255">
                  <ns0:v>0.12035680180922972</ns0:v>
                </ns0:pt>
                <ns0:pt idx="256">
                  <ns0:v>0.11534176610950218</ns0:v>
                </ns0:pt>
                <ns0:pt idx="257">
                  <ns0:v>0.10974069953132164</ns0:v>
                </ns0:pt>
                <ns0:pt idx="258">
                  <ns0:v>0.10561410127429834</ns0:v>
                </ns0:pt>
                <ns0:pt idx="259">
                  <ns0:v>0.10585686501239015</ns0:v>
                </ns0:pt>
                <ns0:pt idx="260">
                  <ns0:v>0.11156474462472536</ns0:v>
                </ns0:pt>
                <ns0:pt idx="261">
                  <ns0:v>0.12024935549173273</ns0:v>
                </ns0:pt>
                <ns0:pt idx="262">
                  <ns0:v>0.1299722599615929</ns0:v>
                </ns0:pt>
                <ns0:pt idx="263">
                  <ns0:v>0.13833291505503065</ns0:v>
                </ns0:pt>
                <ns0:pt idx="264">
                  <ns0:v>0.14161870731506229</ns0:v>
                </ns0:pt>
                <ns0:pt idx="265">
                  <ns0:v>0.14007574403083706</ns0:v>
                </ns0:pt>
                <ns0:pt idx="266">
                  <ns0:v>0.13722166017569162</ns0:v>
                </ns0:pt>
                <ns0:pt idx="267">
                  <ns0:v>0.1328349697679814</ns0:v>
                </ns0:pt>
                <ns0:pt idx="268">
                  <ns0:v>0.12783696082825372</ns0:v>
                </ns0:pt>
                <ns0:pt idx="269">
                  <ns0:v>0.12606812748002366</ns0:v>
                </ns0:pt>
                <ns0:pt idx="270">
                  <ns0:v>0.1289040011851115</ns0:v>
                </ns0:pt>
                <ns0:pt idx="271">
                  <ns0:v>0.13297498406182881</ns0:v>
                </ns0:pt>
                <ns0:pt idx="272">
                  <ns0:v>0.13599721682158619</ns0:v>
                </ns0:pt>
                <ns0:pt idx="273">
                  <ns0:v>0.13762663813473475</ns0:v>
                </ns0:pt>
                <ns0:pt idx="274">
                  <ns0:v>0.13559272362987759</ns0:v>
                </ns0:pt>
                <ns0:pt idx="275">
                  <ns0:v>0.12921455213055158</ns0:v>
                </ns0:pt>
                <ns0:pt idx="276">
                  <ns0:v>0.12226050302308229</ns0:v>
                </ns0:pt>
                <ns0:pt idx="277">
                  <ns0:v>0.11644425437479565</ns0:v>
                </ns0:pt>
                <ns0:pt idx="278">
                  <ns0:v>0.11353172180087823</ns0:v>
                </ns0:pt>
                <ns0:pt idx="279">
                  <ns0:v>0.11559228766617614</ns0:v>
                </ns0:pt>
                <ns0:pt idx="280">
                  <ns0:v>0.12262756092852493</ns0:v>
                </ns0:pt>
                <ns0:pt idx="281">
                  <ns0:v>0.13148724279201296</ns0:v>
                </ns0:pt>
                <ns0:pt idx="282">
                  <ns0:v>0.1409094884328104</ns0:v>
                </ns0:pt>
                <ns0:pt idx="283">
                  <ns0:v>0.14975198046700594</ns0:v>
                </ns0:pt>
                <ns0:pt idx="284">
                  <ns0:v>0.15407348572172294</ns0:v>
                </ns0:pt>
                <ns0:pt idx="285">
                  <ns0:v>0.1525992273313912</ns0:v>
                </ns0:pt>
                <ns0:pt idx="286">
                  <ns0:v>0.14661345966411898</ns0:v>
                </ns0:pt>
                <ns0:pt idx="287">
                  <ns0:v>0.13707689202526263</ns0:v>
                </ns0:pt>
                <ns0:pt idx="288">
                  <ns0:v>0.12697508477250347</ns0:v>
                </ns0:pt>
                <ns0:pt idx="289">
                  <ns0:v>0.12228848892465517</ns0:v>
                </ns0:pt>
                <ns0:pt idx="290">
                  <ns0:v>0.12166381035064136</ns0:v>
                </ns0:pt>
                <ns0:pt idx="291">
                  <ns0:v>0.12181009397893654</ns0:v>
                </ns0:pt>
                <ns0:pt idx="292">
                  <ns0:v>0.12358943574488751</ns0:v>
                </ns0:pt>
                <ns0:pt idx="293">
                  <ns0:v>0.12636227918347326</ns0:v>
                </ns0:pt>
                <ns0:pt idx="294">
                  <ns0:v>0.1268401346447173</ns0:v>
                </ns0:pt>
                <ns0:pt idx="295">
                  <ns0:v>0.12272234463514442</ns0:v>
                </ns0:pt>
                <ns0:pt idx="296">
                  <ns0:v>0.11615010211694748</ns0:v>
                </ns0:pt>
                <ns0:pt idx="297">
                  <ns0:v>0.10985136774032733</ns0:v>
                </ns0:pt>
                <ns0:pt idx="298">
                  <ns0:v>0.10508286813702225</ns0:v>
                </ns0:pt>
                <ns0:pt idx="299">
                  <ns0:v>0.10443952886123763</ns0:v>
                </ns0:pt>
                <ns0:pt idx="300">
                  <ns0:v>0.10882423819113975</ns0:v>
                </ns0:pt>
                <ns0:pt idx="301">
                  <ns0:v>0.11593868181511219</ns0:v>
                </ns0:pt>
                <ns0:pt idx="302">
                  <ns0:v>0.12428247381656267</ns0:v>
                </ns0:pt>
                <ns0:pt idx="303">
                  <ns0:v>0.13181245957968935</ns0:v>
                </ns0:pt>
                <ns0:pt idx="304">
                  <ns0:v>0.13427707824498103</ns0:v>
                </ns0:pt>
                <ns0:pt idx="305">
                  <ns0:v>0.1306528857403628</ns0:v>
                </ns0:pt>
                <ns0:pt idx="306">
                  <ns0:v>0.12394722924596495</ns0:v>
                </ns0:pt>
                <ns0:pt idx="307">
                  <ns0:v>0.11474047236025414</ns0:v>
                </ns0:pt>
                <ns0:pt idx="308">
                  <ns0:v>0.10383069618696128</ns0:v>
                </ns0:pt>
                <ns0:pt idx="309">
                  <ns0:v>0.096313255721276345</ns0:v>
                </ns0:pt>
                <ns0:pt idx="310">
                  <ns0:v>0.095309569544442307</ns0:v>
                </ns0:pt>
                <ns0:pt idx="311">
                  <ns0:v>0.099447168271630013</ns0:v>
                </ns0:pt>
                <ns0:pt idx="312">
                  <ns0:v>0.10694330585104125</ns0:v>
                </ns0:pt>
                <ns0:pt idx="313">
                  <ns0:v>0.115465013636155</ns0:v>
                </ns0:pt>
                <ns0:pt idx="314">
                  <ns0:v>0.11965330449610201</ns0:v>
                </ns0:pt>
                <ns0:pt idx="315">
                  <ns0:v>0.11814579947387392</ns0:v>
                </ns0:pt>
                <ns0:pt idx="316">
                  <ns0:v>0.11272811006987721</ns0:v>
                </ns0:pt>
                <ns0:pt idx="317">
                  <ns0:v>0.1051881456786954</ns0:v>
                </ns0:pt>
                <ns0:pt idx="318">
                  <ns0:v>0.098447796908044283</ns0:v>
                </ns0:pt>
                <ns0:pt idx="319">
                  <ns0:v>0.095828137971529337</ns0:v>
                </ns0:pt>
                <ns0:pt idx="320">
                  <ns0:v>0.099463852500085395</ns0:v>
                </ns0:pt>
                <ns0:pt idx="321">
                  <ns0:v>0.10830737339886794</ns0:v>
                </ns0:pt>
                <ns0:pt idx="322">
                  <ns0:v>0.12045919287649937</ns0:v>
                </ns0:pt>
                <ns0:pt idx="323">
                  <ns0:v>0.13169236084310987</ns0:v>
                </ns0:pt>
                <ns0:pt idx="324">
                  <ns0:v>0.13739003076133402</ns0:v>
                </ns0:pt>
                <ns0:pt idx="325">
                  <ns0:v>0.13629460034472879</ns0:v>
                </ns0:pt>
                <ns0:pt idx="326">
                  <ns0:v>0.13076538993917472</ns0:v>
                </ns0:pt>
                <ns0:pt idx="327">
                  <ns0:v>0.12175783208435681</ns0:v>
                </ns0:pt>
                <ns0:pt idx="328">
                  <ns0:v>0.11109417175458992</ns0:v>
                </ns0:pt>
                <ns0:pt idx="329">
                  <ns0:v>0.10453596175818376</ns0:v>
                </ns0:pt>
                <ns0:pt idx="330">
                  <ns0:v>0.1053974039712187</ns0:v>
                </ns0:pt>
                <ns0:pt idx="331">
                  <ns0:v>0.11113060524277203</ns0:v>
                </ns0:pt>
                <ns0:pt idx="332">
                  <ns0:v>0.12010519575526174</ns0:v>
                </ns0:pt>
                <ns0:pt idx="333">
                  <ns0:v>0.13057072340949066</ns0:v>
                </ns0:pt>
                <ns0:pt idx="334">
                  <ns0:v>0.13769548502154322</ns0:v>
                </ns0:pt>
                <ns0:pt idx="335">
                  <ns0:v>0.13740236119642685</ns0:v>
                </ns0:pt>
                <ns0:pt idx="336">
                  <ns0:v>0.13238997147566417</ns0:v>
                </ns0:pt>
                <ns0:pt idx="337">
                  <ns0:v>0.12519744985406109</ns0:v>
                </ns0:pt>
                <ns0:pt idx="338">
                  <ns0:v>0.1168567653965034</ns0:v>
                </ns0:pt>
                <ns0:pt idx="339">
                  <ns0:v>0.11166984330653452</ns0:v>
                </ns0:pt>
                <ns0:pt idx="340">
                  <ns0:v>0.11273148158031283</ns0:v>
                </ns0:pt>
                <ns0:pt idx="341">
                  <ns0:v>0.11845784769288308</ns0:v>
                </ns0:pt>
                <ns0:pt idx="342">
                  <ns0:v>0.12703069640303355</ns0:v>
                </ns0:pt>
                <ns0:pt idx="343">
                  <ns0:v>0.13577299008795674</ns0:v>
                </ns0:pt>
                <ns0:pt idx="344">
                  <ns0:v>0.14017570575883456</ns0:v>
                </ns0:pt>
                <ns0:pt idx="345">
                  <ns0:v>0.14013279502543527</ns0:v>
                </ns0:pt>
                <ns0:pt idx="346">
                  <ns0:v>0.13718521233788641</ns0:v>
                </ns0:pt>
                <ns0:pt idx="347">
                  <ns0:v>0.13106606845210783</ns0:v>
                </ns0:pt>
                <ns0:pt idx="348">
                  <ns0:v>0.12391969507908777</ns0:v>
                </ns0:pt>
                <ns0:pt idx="349">
                  <ns0:v>0.1198853062103869</ns0:v>
                </ns0:pt>
                <ns0:pt idx="350">
                  <ns0:v>0.12006942811795136</ns0:v>
                </ns0:pt>
                <ns0:pt idx="351">
                  <ns0:v>0.12192336200497948</ns0:v>
                </ns0:pt>
                <ns0:pt idx="352">
                  <ns0:v>0.12569722589016596</ns0:v>
                </ns0:pt>
                <ns0:pt idx="353">
                  <ns0:v>0.13129940964279127</ns0:v>
                </ns0:pt>
                <ns0:pt idx="354">
                  <ns0:v>0.13404810856347465</ns0:v>
                </ns0:pt>
                <ns0:pt idx="355">
                  <ns0:v>0.1312634277161977</ns0:v>
                </ns0:pt>
                <ns0:pt idx="356">
                  <ns0:v>0.12572547333931566</ns0:v>
                </ns0:pt>
                <ns0:pt idx="357">
                  <ns0:v>0.11771117044179785</ns0:v>
                </ns0:pt>
                <ns0:pt idx="358">
                  <ns0:v>0.10764703346976669</ns0:v>
                </ns0:pt>
                <ns0:pt idx="359">
                  <ns0:v>0.099372258044062092</ns0:v>
                </ns0:pt>
                <ns0:pt idx="360">
                  <ns0:v>0.094071966715641706</ns0:v>
                </ns0:pt>
                <ns0:pt idx="361">
                  <ns0:v>0.089379688637414287</ns0:v>
                </ns0:pt>
                <ns0:pt idx="362">
                  <ns0:v>0.086172536313101261</ns0:v>
                </ns0:pt>
                <ns0:pt idx="363">
                  <ns0:v>0.086556339337416993</ns0:v>
                </ns0:pt>
                <ns0:pt idx="364">
                  <ns0:v>0.088753172588161261</ns0:v>
                </ns0:pt>
                <ns0:pt idx="365">
                  <ns0:v>0.091816613055972496</ns0:v>
                </ns0:pt>
                <ns0:pt idx="366">
                  <ns0:v>0.096522744666471247</ns0:v>
                </ns0:pt>
                <ns0:pt idx="367">
                  <ns0:v>0.099960373715240469</ns0:v>
                </ns0:pt>
                <ns0:pt idx="368">
                  <ns0:v>0.10082631635584566</ns0:v>
                </ns0:pt>
                <ns0:pt idx="369">
                  <ns0:v>0.10203815353827592</ns0:v>
                </ns0:pt>
                <ns0:pt idx="370">
                  <ns0:v>0.10209305669314883</ns0:v>
                </ns0:pt>
                <ns0:pt idx="371">
                  <ns0:v>0.099441087255908778</ns0:v>
                </ns0:pt>
                <ns0:pt idx="372">
                  <ns0:v>0.097558382245814118</ns0:v>
                </ns0:pt>
                <ns0:pt idx="373">
                  <ns0:v>0.098323886435893376</ns0:v>
                </ns0:pt>
                <ns0:pt idx="374">
                  <ns0:v>0.099460412721265587</ns0:v>
                </ns0:pt>
                <ns0:pt idx="375">
                  <ns0:v>0.10135546029279595</ns0:v>
                </ns0:pt>
                <ns0:pt idx="376">
                  <ns0:v>0.10427683098186818</ns0:v>
                </ns0:pt>
                <ns0:pt idx="377">
                  <ns0:v>0.10560978319364646</ns0:v>
                </ns0:pt>
                <ns0:pt idx="378">
                  <ns0:v>0.10356443664585768</ns0:v>
                </ns0:pt>
                <ns0:pt idx="379">
                  <ns0:v>0.10097297909161927</ns0:v>
                </ns0:pt>
                <ns0:pt idx="380">
                  <ns0:v>0.099469274520325779</ns0:v>
                </ns0:pt>
                <ns0:pt idx="381">
                  <ns0:v>0.099066250615420848</ns0:v>
                </ns0:pt>
                <ns0:pt idx="382">
                  <ns0:v>0.10256349601291007</ns0:v>
                </ns0:pt>
                <ns0:pt idx="383">
                  <ns0:v>0.11149753697716364</ns0:v>
                </ns0:pt>
                <ns0:pt idx="384">
                  <ns0:v>0.12321655664875136</ns0:v>
                </ns0:pt>
                <ns0:pt idx="385">
                  <ns0:v>0.13779624658362921</ns0:v>
                </ns0:pt>
                <ns0:pt idx="386">
                  <ns0:v>0.15427477101830483</ns0:v>
                </ns0:pt>
                <ns0:pt idx="387">
                  <ns0:v>0.16712023879665214</ns0:v>
                </ns0:pt>
                <ns0:pt idx="388">
                  <ns0:v>0.17401782570773072</ns0:v>
                </ns0:pt>
                <ns0:pt idx="389">
                  <ns0:v>0.17596374838707643</ns0:v>
                </ns0:pt>
                <ns0:pt idx="390">
                  <ns0:v>0.17285332525994412</ns0:v>
                </ns0:pt>
                <ns0:pt idx="391">
                  <ns0:v>0.16618909708348548</ns0:v>
                </ns0:pt>
                <ns0:pt idx="392">
                  <ns0:v>0.16083437991796193</ns0:v>
                </ns0:pt>
                <ns0:pt idx="393">
                  <ns0:v>0.15726085482421359</ns0:v>
                </ns0:pt>
                <ns0:pt idx="394">
                  <ns0:v>0.15423160855853701</ns0:v>
                </ns0:pt>
                <ns0:pt idx="395">
                  <ns0:v>0.15416224838592582</ns0:v>
                </ns0:pt>
                <ns0:pt idx="396">
                  <ns0:v>0.15757701095564058</ns0:v>
                </ns0:pt>
                <ns0:pt idx="397">
                  <ns0:v>0.16082444836050858</ns0:v>
                </ns0:pt>
                <ns0:pt idx="398">
                  <ns0:v>0.160253571068835</ns0:v>
                </ns0:pt>
                <ns0:pt idx="399">
                  <ns0:v>0.15763291445852004</ns0:v>
                </ns0:pt>
                <ns0:pt idx="400">
                  <ns0:v>0.15368908493485078</ns0:v>
                </ns0:pt>
                <ns0:pt idx="401">
                  <ns0:v>0.15029837043101218</ns0:v>
                </ns0:pt>
                <ns0:pt idx="402">
                  <ns0:v>0.15041972413583518</ns0:v>
                </ns0:pt>
                <ns0:pt idx="403">
                  <ns0:v>0.15520772209041159</ns0:v>
                </ns0:pt>
                <ns0:pt idx="404">
                  <ns0:v>0.16261157994465511</ns0:v>
                </ns0:pt>
                <ns0:pt idx="405">
                  <ns0:v>0.17176581430176394</ns0:v>
                </ns0:pt>
                <ns0:pt idx="406">
                  <ns0:v>0.18020540511942737</ns0:v>
                </ns0:pt>
                <ns0:pt idx="407">
                  <ns0:v>0.18303414013154801</ns0:v>
                </ns0:pt>
                <ns0:pt idx="408">
                  <ns0:v>0.18021024681735856</ns0:v>
                </ns0:pt>
                <ns0:pt idx="409">
                  <ns0:v>0.17366034023863264</ns0:v>
                </ns0:pt>
                <ns0:pt idx="410">
                  <ns0:v>0.16364669087247802</ns0:v>
                </ns0:pt>
                <ns0:pt idx="411">
                  <ns0:v>0.15291194281334852</ns0:v>
                </ns0:pt>
                <ns0:pt idx="412">
                  <ns0:v>0.14669236262958096</ns0:v>
                </ns0:pt>
                <ns0:pt idx="413">
                  <ns0:v>0.14349586151499516</ns0:v>
                </ns0:pt>
                <ns0:pt idx="414">
                  <ns0:v>0.1410855881159456</ns0:v>
                </ns0:pt>
                <ns0:pt idx="415">
                  <ns0:v>0.14091547054826653</ns0:v>
                </ns0:pt>
                <ns0:pt idx="416">
                  <ns0:v>0.14227350068551692</ns0:v>
                </ns0:pt>
                <ns0:pt idx="417">
                  <ns0:v>0.14206151438208933</ns0:v>
                </ns0:pt>
                <ns0:pt idx="418">
                  <ns0:v>0.13992374599637586</ns0:v>
                </ns0:pt>
                <ns0:pt idx="419">
                  <ns0:v>0.13755088191325904</ns0:v>
                </ns0:pt>
                <ns0:pt idx="420">
                  <ns0:v>0.13365814691037292</ns0:v>
                </ns0:pt>
                <ns0:pt idx="421">
                  <ns0:v>0.12891242536736844</ns0:v>
                </ns0:pt>
                <ns0:pt idx="422">
                  <ns0:v>0.12591713876625651</ns0:v>
                </ns0:pt>
                <ns0:pt idx="423">
                  <ns0:v>0.12736143424157825</ns0:v>
                </ns0:pt>
                <ns0:pt idx="424">
                  <ns0:v>0.1320670132334181</ns0:v>
                </ns0:pt>
                <ns0:pt idx="425">
                  <ns0:v>0.13894842682040059</ns0:v>
                </ns0:pt>
                <ns0:pt idx="426">
                  <ns0:v>0.1457919302642732</ns0:v>
                </ns0:pt>
                <ns0:pt idx="427">
                  <ns0:v>0.14841280142797125</ns0:v>
                </ns0:pt>
                <ns0:pt idx="428">
                  <ns0:v>0.14627172350167444</ns0:v>
                </ns0:pt>
                <ns0:pt idx="429">
                  <ns0:v>0.14154551136186522</ns0:v>
                </ns0:pt>
                <ns0:pt idx="430">
                  <ns0:v>0.13372779890890893</ns0:v>
                </ns0:pt>
                <ns0:pt idx="431">
                  <ns0:v>0.12324537439438842</ns0:v>
                </ns0:pt>
                <ns0:pt idx="432">
                  <ns0:v>0.11501958565054365</ns0:v>
                </ns0:pt>
                <ns0:pt idx="433">
                  <ns0:v>0.10886323123307057</ns0:v>
                </ns0:pt>
                <ns0:pt idx="434">
                  <ns0:v>0.10440509635416013</ns0:v>
                </ns0:pt>
                <ns0:pt idx="435">
                  <ns0:v>0.1043086387781515</ns0:v>
                </ns0:pt>
                <ns0:pt idx="436">
                  <ns0:v>0.10700084477946514</ns0:v>
                </ns0:pt>
                <ns0:pt idx="437">
                  <ns0:v>0.10901042792649862</ns0:v>
                </ns0:pt>
                <ns0:pt idx="438">
                  <ns0:v>0.11191858245683375</ns0:v>
                </ns0:pt>
                <ns0:pt idx="439">
                  <ns0:v>0.11594780180318014</ns0:v>
                </ns0:pt>
                <ns0:pt idx="440">
                  <ns0:v>0.11799794710192915</ns0:v>
                </ns0:pt>
                <ns0:pt idx="441">
                  <ns0:v>0.11876023622526106</ns0:v>
                </ns0:pt>
                <ns0:pt idx="442">
                  <ns0:v>0.12014045768048753</ns0:v>
                </ns0:pt>
                <ns0:pt idx="443">
                  <ns0:v>0.12200858348501355</ns0:v>
                </ns0:pt>
                <ns0:pt idx="444">
                  <ns0:v>0.12281517877869336</ns0:v>
                </ns0:pt>
                <ns0:pt idx="445">
                  <ns0:v>0.12369348620352948</ns0:v>
                </ns0:pt>
                <ns0:pt idx="446">
                  <ns0:v>0.12604717742001945</ns0:v>
                </ns0:pt>
                <ns0:pt idx="447">
                  <ns0:v>0.12879300816616365</ns0:v>
                </ns0:pt>
                <ns0:pt idx="448">
                  <ns0:v>0.13171007821324376</ns0:v>
                </ns0:pt>
                <ns0:pt idx="449">
                  <ns0:v>0.13423719206439483</ns0:v>
                </ns0:pt>
                <ns0:pt idx="450">
                  <ns0:v>0.13291993226709045</ns0:v>
                </ns0:pt>
                <ns0:pt idx="451">
                  <ns0:v>0.12660204603851094</ns0:v>
                </ns0:pt>
                <ns0:pt idx="452">
                  <ns0:v>0.11920395431378993</ns0:v>
                </ns0:pt>
                <ns0:pt idx="453">
                  <ns0:v>0.11231811214086992</ns0:v>
                </ns0:pt>
                <ns0:pt idx="454">
                  <ns0:v>0.10609397946355614</ns0:v>
                </ns0:pt>
                <ns0:pt idx="455">
                  <ns0:v>0.10375763112194586</ns0:v>
                </ns0:pt>
                <ns0:pt idx="456">
                  <ns0:v>0.10516944101376438</ns0:v>
                </ns0:pt>
                <ns0:pt idx="457">
                  <ns0:v>0.10672571960686143</ns0:v>
                </ns0:pt>
                <ns0:pt idx="458">
                  <ns0:v>0.10745957285912099</ns0:v>
                </ns0:pt>
                <ns0:pt idx="459">
                  <ns0:v>0.10721552029140731</ns0:v>
                </ns0:pt>
                <ns0:pt idx="460">
                  <ns0:v>0.10278287331923729</ns0:v>
                </ns0:pt>
                <ns0:pt idx="461">
                  <ns0:v>0.096454322668037024</ns0:v>
                </ns0:pt>
                <ns0:pt idx="462">
                  <ns0:v>0.090425519131300425</ns0:v>
                </ns0:pt>
                <ns0:pt idx="463">
                  <ns0:v>0.085447678365122237</ns0:v>
                </ns0:pt>
                <ns0:pt idx="464">
                  <ns0:v>0.084339941437575672</ns0:v>
                </ns0:pt>
                <ns0:pt idx="465">
                  <ns0:v>0.088616458303949749</ns0:v>
                </ns0:pt>
                <ns0:pt idx="466">
                  <ns0:v>0.094985033339755359</ns0:v>
                </ns0:pt>
                <ns0:pt idx="467">
                  <ns0:v>0.10068423744888128</ns0:v>
                </ns0:pt>
                <ns0:pt idx="468">
                  <ns0:v>0.10678121647707055</ns0:v>
                </ns0:pt>
                <ns0:pt idx="469">
                  <ns0:v>0.11218126733304423</ns0:v>
                </ns0:pt>
                <ns0:pt idx="470">
                  <ns0:v>0.11467661108462675</ns0:v>
                </ns0:pt>
                <ns0:pt idx="471">
                  <ns0:v>0.11339718417020661</ns0:v>
                </ns0:pt>
                <ns0:pt idx="472">
                  <ns0:v>0.10830383806033925</ns0:v>
                </ns0:pt>
                <ns0:pt idx="473">
                  <ns0:v>0.099483948872105307</ns0:v>
                </ns0:pt>
                <ns0:pt idx="474">
                  <ns0:v>0.090425712300230235</ns0:v>
                </ns0:pt>
                <ns0:pt idx="475">
                  <ns0:v>0.084008215064548059</ns0:v>
                </ns0:pt>
                <ns0:pt idx="476">
                  <ns0:v>0.081858737903385381</ns0:v>
                </ns0:pt>
                <ns0:pt idx="477">
                  <ns0:v>0.083898287761005719</ns0:v>
                </ns0:pt>
                <ns0:pt idx="478">
                  <ns0:v>0.089736016043966693</ns0:v>
                </ns0:pt>
                <ns0:pt idx="479">
                  <ns0:v>0.097041665598349341</ns0:v>
                </ns0:pt>
                <ns0:pt idx="480">
                  <ns0:v>0.10433576059373979</ns0:v>
                </ns0:pt>
                <ns0:pt idx="481">
                  <ns0:v>0.11194262292738699</ns0:v>
                </ns0:pt>
                <ns0:pt idx="482">
                  <ns0:v>0.11939289693437032</ns0:v>
                </ns0:pt>
                <ns0:pt idx="483">
                  <ns0:v>0.12558404998185707</ns0:v>
                </ns0:pt>
                <ns0:pt idx="484">
                  <ns0:v>0.13126704148675636</ns0:v>
                </ns0:pt>
                <ns0:pt idx="485">
                  <ns0:v>0.1385088857097263</ns0:v>
                </ns0:pt>
                <ns0:pt idx="486">
                  <ns0:v>0.14579525636899685</ns0:v>
                </ns0:pt>
                <ns0:pt idx="487">
                  <ns0:v>0.15375661226660017</ns0:v>
                </ns0:pt>
                <ns0:pt idx="488">
                  <ns0:v>0.16163991360326421</ns0:v>
                </ns0:pt>
                <ns0:pt idx="489">
                  <ns0:v>0.16445356870634403</ns0:v>
                </ns0:pt>
                <ns0:pt idx="490">
                  <ns0:v>0.15968338663542359</ns0:v>
                </ns0:pt>
                <ns0:pt idx="491">
                  <ns0:v>0.15022001669821153</ns0:v>
                </ns0:pt>
                <ns0:pt idx="492">
                  <ns0:v>0.13856816553408585</ns0:v>
                </ns0:pt>
                <ns0:pt idx="493">
                  <ns0:v>0.12636204232744613</ns0:v>
                </ns0:pt>
                <ns0:pt idx="494">
                  <ns0:v>0.11839040156754452</ns0:v>
                </ns0:pt>
                <ns0:pt idx="495">
                  <ns0:v>0.1154605459416058</ns0:v>
                </ns0:pt>
                <ns0:pt idx="496">
                  <ns0:v>0.1152618934532183</ns0:v>
                </ns0:pt>
                <ns0:pt idx="497">
                  <ns0:v>0.11806697142774779</ns0:v>
                </ns0:pt>
                <ns0:pt idx="498">
                  <ns0:v>0.12386398745116624</ns0:v>
                </ns0:pt>
                <ns0:pt idx="499">
                  <ns0:v>0.12889685288124608</ns0:v>
                </ns0:pt>
                <ns0:pt idx="500">
                  <ns0:v>0.13432790517759904</ns0:v>
                </ns0:pt>
                <ns0:pt idx="501">
                  <ns0:v>0.14063918766228004</ns0:v>
                </ns0:pt>
                <ns0:pt idx="502">
                  <ns0:v>0.14532640513250997</ns0:v>
                </ns0:pt>
                <ns0:pt idx="503">
                  <ns0:v>0.14703217090936613</ns0:v>
                </ns0:pt>
                <ns0:pt idx="504">
                  <ns0:v>0.14760532689582903</ns0:v>
                </ns0:pt>
                <ns0:pt idx="505">
                  <ns0:v>0.14692924202371774</ns0:v>
                </ns0:pt>
                <ns0:pt idx="506">
                  <ns0:v>0.14545902443263933</ns0:v>
                </ns0:pt>
                <ns0:pt idx="507">
                  <ns0:v>0.14641105500136825</ns0:v>
                </ns0:pt>
                <ns0:pt idx="508">
                  <ns0:v>0.1498494254732364</ns0:v>
                </ns0:pt>
                <ns0:pt idx="509">
                  <ns0:v>0.15208433948865555</ns0:v>
                </ns0:pt>
                <ns0:pt idx="510">
                  <ns0:v>0.15151797997644845</ns0:v>
                </ns0:pt>
                <ns0:pt idx="511">
                  <ns0:v>0.14988930055008579</ns0:v>
                </ns0:pt>
                <ns0:pt idx="512">
                  <ns0:v>0.14589872437626897</ns0:v>
                </ns0:pt>
                <ns0:pt idx="513">
                  <ns0:v>0.13879390732204502</ns0:v>
                </ns0:pt>
                <ns0:pt idx="514">
                  <ns0:v>0.13244694491106088</ns0:v>
                </ns0:pt>
                <ns0:pt idx="515">
                  <ns0:v>0.12972281338476685</ns0:v>
                </ns0:pt>
                <ns0:pt idx="516">
                  <ns0:v>0.12974002538584339</ns0:v>
                </ns0:pt>
                <ns0:pt idx="517">
                  <ns0:v>0.13158105546152929</ns0:v>
                </ns0:pt>
                <ns0:pt idx="518">
                  <ns0:v>0.13453542064300014</ns0:v>
                </ns0:pt>
                <ns0:pt idx="519">
                  <ns0:v>0.13546584548889584</ns0:v>
                </ns0:pt>
                <ns0:pt idx="520">
                  <ns0:v>0.13534516025455987</ns0:v>
                </ns0:pt>
                <ns0:pt idx="521">
                  <ns0:v>0.13659710938695871</ns0:v>
                </ns0:pt>
                <ns0:pt idx="522">
                  <ns0:v>0.13940366523200046</ns0:v>
                </ns0:pt>
                <ns0:pt idx="523">
                  <ns0:v>0.14210415302848697</ns0:v>
                </ns0:pt>
                <ns0:pt idx="524">
                  <ns0:v>0.14604679961912967</ns0:v>
                </ns0:pt>
                <ns0:pt idx="525">
                  <ns0:v>0.14984081376450711</ns0:v>
                </ns0:pt>
                <ns0:pt idx="526">
                  <ns0:v>0.15056835557273945</ns0:v>
                </ns0:pt>
                <ns0:pt idx="527">
                  <ns0:v>0.14752874269537253</ns0:v>
                </ns0:pt>
                <ns0:pt idx="528">
                  <ns0:v>0.14246732326171091</ns0:v>
                </ns0:pt>
                <ns0:pt idx="529">
                  <ns0:v>0.13635277638198734</ns0:v>
                </ns0:pt>
                <ns0:pt idx="530">
                  <ns0:v>0.12975327187586269</ns0:v>
                </ns0:pt>
                <ns0:pt idx="531">
                  <ns0:v>0.12526913334308795</ns0:v>
                </ns0:pt>
                <ns0:pt idx="532">
                  <ns0:v>0.12198153762361637</ns0:v>
                </ns0:pt>
                <ns0:pt idx="533">
                  <ns0:v>0.11938692022812743</ns0:v>
                </ns0:pt>
                <ns0:pt idx="534">
                  <ns0:v>0.11952667554987594</ns0:v>
                </ns0:pt>
                <ns0:pt idx="535">
                  <ns0:v>0.12182397756333987</ns0:v>
                </ns0:pt>
                <ns0:pt idx="536">
                  <ns0:v>0.12286595497277419</ns0:v>
                </ns0:pt>
                <ns0:pt idx="537">
                  <ns0:v>0.1222388861864496</ns0:v>
                </ns0:pt>
                <ns0:pt idx="538">
                  <ns0:v>0.12162267987496708</ns0:v>
                </ns0:pt>
                <ns0:pt idx="539">
                  <ns0:v>0.12035230231434138</ns0:v>
                </ns0:pt>
                <ns0:pt idx="540">
                  <ns0:v>0.11945971073130829</ns0:v>
                </ns0:pt>
                <ns0:pt idx="541">
                  <ns0:v>0.12041063210212823</ns0:v>
                </ns0:pt>
                <ns0:pt idx="542">
                  <ns0:v>0.12407275783684206</ns0:v>
                </ns0:pt>
                <ns0:pt idx="543">
                  <ns0:v>0.12912827376325481</ns0:v>
                </ns0:pt>
                <ns0:pt idx="544">
                  <ns0:v>0.13543460436714766</ns0:v>
                </ns0:pt>
                <ns0:pt idx="545">
                  <ns0:v>0.14152876290569968</ns0:v>
                </ns0:pt>
                <ns0:pt idx="546">
                  <ns0:v>0.14361609568357825</ns0:v>
                </ns0:pt>
                <ns0:pt idx="547">
                  <ns0:v>0.14136722602332524</ns0:v>
                </ns0:pt>
                <ns0:pt idx="548">
                  <ns0:v>0.13738230195614043</ns0:v>
                </ns0:pt>
                <ns0:pt idx="549">
                  <ns0:v>0.13074151365993059</ns0:v>
                </ns0:pt>
                <ns0:pt idx="550">
                  <ns0:v>0.12201842774034277</ns0:v>
                </ns0:pt>
                <ns0:pt idx="551">
                  <ns0:v>0.11573936879789654</ns0:v>
                </ns0:pt>
                <ns0:pt idx="552">
                  <ns0:v>0.11315831776205455</ns0:v>
                </ns0:pt>
                <ns0:pt idx="553">
                  <ns0:v>0.11217487496240741</ns0:v>
                </ns0:pt>
                <ns0:pt idx="554">
                  <ns0:v>0.1124700448597048</ns0:v>
                </ns0:pt>
                <ns0:pt idx="555">
                  <ns0:v>0.11357932925252719</ns0:v>
                </ns0:pt>
                <ns0:pt idx="556">
                  <ns0:v>0.11302103922399112</ns0:v>
                </ns0:pt>
                <ns0:pt idx="557">
                  <ns0:v>0.11029559839183928</ns0:v>
                </ns0:pt>
                <ns0:pt idx="558">
                  <ns0:v>0.10653649963427209</ns0:v>
                </ns0:pt>
                <ns0:pt idx="559">
                  <ns0:v>0.10167162809991483</ns0:v>
                </ns0:pt>
                <ns0:pt idx="560">
                  <ns0:v>0.097468843415976197</ns0:v>
                </ns0:pt>
                <ns0:pt idx="561">
                  <ns0:v>0.096603309378052338</ns0:v>
                </ns0:pt>
                <ns0:pt idx="562">
                  <ns0:v>0.10008296894078934</ns0:v>
                </ns0:pt>
                <ns0:pt idx="563">
                  <ns0:v>0.10566953357164938</ns0:v>
                </ns0:pt>
                <ns0:pt idx="564">
                  <ns0:v>0.11296365170661334</ns0:v>
                </ns0:pt>
                <ns0:pt idx="565">
                  <ns0:v>0.12029066920247282</ns0:v>
                </ns0:pt>
                <ns0:pt idx="566">
                  <ns0:v>0.12406904609142087</ns0:v>
                </ns0:pt>
                <ns0:pt idx="567">
                  <ns0:v>0.12195643398191625</ns0:v>
                </ns0:pt>
                <ns0:pt idx="568">
                  <ns0:v>0.11580007765693756</ns0:v>
                </ns0:pt>
                <ns0:pt idx="569">
                  <ns0:v>0.10691051589755247</ns0:v>
                </ns0:pt>
                <ns0:pt idx="570">
                  <ns0:v>0.097368715628979419</ns0:v>
                </ns0:pt>
                <ns0:pt idx="571">
                  <ns0:v>0.092364719389700159</ns0:v>
                </ns0:pt>
                <ns0:pt idx="572">
                  <ns0:v>0.092904271092588295</ns0:v>
                </ns0:pt>
                <ns0:pt idx="573">
                  <ns0:v>0.096361730313973382</ns0:v>
                </ns0:pt>
                <ns0:pt idx="574">
                  <ns0:v>0.10232894169133014</ns0:v>
                </ns0:pt>
                <ns0:pt idx="575">
                  <ns0:v>0.10938448662802532</ns0:v>
                </ns0:pt>
                <ns0:pt idx="576">
                  <ns0:v>0.11422972522785374</ns0:v>
                </ns0:pt>
                <ns0:pt idx="577">
                  <ns0:v>0.11694031524913451</ns0:v>
                </ns0:pt>
                <ns0:pt idx="578">
                  <ns0:v>0.11960068837275602</ns0:v>
                </ns0:pt>
                <ns0:pt idx="579">
                  <ns0:v>0.12184922099097348</ns0:v>
                </ns0:pt>
                <ns0:pt idx="580">
                  <ns0:v>0.12392008574671048</ns0:v>
                </ns0:pt>
                <ns0:pt idx="581">
                  <ns0:v>0.12658473574913581</ns0:v>
                </ns0:pt>
                <ns0:pt idx="582">
                  <ns0:v>0.13054470339165816</ns0:v>
                </ns0:pt>
                <ns0:pt idx="583">
                  <ns0:v>0.13494508363484123</ns0:v>
                </ns0:pt>
                <ns0:pt idx="584">
                  <ns0:v>0.14017455969959736</ns0:v>
                </ns0:pt>
                <ns0:pt idx="585">
                  <ns0:v>0.14467617563801388</ns0:v>
                </ns0:pt>
                <ns0:pt idx="586">
                  <ns0:v>0.14516786393838468</ns0:v>
                </ns0:pt>
                <ns0:pt idx="587">
                  <ns0:v>0.1408969826477027</ns0:v>
                </ns0:pt>
                <ns0:pt idx="588">
                  <ns0:v>0.1385013375596503</ns0:v>
                </ns0:pt>
                <ns0:pt idx="589">
                  <ns0:v>0.13459068093743409</ns0:v>
                </ns0:pt>
                <ns0:pt idx="590">
                  <ns0:v>0.12959775091100301</ns0:v>
                </ns0:pt>
                <ns0:pt idx="591">
                  <ns0:v>0.12640292204545864</ns0:v>
                </ns0:pt>
                <ns0:pt idx="592">
                  <ns0:v>0.1276278704557568</ns0:v>
                </ns0:pt>
                <ns0:pt idx="593">
                  <ns0:v>0.13285731889245342</ns0:v>
                </ns0:pt>
                <ns0:pt idx="594">
                  <ns0:v>0.14137265445282232</ns0:v>
                </ns0:pt>
                <ns0:pt idx="595">
                  <ns0:v>0.15160972385415175</ns0:v>
                </ns0:pt>
                <ns0:pt idx="596">
                  <ns0:v>0.15926112568870165</ns0:v>
                </ns0:pt>
                <ns0:pt idx="597">
                  <ns0:v>0.16163399882421731</ns0:v>
                </ns0:pt>
                <ns0:pt idx="598">
                  <ns0:v>0.15962513286431976</ns0:v>
                </ns0:pt>
                <ns0:pt idx="599">
                  <ns0:v>0.15428158135404382</ns0:v>
                </ns0:pt>
                <ns0:pt idx="600">
                  <ns0:v>0.081371825959470206</ns0:v>
                </ns0:pt>
                <ns0:pt idx="601">
                  <ns0:v>0.092265376767064783</ns0:v>
                </ns0:pt>
                <ns0:pt idx="602">
                  <ns0:v>0.10643708744630637</ns0:v>
                </ns0:pt>
                <ns0:pt idx="603">
                  <ns0:v>0.12002692481804988</ns0:v>
                </ns0:pt>
                <ns0:pt idx="604">
                  <ns0:v>0.13191387742155336</ns0:v>
                </ns0:pt>
                <ns0:pt idx="605">
                  <ns0:v>0.14027681334939554</ns0:v>
                </ns0:pt>
                <ns0:pt idx="606">
                  <ns0:v>0.14272987390190836</ns0:v>
                </ns0:pt>
                <ns0:pt idx="607">
                  <ns0:v>0.14085022000152628</ns0:v>
                </ns0:pt>
                <ns0:pt idx="608">
                  <ns0:v>0.13815441874736673</ns0:v>
                </ns0:pt>
                <ns0:pt idx="609">
                  <ns0:v>0.13550451004097142</ns0:v>
                </ns0:pt>
                <ns0:pt idx="610">
                  <ns0:v>0.13335000013332679</ns0:v>
                </ns0:pt>
                <ns0:pt idx="611">
                  <ns0:v>0.13336048601466297</ns0:v>
                </ns0:pt>
                <ns0:pt idx="612">
                  <ns0:v>0.13564588791357249</ns0:v>
                </ns0:pt>
                <ns0:pt idx="613">
                  <ns0:v>0.14266126846277352</ns0:v>
                </ns0:pt>
                <ns0:pt idx="614">
                  <ns0:v>0.15007865911561286</ns0:v>
                </ns0:pt>
                <ns0:pt idx="615">
                  <ns0:v>0.15675693709213886</ns0:v>
                </ns0:pt>
                <ns0:pt idx="616">
                  <ns0:v>0.15939889758972309</ns0:v>
                </ns0:pt>
                <ns0:pt idx="617">
                  <ns0:v>0.15776029941449252</ns0:v>
                </ns0:pt>
                <ns0:pt idx="618">
                  <ns0:v>0.15494583744877113</ns0:v>
                </ns0:pt>
                <ns0:pt idx="619">
                  <ns0:v>0.15386997511679762</ns0:v>
                </ns0:pt>
                <ns0:pt idx="620">
                  <ns0:v>0.15707825323463115</ns0:v>
                </ns0:pt>
                <ns0:pt idx="621">
                  <ns0:v>0.16577828242361561</ns0:v>
                </ns0:pt>
                <ns0:pt idx="622">
                  <ns0:v>0.1791578774989355</ns0:v>
                </ns0:pt>
                <ns0:pt idx="623">
                  <ns0:v>0.19323208171789102</ns0:v>
                </ns0:pt>
                <ns0:pt idx="624">
                  <ns0:v>0.20571092325529139</ns0:v>
                </ns0:pt>
                <ns0:pt idx="625">
                  <ns0:v>0.21398479231257186</ns0:v>
                </ns0:pt>
                <ns0:pt idx="626">
                  <ns0:v>0.21562181331500077</ns0:v>
                </ns0:pt>
                <ns0:pt idx="627">
                  <ns0:v>0.21263124082298948</ns0:v>
                </ns0:pt>
                <ns0:pt idx="628">
                  <ns0:v>0.20816904584796225</ns0:v>
                </ns0:pt>
                <ns0:pt idx="629">
                  <ns0:v>0.20253294776467867</ns0:v>
                </ns0:pt>
                <ns0:pt idx="630">
                  <ns0:v>0.19743812049379578</ns0:v>
                </ns0:pt>
                <ns0:pt idx="631">
                  <ns0:v>0.19729169761774723</ns0:v>
                </ns0:pt>
                <ns0:pt idx="632">
                  <ns0:v>0.20105401321258334</ns0:v>
                </ns0:pt>
                <ns0:pt idx="633">
                  <ns0:v>0.20491087977035163</ns0:v>
                </ns0:pt>
                <ns0:pt idx="634">
                  <ns0:v>0.20805431765240912</ns0:v>
                </ns0:pt>
                <ns0:pt idx="635">
                  <ns0:v>0.20949460124278496</ns0:v>
                </ns0:pt>
                <ns0:pt idx="636">
                  <ns0:v>0.20849182609313485</ns0:v>
                </ns0:pt>
                <ns0:pt idx="637">
                  <ns0:v>0.20664544669991775</ns0:v>
                </ns0:pt>
                <ns0:pt idx="638">
                  <ns0:v>0.20632610822091088</ns0:v>
                </ns0:pt>
                <ns0:pt idx="639">
                  <ns0:v>0.20709156459434275</ns0:v>
                </ns0:pt>
                <ns0:pt idx="640">
                  <ns0:v>0.20957051235451893</ns0:v>
                </ns0:pt>
                <ns0:pt idx="641">
                  <ns0:v>0.21480316850687239</ns0:v>
                </ns0:pt>
                <ns0:pt idx="642">
                  <ns0:v>0.22101781933206013</ns0:v>
                </ns0:pt>
                <ns0:pt idx="643">
                  <ns0:v>0.2274297641669705</ns0:v>
                </ns0:pt>
                <ns0:pt idx="644">
                  <ns0:v>0.23368916087412595</ns0:v>
                </ns0:pt>
                <ns0:pt idx="645">
                  <ns0:v>0.2367075916678868</ns0:v>
                </ns0:pt>
                <ns0:pt idx="646">
                  <ns0:v>0.23568975316770413</ns0:v>
                </ns0:pt>
                <ns0:pt idx="647">
                  <ns0:v>0.2322589975961355</ns0:v>
                </ns0:pt>
                <ns0:pt idx="648">
                  <ns0:v>0.22869804306392652</ns0:v>
                </ns0:pt>
                <ns0:pt idx="649">
                  <ns0:v>0.22490046766981578</ns0:v>
                </ns0:pt>
                <ns0:pt idx="650">
                  <ns0:v>0.22221271877828563</ns0:v>
                </ns0:pt>
                <ns0:pt idx="651">
                  <ns0:v>0.22259490508626301</ns0:v>
                </ns0:pt>
                <ns0:pt idx="652">
                  <ns0:v>0.22334688084219112</ns0:v>
                </ns0:pt>
                <ns0:pt idx="653">
                  <ns0:v>0.22186750539908073</ns0:v>
                </ns0:pt>
                <ns0:pt idx="654">
                  <ns0:v>0.21919049863734336</ns0:v>
                </ns0:pt>
                <ns0:pt idx="655">
                  <ns0:v>0.21597038064738069</ns0:v>
                </ns0:pt>
                <ns0:pt idx="656">
                  <ns0:v>0.21213237038765168</ns0:v>
                </ns0:pt>
                <ns0:pt idx="657">
                  <ns0:v>0.21026934231205113</ns0:v>
                </ns0:pt>
                <ns0:pt idx="658">
                  <ns0:v>0.21258586170237564</ns0:v>
                </ns0:pt>
                <ns0:pt idx="659">
                  <ns0:v>0.21814315901664835</ns0:v>
                </ns0:pt>
                <ns0:pt idx="660">
                  <ns0:v>0.22752297511816322</ns0:v>
                </ns0:pt>
                <ns0:pt idx="661">
                  <ns0:v>0.23879304416829472</ns0:v>
                </ns0:pt>
                <ns0:pt idx="662">
                  <ns0:v>0.2470881699947946</ns0:v>
                </ns0:pt>
                <ns0:pt idx="663">
                  <ns0:v>0.24954994151786256</ns0:v>
                </ns0:pt>
                <ns0:pt idx="664">
                  <ns0:v>0.24860115283762008</ns0:v>
                </ns0:pt>
                <ns0:pt idx="665">
                  <ns0:v>0.24505243242627767</ns0:v>
                </ns0:pt>
                <ns0:pt idx="666">
                  <ns0:v>0.23960753891372039</ns0:v>
                </ns0:pt>
                <ns0:pt idx="667">
                  <ns0:v>0.23655593100446279</ns0:v>
                </ns0:pt>
                <ns0:pt idx="668">
                  <ns0:v>0.23718830354570183</ns0:v>
                </ns0:pt>
                <ns0:pt idx="669">
                  <ns0:v>0.23928830096936271</ns0:v>
                </ns0:pt>
                <ns0:pt idx="670">
                  <ns0:v>0.24270507131831465</ns0:v>
                </ns0:pt>
                <ns0:pt idx="671">
                  <ns0:v>0.24695728893701446</ns0:v>
                </ns0:pt>
                <ns0:pt idx="672">
                  <ns0:v>0.2490679897077287</ns0:v>
                </ns0:pt>
                <ns0:pt idx="673">
                  <ns0:v>0.24640415943081312</ns0:v>
                </ns0:pt>
                <ns0:pt idx="674">
                  <ns0:v>0.24014897196581486</ns0:v>
                </ns0:pt>
                <ns0:pt idx="675">
                  <ns0:v>0.23125898172600068</ns0:v>
                </ns0:pt>
                <ns0:pt idx="676">
                  <ns0:v>0.22192805891217635</ns0:v>
                </ns0:pt>
                <ns0:pt idx="677">
                  <ns0:v>0.21587093443992469</ns0:v>
                </ns0:pt>
                <ns0:pt idx="678">
                  <ns0:v>0.21632827782901751</ns0:v>
                </ns0:pt>
                <ns0:pt idx="679">
                  <ns0:v>0.22220637193784423</ns0:v>
                </ns0:pt>
                <ns0:pt idx="680">
                  <ns0:v>0.23278660384668273</ns0:v>
                </ns0:pt>
                <ns0:pt idx="681">
                  <ns0:v>0.24486934783064743</ns0:v>
                </ns0:pt>
                <ns0:pt idx="682">
                  <ns0:v>0.25324812792564694</ns0:v>
                </ns0:pt>
                <ns0:pt idx="683">
                  <ns0:v>0.25508180920008189</ns0:v>
                </ns0:pt>
                <ns0:pt idx="684">
                  <ns0:v>0.25215827799572077</ns0:v>
                </ns0:pt>
                <ns0:pt idx="685">
                  <ns0:v>0.24530300890701556</ns0:v>
                </ns0:pt>
                <ns0:pt idx="686">
                  <ns0:v>0.23635602310384246</ns0:v>
                </ns0:pt>
                <ns0:pt idx="687">
                  <ns0:v>0.23053900240656222</ns0:v>
                </ns0:pt>
                <ns0:pt idx="688">
                  <ns0:v>0.23145670052505185</ns0:v>
                </ns0:pt>
                <ns0:pt idx="689">
                  <ns0:v>0.23694156748223341</ns0:v>
                </ns0:pt>
                <ns0:pt idx="690">
                  <ns0:v>0.24472391886101671</ns0:v>
                </ns0:pt>
                <ns0:pt idx="691">
                  <ns0:v>0.25263846244124705</ns0:v>
                </ns0:pt>
                <ns0:pt idx="692">
                  <ns0:v>0.25634677624780416</ns0:v>
                </ns0:pt>
                <ns0:pt idx="693">
                  <ns0:v>0.25187164764277342</ns0:v>
                </ns0:pt>
                <ns0:pt idx="694">
                  <ns0:v>0.2417419433341314</ns0:v>
                </ns0:pt>
                <ns0:pt idx="695">
                  <ns0:v>0.22901822403074751</ns0:v>
                </ns0:pt>
                <ns0:pt idx="696">
                  <ns0:v>0.21584763659221803</ns0:v>
                </ns0:pt>
                <ns0:pt idx="697">
                  <ns0:v>0.20625458072554181</ns0:v>
                </ns0:pt>
                <ns0:pt idx="698">
                  <ns0:v>0.20422229451625526</ns0:v>
                </ns0:pt>
                <ns0:pt idx="699">
                  <ns0:v>0.20893759533060269</ns0:v>
                </ns0:pt>
                <ns0:pt idx="700">
                  <ns0:v>0.21966076824002759</ns0:v>
                </ns0:pt>
                <ns0:pt idx="701">
                  <ns0:v>0.23360967241328659</ns0:v>
                </ns0:pt>
                <ns0:pt idx="702">
                  <ns0:v>0.24541691761773357</ns0:v>
                </ns0:pt>
                <ns0:pt idx="703">
                  <ns0:v>0.25109965347380453</ns0:v>
                </ns0:pt>
                <ns0:pt idx="704">
                  <ns0:v>0.2517772462203553</ns0:v>
                </ns0:pt>
                <ns0:pt idx="705">
                  <ns0:v>0.24791269450458139</ns0:v>
                </ns0:pt>
                <ns0:pt idx="706">
                  <ns0:v>0.24121423921601801</ns0:v>
                </ns0:pt>
                <ns0:pt idx="707">
                  <ns0:v>0.23676417768780531</ns0:v>
                </ns0:pt>
                <ns0:pt idx="708">
                  <ns0:v>0.23781381314457961</ns0:v>
                </ns0:pt>
                <ns0:pt idx="709">
                  <ns0:v>0.24218279701579948</ns0:v>
                </ns0:pt>
                <ns0:pt idx="710">
                  <ns0:v>0.24825811578776832</ns0:v>
                </ns0:pt>
                <ns0:pt idx="711">
                  <ns0:v>0.25505429833924093</ns0:v>
                </ns0:pt>
                <ns0:pt idx="712">
                  <ns0:v>0.25906546748949677</ns0:v>
                </ns0:pt>
                <ns0:pt idx="713">
                  <ns0:v>0.25619326529379483</ns0:v>
                </ns0:pt>
                <ns0:pt idx="714">
                  <ns0:v>0.2477204174040149</ns0:v>
                </ns0:pt>
                <ns0:pt idx="715">
                  <ns0:v>0.2362809509755992</ns0:v>
                </ns0:pt>
                <ns0:pt idx="716">
                  <ns0:v>0.22543025449912044</ns0:v>
                </ns0:pt>
                <ns0:pt idx="717">
                  <ns0:v>0.21900203759629505</ns0:v>
                </ns0:pt>
                <ns0:pt idx="718">
                  <ns0:v>0.22018814135234183</ns0:v>
                </ns0:pt>
                <ns0:pt idx="719">
                  <ns0:v>0.22724822551357615</ns0:v>
                </ns0:pt>
                <ns0:pt idx="720">
                  <ns0:v>0.23931679745218337</ns0:v>
                </ns0:pt>
                <ns0:pt idx="721">
                  <ns0:v>0.25459251473871919</ns0:v>
                </ns0:pt>
                <ns0:pt idx="722">
                  <ns0:v>0.26787040348226682</ns0:v>
                </ns0:pt>
                <ns0:pt idx="723">
                  <ns0:v>0.27733365124159715</ns0:v>
                </ns0:pt>
                <ns0:pt idx="724">
                  <ns0:v>0.2835762058543207</ns0:v>
                </ns0:pt>
                <ns0:pt idx="725">
                  <ns0:v>0.28446705732742916</ns0:v>
                </ns0:pt>
                <ns0:pt idx="726">
                  <ns0:v>0.28106475088540228</ns0:v>
                </ns0:pt>
                <ns0:pt idx="727">
                  <ns0:v>0.27773954678345958</ns0:v>
                </ns0:pt>
                <ns0:pt idx="728">
                  <ns0:v>0.27706872659364207</ns0:v>
                </ns0:pt>
                <ns0:pt idx="729">
                  <ns0:v>0.27798009349208042</ns0:v>
                </ns0:pt>
                <ns0:pt idx="730">
                  <ns0:v>0.28035479725877754</ns0:v>
                </ns0:pt>
                <ns0:pt idx="731">
                  <ns0:v>0.28340373765487964</ns0:v>
                </ns0:pt>
                <ns0:pt idx="732">
                  <ns0:v>0.2840028694242363</ns0:v>
                </ns0:pt>
                <ns0:pt idx="733">
                  <ns0:v>0.27875007551136038</ns0:v>
                </ns0:pt>
                <ns0:pt idx="734">
                  <ns0:v>0.26932747372746435</ns0:v>
                </ns0:pt>
                <ns0:pt idx="735">
                  <ns0:v>0.25767167807986469</ns0:v>
                </ns0:pt>
                <ns0:pt idx="736">
                  <ns0:v>0.24631093911707658</ns0:v>
                </ns0:pt>
                <ns0:pt idx="737">
                  <ns0:v>0.23860696979433246</ns0:v>
                </ns0:pt>
                <ns0:pt idx="738">
                  <ns0:v>0.23622736081344642</ns0:v>
                </ns0:pt>
                <ns0:pt idx="739">
                  <ns0:v>0.23953108176215746</ns0:v>
                </ns0:pt>
                <ns0:pt idx="740">
                  <ns0:v>0.2482646546095636</ns0:v>
                </ns0:pt>
                <ns0:pt idx="741">
                  <ns0:v>0.25955940833944208</ns0:v>
                </ns0:pt>
                <ns0:pt idx="742">
                  <ns0:v>0.26931639916113531</ns0:v>
                </ns0:pt>
                <ns0:pt idx="743">
                  <ns0:v>0.27679030328674398</ns0:v>
                </ns0:pt>
                <ns0:pt idx="744">
                  <ns0:v>0.28261040857854502</ns0:v>
                </ns0:pt>
                <ns0:pt idx="745">
                  <ns0:v>0.28389261204140676</ns0:v>
                </ns0:pt>
                <ns0:pt idx="746">
                  <ns0:v>0.28036092835065729</ns0:v>
                </ns0:pt>
                <ns0:pt idx="747">
                  <ns0:v>0.27597798732521761</ns0:v>
                </ns0:pt>
                <ns0:pt idx="748">
                  <ns0:v>0.27103094470514533</ns0:v>
                </ns0:pt>
                <ns0:pt idx="749">
                  <ns0:v>0.26489752964749308</ns0:v>
                </ns0:pt>
                <ns0:pt idx="750">
                  <ns0:v>0.26072330643341879</ns0:v>
                </ns0:pt>
                <ns0:pt idx="751">
                  <ns0:v>0.25911424532077848</ns0:v>
                </ns0:pt>
                <ns0:pt idx="752">
                  <ns0:v>0.25781561045441231</ns0:v>
                </ns0:pt>
                <ns0:pt idx="753">
                  <ns0:v>0.25403727638433277</ns0:v>
                </ns0:pt>
                <ns0:pt idx="754">
                  <ns0:v>0.24771048210979343</ns0:v>
                </ns0:pt>
                <ns0:pt idx="755">
                  <ns0:v>0.23905322952002764</ns0:v>
                </ns0:pt>
                <ns0:pt idx="756">
                  <ns0:v>0.23023069063157145</ns0:v>
                </ns0:pt>
                <ns0:pt idx="757">
                  <ns0:v>0.22475013289644191</ns0:v>
                </ns0:pt>
                <ns0:pt idx="758">
                  <ns0:v>0.22389053929158392</ns0:v>
                </ns0:pt>
                <ns0:pt idx="759">
                  <ns0:v>0.22748205055461315</ns0:v>
                </ns0:pt>
                <ns0:pt idx="760">
                  <ns0:v>0.2353442491994609</ns0:v>
                </ns0:pt>
                <ns0:pt idx="761">
                  <ns0:v>0.24491046389074314</ns0:v>
                </ns0:pt>
                <ns0:pt idx="762">
                  <ns0:v>0.25255444652170916</ns0:v>
                </ns0:pt>
                <ns0:pt idx="763">
                  <ns0:v>0.26009686840825696</ns0:v>
                </ns0:pt>
                <ns0:pt idx="764">
                  <ns0:v>0.26783708660123229</ns0:v>
                </ns0:pt>
                <ns0:pt idx="765">
                  <ns0:v>0.27283480839816887</ns0:v>
                </ns0:pt>
                <ns0:pt idx="766">
                  <ns0:v>0.27438368751189079</ns0:v>
                </ns0:pt>
                <ns0:pt idx="767">
                  <ns0:v>0.27451474593465824</ns0:v>
                </ns0:pt>
                <ns0:pt idx="768">
                  <ns0:v>0.27311463272798225</ns0:v>
                </ns0:pt>
                <ns0:pt idx="769">
                  <ns0:v>0.26909265655256598</ns0:v>
                </ns0:pt>
                <ns0:pt idx="770">
                  <ns0:v>0.26564456034119799</ns0:v>
                </ns0:pt>
                <ns0:pt idx="771">
                  <ns0:v>0.26383202429744484</ns0:v>
                </ns0:pt>
                <ns0:pt idx="772">
                  <ns0:v>0.2612716913730963</ns0:v>
                </ns0:pt>
                <ns0:pt idx="773">
                  <ns0:v>0.25649702519590034</ns0:v>
                </ns0:pt>
                <ns0:pt idx="774">
                  <ns0:v>0.25106724584628148</ns0:v>
                </ns0:pt>
                <ns0:pt idx="775">
                  <ns0:v>0.24413785591020892</ns0:v>
                </ns0:pt>
                <ns0:pt idx="776">
                  <ns0:v>0.23577089599638615</ns0:v>
                </ns0:pt>
                <ns0:pt idx="777">
                  <ns0:v>0.22883488608237038</ns0:v>
                </ns0:pt>
                <ns0:pt idx="778">
                  <ns0:v>0.22458357069201992</ns0:v>
                </ns0:pt>
                <ns0:pt idx="779">
                  <ns0:v>0.22338219832872155</ns0:v>
                </ns0:pt>
                <ns0:pt idx="780">
                  <ns0:v>0.22559995256936394</ns0:v>
                </ns0:pt>
                <ns0:pt idx="781">
                  <ns0:v>0.23013757173480154</ns0:v>
                </ns0:pt>
                <ns0:pt idx="782">
                  <ns0:v>0.23477950532182817</ns0:v>
                </ns0:pt>
                <ns0:pt idx="783">
                  <ns0:v>0.23993634804167513</ns0:v>
                </ns0:pt>
                <ns0:pt idx="784">
                  <ns0:v>0.24579406405105533</ns0:v>
                </ns0:pt>
                <ns0:pt idx="785">
                  <ns0:v>0.2510979950708852</ns0:v>
                </ns0:pt>
                <ns0:pt idx="786">
                  <ns0:v>0.25494723822894166</ns0:v>
                </ns0:pt>
                <ns0:pt idx="787">
                  <ns0:v>0.25866701150304294</ns0:v>
                </ns0:pt>
                <ns0:pt idx="788">
                  <ns0:v>0.26004768622968638</ns0:v>
                </ns0:pt>
                <ns0:pt idx="789">
                  <ns0:v>0.25688218525599593</ns0:v>
                </ns0:pt>
                <ns0:pt idx="790">
                  <ns0:v>0.25182394459623053</ns0:v>
                </ns0:pt>
                <ns0:pt idx="791">
                  <ns0:v>0.24658533293954116</ns0:v>
                </ns0:pt>
                <ns0:pt idx="792">
                  <ns0:v>0.23986297690943453</ns0:v>
                </ns0:pt>
                <ns0:pt idx="793">
                  <ns0:v>0.230383362675358</ns0:v>
                </ns0:pt>
                <ns0:pt idx="794">
                  <ns0:v>0.22080852692153916</ns0:v>
                </ns0:pt>
                <ns0:pt idx="795">
                  <ns0:v>0.21125164341832811</ns0:v>
                </ns0:pt>
                <ns0:pt idx="796">
                  <ns0:v>0.20249538957528057</ns0:v>
                </ns0:pt>
                <ns0:pt idx="797">
                  <ns0:v>0.19859326499692961</ns0:v>
                </ns0:pt>
                <ns0:pt idx="798">
                  <ns0:v>0.20166276182516246</ns0:v>
                </ns0:pt>
                <ns0:pt idx="799">
                  <ns0:v>0.20865785357361361</ns0:v>
                </ns0:pt>
                <ns0:pt idx="800">
                  <ns0:v>0.21769255254989919</ns0:v>
                </ns0:pt>
                <ns0:pt idx="801">
                  <ns0:v>0.2267583087854107</ns0:v>
                </ns0:pt>
                <ns0:pt idx="802">
                  <ns0:v>0.23276662046993649</ns0:v>
                </ns0:pt>
                <ns0:pt idx="803">
                  <ns0:v>0.23689511548381414</ns0:v>
                </ns0:pt>
                <ns0:pt idx="804">
                  <ns0:v>0.24081166606247995</ns0:v>
                </ns0:pt>
                <ns0:pt idx="805">
                  <ns0:v>0.24459580413019491</ns0:v>
                </ns0:pt>
                <ns0:pt idx="806">
                  <ns0:v>0.24805821343298007</ns0:v>
                </ns0:pt>
                <ns0:pt idx="807">
                  <ns0:v>0.25132229970056658</ns0:v>
                </ns0:pt>
                <ns0:pt idx="808">
                  <ns0:v>0.25503129838971095</ns0:v>
                </ns0:pt>
                <ns0:pt idx="809">
                  <ns0:v>0.25726815371848405</ns0:v>
                </ns0:pt>
                <ns0:pt idx="810">
                  <ns0:v>0.25724197809191079</ns0:v>
                </ns0:pt>
                <ns0:pt idx="811">
                  <ns0:v>0.25572503241667538</ns0:v>
                </ns0:pt>
                <ns0:pt idx="812">
                  <ns0:v>0.25150403663031207</ns0:v>
                </ns0:pt>
                <ns0:pt idx="813">
                  <ns0:v>0.24405907258120749</ns0:v>
                </ns0:pt>
                <ns0:pt idx="814">
                  <ns0:v>0.2363487626277411</ns0:v>
                </ns0:pt>
                <ns0:pt idx="815">
                  <ns0:v>0.22843907443285358</ns0:v>
                </ns0:pt>
                <ns0:pt idx="816">
                  <ns0:v>0.22068950985564104</ns0:v>
                </ns0:pt>
                <ns0:pt idx="817">
                  <ns0:v>0.21599596197108131</ns0:v>
                </ns0:pt>
                <ns0:pt idx="818">
                  <ns0:v>0.21628549755045909</ns0:v>
                </ns0:pt>
                <ns0:pt idx="819">
                  <ns0:v>0.2191871344400888</ns0:v>
                </ns0:pt>
                <ns0:pt idx="820">
                  <ns0:v>0.22418186175340449</ns0:v>
                </ns0:pt>
                <ns0:pt idx="821">
                  <ns0:v>0.23062712088974002</ns0:v>
                </ns0:pt>
                <ns0:pt idx="822">
                  <ns0:v>0.2347671536358758</ns0:v>
                </ns0:pt>
                <ns0:pt idx="823">
                  <ns0:v>0.23561131150335973</ns0:v>
                </ns0:pt>
                <ns0:pt idx="824">
                  <ns0:v>0.2360203696660097</ns0:v>
                </ns0:pt>
                <ns0:pt idx="825">
                  <ns0:v>0.23711601163091983</ns0:v>
                </ns0:pt>
                <ns0:pt idx="826">
                  <ns0:v>0.24185142388147976</ns0:v>
                </ns0:pt>
                <ns0:pt idx="827">
                  <ns0:v>0.25174334012624405</ns0:v>
                </ns0:pt>
                <ns0:pt idx="828">
                  <ns0:v>0.26416066685106493</ns0:v>
                </ns0:pt>
                <ns0:pt idx="829">
                  <ns0:v>0.27371212911324877</ns0:v>
                </ns0:pt>
                <ns0:pt idx="830">
                  <ns0:v>0.27791943629375926</ns0:v>
                </ns0:pt>
                <ns0:pt idx="831">
                  <ns0:v>0.27549993150597241</ns0:v>
                </ns0:pt>
                <ns0:pt idx="832">
                  <ns0:v>0.26634033046690314</ns0:v>
                </ns0:pt>
                <ns0:pt idx="833">
                  <ns0:v>0.25209599497271251</ns0:v>
                </ns0:pt>
                <ns0:pt idx="834">
                  <ns0:v>0.23727642115242842</ns0:v>
                </ns0:pt>
                <ns0:pt idx="835">
                  <ns0:v>0.22436608579881973</ns0:v>
                </ns0:pt>
                <ns0:pt idx="836">
                  <ns0:v>0.21442424911261429</ns0:v>
                </ns0:pt>
                <ns0:pt idx="837">
                  <ns0:v>0.20987726583398178</ns0:v>
                </ns0:pt>
                <ns0:pt idx="838">
                  <ns0:v>0.20998901937449485</ns0:v>
                </ns0:pt>
                <ns0:pt idx="839">
                  <ns0:v>0.21269400406532393</ns0:v>
                </ns0:pt>
                <ns0:pt idx="840">
                  <ns0:v>0.21835904525042454</ns0:v>
                </ns0:pt>
                <ns0:pt idx="841">
                  <ns0:v>0.22657486901629578</ns0:v>
                </ns0:pt>
                <ns0:pt idx="842">
                  <ns0:v>0.23446866098537833</ns0:v>
                </ns0:pt>
                <ns0:pt idx="843">
                  <ns0:v>0.24017567678505455</ns0:v>
                </ns0:pt>
                <ns0:pt idx="844">
                  <ns0:v>0.24505102887522001</ns0:v>
                </ns0:pt>
                <ns0:pt idx="845">
                  <ns0:v>0.24904250705490913</ns0:v>
                </ns0:pt>
                <ns0:pt idx="846">
                  <ns0:v>0.25225380940183489</ns0:v>
                </ns0:pt>
                <ns0:pt idx="847">
                  <ns0:v>0.2562918443533318</ns0:v>
                </ns0:pt>
                <ns0:pt idx="848">
                  <ns0:v>0.26130959154661876</ns0:v>
                </ns0:pt>
                <ns0:pt idx="849">
                  <ns0:v>0.26423782532295892</ns0:v>
                </ns0:pt>
                <ns0:pt idx="850">
                  <ns0:v>0.26444332169165752</ns0:v>
                </ns0:pt>
                <ns0:pt idx="851">
                  <ns0:v>0.26029697544135066</ns0:v>
                </ns0:pt>
                <ns0:pt idx="852">
                  <ns0:v>0.24994013039282112</ns0:v>
                </ns0:pt>
                <ns0:pt idx="853">
                  <ns0:v>0.23683120628611679</ns0:v>
                </ns0:pt>
                <ns0:pt idx="854">
                  <ns0:v>0.22650714603308852</ns0:v>
                </ns0:pt>
                <ns0:pt idx="855">
                  <ns0:v>0.21990821760914919</ns0:v>
                </ns0:pt>
                <ns0:pt idx="856">
                  <ns0:v>0.21710748719831685</ns0:v>
                </ns0:pt>
                <ns0:pt idx="857">
                  <ns0:v>0.21853852205105245</ns0:v>
                </ns0:pt>
                <ns0:pt idx="858">
                  <ns0:v>0.22146347628701712</ns0:v>
                </ns0:pt>
                <ns0:pt idx="859">
                  <ns0:v>0.2218477756136816</ns0:v>
                </ns0:pt>
                <ns0:pt idx="860">
                  <ns0:v>0.21956472411659256</ns0:v>
                </ns0:pt>
                <ns0:pt idx="861">
                  <ns0:v>0.21371522643758648</ns0:v>
                </ns0:pt>
                <ns0:pt idx="862">
                  <ns0:v>0.20349517275275958</ns0:v>
                </ns0:pt>
                <ns0:pt idx="863">
                  <ns0:v>0.19442083958156328</ns0:v>
                </ns0:pt>
                <ns0:pt idx="864">
                  <ns0:v>0.18986698053987486</ns0:v>
                </ns0:pt>
                <ns0:pt idx="865">
                  <ns0:v>0.18997909837221094</ns0:v>
                </ns0:pt>
                <ns0:pt idx="866">
                  <ns0:v>0.19524669889347607</ns0:v>
                </ns0:pt>
                <ns0:pt idx="867">
                  <ns0:v>0.20500957867107852</ns0:v>
                </ns0:pt>
                <ns0:pt idx="868">
                  <ns0:v>0.21479952770160449</ns0:v>
                </ns0:pt>
                <ns0:pt idx="869">
                  <ns0:v>0.22005853842280934</ns0:v>
                </ns0:pt>
                <ns0:pt idx="870">
                  <ns0:v>0.22068688798641126</ns0:v>
                </ns0:pt>
                <ns0:pt idx="871">
                  <ns0:v>0.2169649303488988</ns0:v>
                </ns0:pt>
                <ns0:pt idx="872">
                  <ns0:v>0.20824092357638549</ns0:v>
                </ns0:pt>
                <ns0:pt idx="873">
                  <ns0:v>0.19644714906672295</ns0:v>
                </ns0:pt>
                <ns0:pt idx="874">
                  <ns0:v>0.18437234435223829</ns0:v>
                </ns0:pt>
                <ns0:pt idx="875">
                  <ns0:v>0.1728362804745491</ns0:v>
                </ns0:pt>
                <ns0:pt idx="876">
                  <ns0:v>0.16372322065842987</ns0:v>
                </ns0:pt>
                <ns0:pt idx="877">
                  <ns0:v>0.15896439797058254</ns0:v>
                </ns0:pt>
                <ns0:pt idx="878">
                  <ns0:v>0.15759540818447876</ns0:v>
                </ns0:pt>
                <ns0:pt idx="879">
                  <ns0:v>0.15914515506269489</ns0:v>
                </ns0:pt>
                <ns0:pt idx="880">
                  <ns0:v>0.16450815420781364</ns0:v>
                </ns0:pt>
                <ns0:pt idx="881">
                  <ns0:v>0.17310331003136534</ns0:v>
                </ns0:pt>
                <ns0:pt idx="882">
                  <ns0:v>0.1839657514507394</ns0:v>
                </ns0:pt>
                <ns0:pt idx="883">
                  <ns0:v>0.19676963151035406</ns0:v>
                </ns0:pt>
                <ns0:pt idx="884">
                  <ns0:v>0.20997925693463551</ns0:v>
                </ns0:pt>
                <ns0:pt idx="885">
                  <ns0:v>0.22325448179778615</ns0:v>
                </ns0:pt>
                <ns0:pt idx="886">
                  <ns0:v>0.23850882478670671</ns0:v>
                </ns0:pt>
                <ns0:pt idx="887">
                  <ns0:v>0.25459811517542275</ns0:v>
                </ns0:pt>
                <ns0:pt idx="888">
                  <ns0:v>0.26770224999321834</ns0:v>
                </ns0:pt>
                <ns0:pt idx="889">
                  <ns0:v>0.27616993613856416</ns0:v>
                </ns0:pt>
                <ns0:pt idx="890">
                  <ns0:v>0.27943432334597573</ns0:v>
                </ns0:pt>
                <ns0:pt idx="891">
                  <ns0:v>0.27585340113232298</ns0:v>
                </ns0:pt>
                <ns0:pt idx="892">
                  <ns0:v>0.26631080478393604</ns0:v>
                </ns0:pt>
                <ns0:pt idx="893">
                  <ns0:v>0.25617581532670397</ns0:v>
                </ns0:pt>
                <ns0:pt idx="894">
                  <ns0:v>0.24880735286245537</ns0:v>
                </ns0:pt>
                <ns0:pt idx="895">
                  <ns0:v>0.24338311020906386</ns0:v>
                </ns0:pt>
                <ns0:pt idx="896">
                  <ns0:v>0.23973874965809247</ns0:v>
                </ns0:pt>
                <ns0:pt idx="897">
                  <ns0:v>0.23761295039687214</ns0:v>
                </ns0:pt>
                <ns0:pt idx="898">
                  <ns0:v>0.23498353343297088</ns0:v>
                </ns0:pt>
                <ns0:pt idx="899">
                  <ns0:v>0.23263393841181812</ns0:v>
                </ns0:pt>
                <ns0:pt idx="900">
                  <ns0:v>0.23200749739095916</ns0:v>
                </ns0:pt>
                <ns0:pt idx="901">
                  <ns0:v>0.23142393507095474</ns0:v>
                </ns0:pt>
                <ns0:pt idx="902">
                  <ns0:v>0.23266690251585781</ns0:v>
                </ns0:pt>
                <ns0:pt idx="903">
                  <ns0:v>0.23664478880331413</ns0:v>
                </ns0:pt>
                <ns0:pt idx="904">
                  <ns0:v>0.23995222312994838</ns0:v>
                </ns0:pt>
                <ns0:pt idx="905">
                  <ns0:v>0.2401813827888101</ns0:v>
                </ns0:pt>
                <ns0:pt idx="906">
                  <ns0:v>0.2383587446887693</ns0:v>
                </ns0:pt>
                <ns0:pt idx="907">
                  <ns0:v>0.23582042322350025</ns0:v>
                </ns0:pt>
                <ns0:pt idx="908">
                  <ns0:v>0.23279362697760603</ns0:v>
                </ns0:pt>
                <ns0:pt idx="909">
                  <ns0:v>0.2313396529575262</ns0:v>
                </ns0:pt>
                <ns0:pt idx="910">
                  <ns0:v>0.23111399623998641</ns0:v>
                </ns0:pt>
                <ns0:pt idx="911">
                  <ns0:v>0.22915648302762207</ns0:v>
                </ns0:pt>
                <ns0:pt idx="912">
                  <ns0:v>0.2244215673180438</ns0:v>
                </ns0:pt>
                <ns0:pt idx="913">
                  <ns0:v>0.21841775160812196</ns0:v>
                </ns0:pt>
                <ns0:pt idx="914">
                  <ns0:v>0.21063919497212613</ns0:v>
                </ns0:pt>
                <ns0:pt idx="915">
                  <ns0:v>0.20152055916070516</ns0:v>
                </ns0:pt>
                <ns0:pt idx="916">
                  <ns0:v>0.1947952655314982</ns0:v>
                </ns0:pt>
                <ns0:pt idx="917">
                  <ns0:v>0.19104771192833053</ns0:v>
                </ns0:pt>
                <ns0:pt idx="918">
                  <ns0:v>0.18948792417771909</ns0:v>
                </ns0:pt>
                <ns0:pt idx="919">
                  <ns0:v>0.19090605662110435</ns0:v>
                </ns0:pt>
                <ns0:pt idx="920">
                  <ns0:v>0.1958662008223376</ns0:v>
                </ns0:pt>
                <ns0:pt idx="921">
                  <ns0:v>0.20235827030008444</ns0:v>
                </ns0:pt>
                <ns0:pt idx="922">
                  <ns0:v>0.2117582525295601</ns0:v>
                </ns0:pt>
                <ns0:pt idx="923">
                  <ns0:v>0.22469750646587566</ns0:v>
                </ns0:pt>
                <ns0:pt idx="924">
                  <ns0:v>0.23845416474592926</ns0:v>
                </ns0:pt>
                <ns0:pt idx="925">
                  <ns0:v>0.25047243400616181</ns0:v>
                </ns0:pt>
                <ns0:pt idx="926">
                  <ns0:v>0.2609751308307372</ns0:v>
                </ns0:pt>
                <ns0:pt idx="927">
                  <ns0:v>0.26746678665379908</ns0:v>
                </ns0:pt>
                <ns0:pt idx="928">
                  <ns0:v>0.26862671286890022</ns0:v>
                </ns0:pt>
                <ns0:pt idx="929">
                  <ns0:v>0.26831711809415854</ns0:v>
                </ns0:pt>
                <ns0:pt idx="930">
                  <ns0:v>0.2696805092871522</ns0:v>
                </ns0:pt>
                <ns0:pt idx="931">
                  <ns0:v>0.27105307759984226</ns0:v>
                </ns0:pt>
                <ns0:pt idx="932">
                  <ns0:v>0.27121499032920598</ns0:v>
                </ns0:pt>
                <ns0:pt idx="933">
                  <ns0:v>0.27151482404443017</ns0:v>
                </ns0:pt>
                <ns0:pt idx="934">
                  <ns0:v>0.27078074455058876</ns0:v>
                </ns0:pt>
                <ns0:pt idx="935">
                  <ns0:v>0.26698464639570185</ns0:v>
                </ns0:pt>
                <ns0:pt idx="936">
                  <ns0:v>0.26253909736618569</ns0:v>
                </ns0:pt>
                <ns0:pt idx="937">
                  <ns0:v>0.25890606457736914</ns0:v>
                </ns0:pt>
                <ns0:pt idx="938">
                  <ns0:v>0.2555854719377848</ns0:v>
                </ns0:pt>
                <ns0:pt idx="939">
                  <ns0:v>0.2541649693026507</ns0:v>
                </ns0:pt>
                <ns0:pt idx="940">
                  <ns0:v>0.25489858658881931</ns0:v>
                </ns0:pt>
                <ns0:pt idx="941">
                  <ns0:v>0.25516306816924161</ns0:v>
                </ns0:pt>
                <ns0:pt idx="942">
                  <ns0:v>0.25512326293158877</ns0:v>
                </ns0:pt>
                <ns0:pt idx="943">
                  <ns0:v>0.25571490885713272</ns0:v>
                </ns0:pt>
                <ns0:pt idx="944">
                  <ns0:v>0.2562748286666876</ns0:v>
                </ns0:pt>
                <ns0:pt idx="945">
                  <ns0:v>0.2565983463161704</ns0:v>
                </ns0:pt>
                <ns0:pt idx="946">
                  <ns0:v>0.25831514104687225</ns0:v>
                </ns0:pt>
                <ns0:pt idx="947">
                  <ns0:v>0.26116415402318022</ns0:v>
                </ns0:pt>
                <ns0:pt idx="948">
                  <ns0:v>0.26333539989122168</ns0:v>
                </ns0:pt>
                <ns0:pt idx="949">
                  <ns0:v>0.26510193517281977</ns0:v>
                </ns0:pt>
                <ns0:pt idx="950">
                  <ns0:v>0.26635995928826445</ns0:v>
                </ns0:pt>
                <ns0:pt idx="951">
                  <ns0:v>0.26462820599690245</ns0:v>
                </ns0:pt>
                <ns0:pt idx="952">
                  <ns0:v>0.25882844952146572</ns0:v>
                </ns0:pt>
                <ns0:pt idx="953">
                  <ns0:v>0.25104536564502444</ns0:v>
                </ns0:pt>
                <ns0:pt idx="954">
                  <ns0:v>0.24095112422770984</ns0:v>
                </ns0:pt>
                <ns0:pt idx="955">
                  <ns0:v>0.22864964457336881</ns0:v>
                </ns0:pt>
                <ns0:pt idx="956">
                  <ns0:v>0.2189876023409574</ns0:v>
                </ns0:pt>
                <ns0:pt idx="957">
                  <ns0:v>0.21376347164561632</ns0:v>
                </ns0:pt>
                <ns0:pt idx="958">
                  <ns0:v>0.21110163406791538</ns0:v>
                </ns0:pt>
                <ns0:pt idx="959">
                  <ns0:v>0.21188040544439146</ns0:v>
                </ns0:pt>
                <ns0:pt idx="960">
                  <ns0:v>0.21680668316915847</ns0:v>
                </ns0:pt>
                <ns0:pt idx="961">
                  <ns0:v>0.22329944156217663</ns0:v>
                </ns0:pt>
                <ns0:pt idx="962">
                  <ns0:v>0.23108653655017147</ns0:v>
                </ns0:pt>
                <ns0:pt idx="963">
                  <ns0:v>0.24016570975879364</ns0:v>
                </ns0:pt>
                <ns0:pt idx="964">
                  <ns0:v>0.24851645366149186</ns0:v>
                </ns0:pt>
                <ns0:pt idx="965">
                  <ns0:v>0.25546914234429141</ns0:v>
                </ns0:pt>
                <ns0:pt idx="966">
                  <ns0:v>0.2615002178598862</ns0:v>
                </ns0:pt>
                <ns0:pt idx="967">
                  <ns0:v>0.26769290248611677</ns0:v>
                </ns0:pt>
                <ns0:pt idx="968">
                  <ns0:v>0.2727036770415403</ns0:v>
                </ns0:pt>
                <ns0:pt idx="969">
                  <ns0:v>0.27601441362414397</ns0:v>
                </ns0:pt>
                <ns0:pt idx="970">
                  <ns0:v>0.27752070223631375</ns0:v>
                </ns0:pt>
                <ns0:pt idx="971">
                  <ns0:v>0.2751176480441187</ns0:v>
                </ns0:pt>
                <ns0:pt idx="972">
                  <ns0:v>0.26668555616113448</ns0:v>
                </ns0:pt>
                <ns0:pt idx="973">
                  <ns0:v>0.25518308615493146</ns0:v>
                </ns0:pt>
                <ns0:pt idx="974">
                  <ns0:v>0.24259701974225187</ns0:v>
                </ns0:pt>
                <ns0:pt idx="975">
                  <ns0:v>0.23075980210898056</ns0:v>
                </ns0:pt>
                <ns0:pt idx="976">
                  <ns0:v>0.2241825626872096</ns0:v>
                </ns0:pt>
                <ns0:pt idx="977">
                  <ns0:v>0.2254708727758194</ns0:v>
                </ns0:pt>
                <ns0:pt idx="978">
                  <ns0:v>0.23185565103948913</ns0:v>
                </ns0:pt>
                <ns0:pt idx="979">
                  <ns0:v>0.24108119583549084</ns0:v>
                </ns0:pt>
                <ns0:pt idx="980">
                  <ns0:v>0.25028056924400982</ns0:v>
                </ns0:pt>
                <ns0:pt idx="981">
                  <ns0:v>0.25455714909387711</ns0:v>
                </ns0:pt>
                <ns0:pt idx="982">
                  <ns0:v>0.25212122154517308</ns0:v>
                </ns0:pt>
                <ns0:pt idx="983">
                  <ns0:v>0.24606890571612339</ns0:v>
                </ns0:pt>
                <ns0:pt idx="984">
                  <ns0:v>0.23876467016034775</ns0:v>
                </ns0:pt>
                <ns0:pt idx="985">
                  <ns0:v>0.23238089586712021</ns0:v>
                </ns0:pt>
                <ns0:pt idx="986">
                  <ns0:v>0.2290167742697678</ns0:v>
                </ns0:pt>
                <ns0:pt idx="987">
                  <ns0:v>0.22981266393103439</ns0:v>
                </ns0:pt>
                <ns0:pt idx="988">
                  <ns0:v>0.22712328112177163</ns0:v>
                </ns0:pt>
                <ns0:pt idx="989">
                  <ns0:v>0.22478733673445922</ns0:v>
                </ns0:pt>
                <ns0:pt idx="990">
                  <ns0:v>0.22215264445136562</ns0:v>
                </ns0:pt>
                <ns0:pt idx="991">
                  <ns0:v>0.21839738674063602</ns0:v>
                </ns0:pt>
                <ns0:pt idx="992">
                  <ns0:v>0.21223454059424568</ns0:v>
                </ns0:pt>
                <ns0:pt idx="993">
                  <ns0:v>0.20463929789088667</ns0:v>
                </ns0:pt>
                <ns0:pt idx="994">
                  <ns0:v>0.19661437487567709</ns0:v>
                </ns0:pt>
                <ns0:pt idx="995">
                  <ns0:v>0.18880022149008543</ns0:v>
                </ns0:pt>
                <ns0:pt idx="996">
                  <ns0:v>0.1843126456733748</ns0:v>
                </ns0:pt>
                <ns0:pt idx="997">
                  <ns0:v>0.18612032091951386</ns0:v>
                </ns0:pt>
                <ns0:pt idx="998">
                  <ns0:v>0.19217527920151037</ns0:v>
                </ns0:pt>
                <ns0:pt idx="999">
                  <ns0:v>0.20125783489864002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-5.5558365458399971e-05</ns0:v>
                </ns0:pt>
                <ns0:pt idx="201">
                  <ns0:v>-5.4954514993263836e-05</ns0:v>
                </ns0:pt>
                <ns0:pt idx="202">
                  <ns0:v>-5.4286275148368304e-05</ns0:v>
                </ns0:pt>
                <ns0:pt idx="203">
                  <ns0:v>-5.3551209241105639e-05</ns0:v>
                </ns0:pt>
                <ns0:pt idx="204">
                  <ns0:v>-5.2766344117311682e-05</ns0:v>
                </ns0:pt>
                <ns0:pt idx="205">
                  <ns0:v>-5.1956042412474237e-05</ns0:v>
                </ns0:pt>
                <ns0:pt idx="206">
                  <ns0:v>-5.1143938234011507e-05</ns0:v>
                </ns0:pt>
                <ns0:pt idx="207">
                  <ns0:v>-5.0349072985680659e-05</ns0:v>
                </ns0:pt>
                <ns0:pt idx="208">
                  <ns0:v>-4.9586198372357761e-05</ns0:v>
                </ns0:pt>
                <ns0:pt idx="209">
                  <ns0:v>-4.8863770855877837e-05</ns0:v>
                </ns0:pt>
                <ns0:pt idx="210">
                  <ns0:v>-4.8183694686852974e-05</ns0:v>
                </ns0:pt>
                <ns0:pt idx="211">
                  <ns0:v>-4.7531738398842975e-05</ns0:v>
                </ns0:pt>
                <ns0:pt idx="212">
                  <ns0:v>-4.6896988385392268e-05</ns0:v>
                </ns0:pt>
                <ns0:pt idx="213">
                  <ns0:v>-4.595004522100481e-05</ns0:v>
                </ns0:pt>
                <ns0:pt idx="214">
                  <ns0:v>-4.4985620935539921e-05</ns0:v>
                </ns0:pt>
                <ns0:pt idx="215">
                  <ns0:v>-4.4003708642432636e-05</ns0:v>
                </ns0:pt>
                <ns0:pt idx="216">
                  <ns0:v>-4.3000466647115075e-05</ns0:v>
                </ns0:pt>
                <ns0:pt idx="217">
                  <ns0:v>-4.198414788387789e-05</ns0:v>
                </ns0:pt>
                <ns0:pt idx="218">
                  <ns0:v>-4.0982668508962178e-05</ns0:v>
                </ns0:pt>
                <ns0:pt idx="219">
                  <ns0:v>-4.0017769379806589e-05</ns0:v>
                </ns0:pt>
                <ns0:pt idx="220">
                  <ns0:v>-3.9136912828286401e-05</ns0:v>
                </ns0:pt>
                <ns0:pt idx="221">
                  <ns0:v>-3.8406020616247341e-05</ns0:v>
                </ns0:pt>
                <ns0:pt idx="222">
                  <ns0:v>-3.7887234184690525e-05</ns0:v>
                </ns0:pt>
                <ns0:pt idx="223">
                  <ns0:v>-3.7565478202890701e-05</ns0:v>
                </ns0:pt>
                <ns0:pt idx="224">
                  <ns0:v>-3.7442215585612857e-05</ns0:v>
                </ns0:pt>
                <ns0:pt idx="225">
                  <ns0:v>-3.7512677474648791e-05</ns0:v>
                </ns0:pt>
                <ns0:pt idx="226">
                  <ns0:v>-3.8186891965219076e-05</ns0:v>
                </ns0:pt>
                <ns0:pt idx="227">
                  <ns0:v>-4.0131868172374153e-05</ns0:v>
                </ns0:pt>
                <ns0:pt idx="228">
                  <ns0:v>-4.3649532558582569e-05</ns0:v>
                </ns0:pt>
                <ns0:pt idx="229">
                  <ns0:v>-4.8818206113290747e-05</ns0:v>
                </ns0:pt>
                <ns0:pt idx="230">
                  <ns0:v>-5.5565359126189819e-05</ns0:v>
                </ns0:pt>
                <ns0:pt idx="231">
                  <ns0:v>-6.3716210419895346e-05</ns0:v>
                </ns0:pt>
                <ns0:pt idx="232">
                  <ns0:v>-7.3029128276189131e-05</ns0:v>
                </ns0:pt>
                <ns0:pt idx="233">
                  <ns0:v>-8.3099518911760442e-05</ns0:v>
                </ns0:pt>
                <ns0:pt idx="234">
                  <ns0:v>-9.3260974575951771e-05</ns0:v>
                </ns0:pt>
                <ns0:pt idx="235">
                  <ns0:v>-0.000102991271488077</ns0:v>
                </ns0:pt>
                <ns0:pt idx="236">
                  <ns0:v>-0.00011194010752697155</ns0:v>
                </ns0:pt>
                <ns0:pt idx="237">
                  <ns0:v>-0.00011984776061982839</ns0:v>
                </ns0:pt>
                <ns0:pt idx="238">
                  <ns0:v>-0.00012649201527202092</ns0:v>
                </ns0:pt>
                <ns0:pt idx="239">
                  <ns0:v>-0.00013167692406154343</ns0:v>
                </ns0:pt>
                <ns0:pt idx="240">
                  <ns0:v>-0.00013522924463158954</ns0:v>
                </ns0:pt>
                <ns0:pt idx="241">
                  <ns0:v>-0.00013699526175739649</ns0:v>
                </ns0:pt>
                <ns0:pt idx="242">
                  <ns0:v>-0.00013684003565325007</ns0:v>
                </ns0:pt>
                <ns0:pt idx="243">
                  <ns0:v>-0.00013465111169731859</ns0:v>
                </ns0:pt>
                <ns0:pt idx="244">
                  <ns0:v>-0.00013033798195297947</ns0:v>
                </ns0:pt>
                <ns0:pt idx="245">
                  <ns0:v>-0.0001238323950585653</ns0:v>
                </ns0:pt>
                <ns0:pt idx="246">
                  <ns0:v>-0.00011508823412465335</ns0:v>
                </ns0:pt>
                <ns0:pt idx="247">
                  <ns0:v>-0.00010408253599528095</ns0:v>
                </ns0:pt>
                <ns0:pt idx="248">
                  <ns0:v>-9.1175667808689607e-05</ns0:v>
                </ns0:pt>
                <ns0:pt idx="249">
                  <ns0:v>-7.7603375149721274e-05</ns0:v>
                </ns0:pt>
                <ns0:pt idx="250">
                  <ns0:v>-6.3585418654241708e-05</ns0:v>
                </ns0:pt>
                <ns0:pt idx="251">
                  <ns0:v>-4.8680059210787479e-05</ns0:v>
                </ns0:pt>
                <ns0:pt idx="252">
                  <ns0:v>-3.2167646202944377e-05</ns0:v>
                </ns0:pt>
                <ns0:pt idx="253">
                  <ns0:v>-1.3707031106730875e-05</ns0:v>
                </ns0:pt>
                <ns0:pt idx="254">
                  <ns0:v>6.8075255129687878e-06</ns0:v>
                </ns0:pt>
                <ns0:pt idx="255">
                  <ns0:v>2.9318004300970969e-05</ns0:v>
                </ns0:pt>
                <ns0:pt idx="256">
                  <ns0:v>5.365065847799006e-05</ns0:v>
                </ns0:pt>
                <ns0:pt idx="257">
                  <ns0:v>7.9551865411989708e-05</ns0:v>
                </ns0:pt>
                <ns0:pt idx="258">
                  <ns0:v>0.00010659433822486512</ns0:v>
                </ns0:pt>
                <ns0:pt idx="259">
                  <ns0:v>0.00013407907777843197</ns0:v>
                </ns0:pt>
                <ns0:pt idx="260">
                  <ns0:v>0.00016144266392552041</ns0:v>
                </ns0:pt>
                <ns0:pt idx="261">
                  <ns0:v>0.00018827710050272999</ns0:v>
                </ns0:pt>
                <ns0:pt idx="262">
                  <ns0:v>0.0002142675034990157</ns0:v>
                </ns0:pt>
                <ns0:pt idx="263">
                  <ns0:v>0.00023915764328809997</ns0:v>
                </ns0:pt>
                <ns0:pt idx="264">
                  <ns0:v>0.00026273178083954058</ns0:v>
                </ns0:pt>
                <ns0:pt idx="265">
                  <ns0:v>0.00028480371261532182</ns0:v>
                </ns0:pt>
                <ns0:pt idx="266">
                  <ns0:v>0.00030521353553235775</ns0:v>
                </ns0:pt>
                <ns0:pt idx="267">
                  <ns0:v>0.00032383033892857368</ns0:v>
                </ns0:pt>
                <ns0:pt idx="268">
                  <ns0:v>0.00034056048163501286</ns0:v>
                </ns0:pt>
                <ns0:pt idx="269">
                  <ns0:v>0.00035534674104177654</ns0:v>
                </ns0:pt>
                <ns0:pt idx="270">
                  <ns0:v>0.00036816648244418986</ns0:v>
                </ns0:pt>
                <ns0:pt idx="271">
                  <ns0:v>0.00037902682146023157</ns0:v>
                </ns0:pt>
                <ns0:pt idx="272">
                  <ns0:v>0.00038796011626052071</ns0:v>
                </ns0:pt>
                <ns0:pt idx="273">
                  <ns0:v>0.00039538022246593654</ns0:v>
                </ns0:pt>
                <ns0:pt idx="274">
                  <ns0:v>0.00040257131583063726</ns0:v>
                </ns0:pt>
                <ns0:pt idx="275">
                  <ns0:v>0.00040979414076694183</ns0:v>
                </ns0:pt>
                <ns0:pt idx="276">
                  <ns0:v>0.00041703079471331706</ns0:v>
                </ns0:pt>
                <ns0:pt idx="277">
                  <ns0:v>0.00042422938138419195</ns0:v>
                </ns0:pt>
                <ns0:pt idx="278">
                  <ns0:v>0.00043135060432004571</ns0:v>
                </ns0:pt>
                <ns0:pt idx="279">
                  <ns0:v>0.00043837133012752298</ns0:v>
                </ns0:pt>
                <ns0:pt idx="280">
                  <ns0:v>0.00044528060628836174</ns0:v>
                </ns0:pt>
                <ns0:pt idx="281">
                  <ns0:v>0.00045207576714615403</ns0:v>
                </ns0:pt>
                <ns0:pt idx="282">
                  <ns0:v>0.00045875939652861327</ns0:v>
                </ns0:pt>
                <ns0:pt idx="283">
                  <ns0:v>0.00046533724713931657</ns0:v>
                </ns0:pt>
                <ns0:pt idx="284">
                  <ns0:v>0.00047181623728028972</ns0:v>
                </ns0:pt>
                <ns0:pt idx="285">
                  <ns0:v>0.00047820413656001149</ns0:v>
                </ns0:pt>
                <ns0:pt idx="286">
                  <ns0:v>0.00048450763223216225</ns0:v>
                </ns0:pt>
                <ns0:pt idx="287">
                  <ns0:v>0.00049073203821596155</ns0:v>
                </ns0:pt>
                <ns0:pt idx="288">
                  <ns0:v>0.00049688202135157592</ns0:v>
                </ns0:pt>
                <ns0:pt idx="289">
                  <ns0:v>0.00050295921994956462</ns0:v>
                </ns0:pt>
                <ns0:pt idx="290">
                  <ns0:v>0.0005089643374055024</ns0:v>
                </ns0:pt>
                <ns0:pt idx="291">
                  <ns0:v>0.0005149019055344081</ns0:v>
                </ns0:pt>
                <ns0:pt idx="292">
                  <ns0:v>0.00052077601205121542</ns0:v>
                </ns0:pt>
                <ns0:pt idx="293">
                  <ns0:v>0.000526580906623479</ns0:v>
                </ns0:pt>
                <ns0:pt idx="294">
                  <ns0:v>0.00053230172451167721</ns0:v>
                </ns0:pt>
                <ns0:pt idx="295">
                  <ns0:v>0.00053791435949612635</ns0:v>
                </ns0:pt>
                <ns0:pt idx="296">
                  <ns0:v>0.00054339105791419975</ns0:v>
                </ns0:pt>
                <ns0:pt idx="297">
                  <ns0:v>0.00054870647575364865</ns0:v>
                </ns0:pt>
                <ns0:pt idx="298">
                  <ns0:v>0.00055383885694043589</ns0:v>
                </ns0:pt>
                <ns0:pt idx="299">
                  <ns0:v>0.00055877008207477796</ns0:v>
                </ns0:pt>
                <ns0:pt idx="300">
                  <ns0:v>0.00056348692143141324</ns0:v>
                </ns0:pt>
                <ns0:pt idx="301">
                  <ns0:v>0.00056798256317002794</ns0:v>
                </ns0:pt>
                <ns0:pt idx="302">
                  <ns0:v>0.00057225543193011876</ns0:v>
                </ns0:pt>
                <ns0:pt idx="303">
                  <ns0:v>0.00057630905718294783</ns0:v>
                </ns0:pt>
                <ns0:pt idx="304">
                  <ns0:v>0.00058015211137155685</ns0:v>
                </ns0:pt>
                <ns0:pt idx="305">
                  <ns0:v>0.00058379813179389791</ns0:v>
                </ns0:pt>
                <ns0:pt idx="306">
                  <ns0:v>0.00058726513629183135</ns0:v>
                </ns0:pt>
                <ns0:pt idx="307">
                  <ns0:v>0.00059057496967511328</ns0:v>
                </ns0:pt>
                <ns0:pt idx="308">
                  <ns0:v>0.00059375263435461898</ns0:v>
                </ns0:pt>
                <ns0:pt idx="309">
                  <ns0:v>0.0005968252931750444</ns0:v>
                </ns0:pt>
                <ns0:pt idx="310">
                  <ns0:v>0.00059982031757721695</ns0:v>
                </ns0:pt>
                <ns0:pt idx="311">
                  <ns0:v>0.00060276529258356827</ns0:v>
                </ns0:pt>
                <ns0:pt idx="312">
                  <ns0:v>0.00060568628683642346</ns0:v>
                </ns0:pt>
                <ns0:pt idx="313">
                  <ns0:v>0.00060860584089205718</ns0:v>
                </ns0:pt>
                <ns0:pt idx="314">
                  <ns0:v>0.00061154430978067496</ns0:v>
                </ns0:pt>
                <ns0:pt idx="315">
                  <ns0:v>0.00061451773330196936</ns0:v>
                </ns0:pt>
                <ns0:pt idx="316">
                  <ns0:v>0.00061753152696291942</ns0:v>
                </ns0:pt>
                <ns0:pt idx="317">
                  <ns0:v>0.00062058099592613011</ns0:v>
                </ns0:pt>
                <ns0:pt idx="318">
                  <ns0:v>0.00062365336475162241</ns0:v>
                </ns0:pt>
                <ns0:pt idx="319">
                  <ns0:v>0.00062672991874056011</ns0:v>
                </ns0:pt>
                <ns0:pt idx="320">
                  <ns0:v>0.0006297906141223313</ns0:v>
                </ns0:pt>
                <ns0:pt idx="321">
                  <ns0:v>0.00063281536911541033</ns0:v>
                </ns0:pt>
                <ns0:pt idx="322">
                  <ns0:v>0.00063578435923223328</ns0:v>
                </ns0:pt>
                <ns0:pt idx="323">
                  <ns0:v>0.00063867827004127726</ns0:v>
                </ns0:pt>
                <ns0:pt idx="324">
                  <ns0:v>0.00064147861105405513</ns0:v>
                </ns0:pt>
                <ns0:pt idx="325">
                  <ns0:v>0.00064416726062846029</ns0:v>
                </ns0:pt>
                <ns0:pt idx="326">
                  <ns0:v>0.00064672575327189908</ns0:v>
                </ns0:pt>
                <ns0:pt idx="327">
                  <ns0:v>0.00064913735157129686</ns0:v>
                </ns0:pt>
                <ns0:pt idx="328">
                  <ns0:v>0.00065138778398759621</ns0:v>
                </ns0:pt>
                <ns0:pt idx="329">
                  <ns0:v>0.00065346578730714514</ns0:v>
                </ns0:pt>
                <ns0:pt idx="330">
                  <ns0:v>0.00065536350914178641</ns0:v>
                </ns0:pt>
                <ns0:pt idx="331">
                  <ns0:v>0.00065707659759442331</ns0:v>
                </ns0:pt>
                <ns0:pt idx="332">
                  <ns0:v>0.00065860412260149224</ns0:v>
                </ns0:pt>
                <ns0:pt idx="333">
                  <ns0:v>0.00065994840416562419</ns0:v>
                </ns0:pt>
                <ns0:pt idx="334">
                  <ns0:v>0.00066111463671942737</ns0:v>
                </ns0:pt>
                <ns0:pt idx="335">
                  <ns0:v>0.00066211040037145522</ns0:v>
                </ns0:pt>
                <ns0:pt idx="336">
                  <ns0:v>0.00066294506480326287</ns0:v>
                </ns0:pt>
                <ns0:pt idx="337">
                  <ns0:v>0.00066362914267385493</ns0:v>
                </ns0:pt>
                <ns0:pt idx="338">
                  <ns0:v>0.00066417356745769997</ns0:v>
                </ns0:pt>
                <ns0:pt idx="339">
                  <ns0:v>0.0006645877730337155</ns0:v>
                </ns0:pt>
                <ns0:pt idx="340">
                  <ns0:v>0.000664879985455501</ns0:v>
                </ns0:pt>
                <ns0:pt idx="341">
                  <ns0:v>0.00066505734032601719</ns0:v>
                </ns0:pt>
                <ns0:pt idx="342">
                  <ns0:v>0.00066512579132985356</ns0:v>
                </ns0:pt>
                <ns0:pt idx="343">
                  <ns0:v>0.00066509010574099909</ns0:v>
                </ns0:pt>
                <ns0:pt idx="344">
                  <ns0:v>0.00066495389426158744</ns0:v>
                </ns0:pt>
                <ns0:pt idx="345">
                  <ns0:v>0.00066471964438771856</ns0:v>
                </ns0:pt>
                <ns0:pt idx="346">
                  <ns0:v>0.00066438887233162601</ns0:v>
                </ns0:pt>
                <ns0:pt idx="347">
                  <ns0:v>0.00066396225395724329</ns0:v>
                </ns0:pt>
                <ns0:pt idx="348">
                  <ns0:v>0.00066343981335128957</ns0:v>
                </ns0:pt>
                <ns0:pt idx="349">
                  <ns0:v>0.00066282117593443875</ns0:v>
                </ns0:pt>
                <ns0:pt idx="350">
                  <ns0:v>0.00066210575394778882</ns0:v>
                </ns0:pt>
                <ns0:pt idx="351">
                  <ns0:v>0.00066129312020379622</ns0:v>
                </ns0:pt>
                <ns0:pt idx="352">
                  <ns0:v>0.00066038260938463319</ns0:v>
                </ns0:pt>
                <ns0:pt idx="353">
                  <ns0:v>0.00065937425203565006</ns0:v>
                </ns0:pt>
                <ns0:pt idx="354">
                  <ns0:v>0.00065826850178721935</ns0:v>
                </ns0:pt>
                <ns0:pt idx="355">
                  <ns0:v>0.0006570662857288478</ns0:v>
                </ns0:pt>
                <ns0:pt idx="356">
                  <ns0:v>0.0006557691514686041</ns0:v>
                </ns0:pt>
                <ns0:pt idx="357">
                  <ns0:v>0.00065437928852884314</ns0:v>
                </ns0:pt>
                <ns0:pt idx="358">
                  <ns0:v>0.00065289942640816157</ns0:v>
                </ns0:pt>
                <ns0:pt idx="359">
                  <ns0:v>0.00065133277539213333</ns0:v>
                </ns0:pt>
                <ns0:pt idx="360">
                  <ns0:v>0.00064968302986493189</ns0:v>
                </ns0:pt>
                <ns0:pt idx="361">
                  <ns0:v>0.00064795426868380259</ns0:v>
                </ns0:pt>
                <ns0:pt idx="362">
                  <ns0:v>0.0006461507792635369</ns0:v>
                </ns0:pt>
                <ns0:pt idx="363">
                  <ns0:v>0.00064427701091815772</ns0:v>
                </ns0:pt>
                <ns0:pt idx="364">
                  <ns0:v>0.0006423374838743619</ns0:v>
                </ns0:pt>
                <ns0:pt idx="365">
                  <ns0:v>0.000640336641643633</ns0:v>
                </ns0:pt>
                <ns0:pt idx="366">
                  <ns0:v>0.00063827873179848156</ns0:v>
                </ns0:pt>
                <ns0:pt idx="367">
                  <ns0:v>0.00063616779715591103</ns0:v>
                </ns0:pt>
                <ns0:pt idx="368">
                  <ns0:v>0.00063400761128368374</ns0:v>
                </ns0:pt>
                <ns0:pt idx="369">
                  <ns0:v>0.00063180162048659839</ns0:v>
                </ns0:pt>
                <ns0:pt idx="370">
                  <ns0:v>0.00062955297342175533</ns0:v>
                </ns0:pt>
                <ns0:pt idx="371">
                  <ns0:v>0.00062726447455188443</ns0:v>
                </ns0:pt>
                <ns0:pt idx="372">
                  <ns0:v>0.00062493857756871531</ns0:v>
                </ns0:pt>
                <ns0:pt idx="373">
                  <ns0:v>0.00062257742532330969</ns0:v>
                </ns0:pt>
                <ns0:pt idx="374">
                  <ns0:v>0.00062018287619658614</ns0:v>
                </ns0:pt>
                <ns0:pt idx="375">
                  <ns0:v>0.0006177565206319745</ns0:v>
                </ns0:pt>
                <ns0:pt idx="376">
                  <ns0:v>0.00061529960155861307</ns0:v>
                </ns0:pt>
                <ns0:pt idx="377">
                  <ns0:v>0.00061281365249747199</ns0:v>
                </ns0:pt>
                <ns0:pt idx="378">
                  <ns0:v>0.00061029974097482069</ns0:v>
                </ns0:pt>
                <ns0:pt idx="379">
                  <ns0:v>0.00060775887989207784</ns0:v>
                </ns0:pt>
                <ns0:pt idx="380">
                  <ns0:v>0.0006051920822817186</ns0:v>
                </ns0:pt>
                <ns0:pt idx="381">
                  <ns0:v>0.00060260029518543535</ns0:v>
                </ns0:pt>
                <ns0:pt idx="382">
                  <ns0:v>0.00059998446769103533</ns0:v>
                </ns0:pt>
                <ns0:pt idx="383">
                  <ns0:v>0.00059734561177513629</ns0:v>
                </ns0:pt>
                <ns0:pt idx="384">
                  <ns0:v>0.00059468476697817796</ns0:v>
                </ns0:pt>
                <ns0:pt idx="385">
                  <ns0:v>0.0005920029671650721</ns0:v>
                </ns0:pt>
                <ns0:pt idx="386">
                  <ns0:v>0.00058930126929541699</ns0:v>
                </ns0:pt>
                <ns0:pt idx="387">
                  <ns0:v>0.00058658075465434667</ns0:v>
                </ns0:pt>
                <ns0:pt idx="388">
                  <ns0:v>0.00058384247498363174</ns0:v>
                </ns0:pt>
                <ns0:pt idx="389">
                  <ns0:v>0.00058108748490374497</ns0:v>
                </ns0:pt>
                <ns0:pt idx="390">
                  <ns0:v>0.0005783168477963424</ns0:v>
                </ns0:pt>
                <ns0:pt idx="391">
                  <ns0:v>0.00057553160676820567</ns0:v>
                </ns0:pt>
                <ns0:pt idx="392">
                  <ns0:v>0.000572732757209698</ns0:v>
                </ns0:pt>
                <ns0:pt idx="393">
                  <ns0:v>0.00056992128387673997</ns0:v>
                </ns0:pt>
                <ns0:pt idx="394">
                  <ns0:v>0.00056709808219428505</ns0:v>
                </ns0:pt>
                <ns0:pt idx="395">
                  <ns0:v>0.00056426395737519026</ns0:v>
                </ns0:pt>
                <ns0:pt idx="396">
                  <ns0:v>0.00056141967971472685</ns0:v>
                </ns0:pt>
                <ns0:pt idx="397">
                  <ns0:v>0.00055856599626247271</ns0:v>
                </ns0:pt>
                <ns0:pt idx="398">
                  <ns0:v>0.0005557036038262137</ns0:v>
                </ns0:pt>
                <ns0:pt idx="399">
                  <ns0:v>0.00055283312757430417</ns0:v>
                </ns0:pt>
                <ns0:pt idx="400">
                  <ns0:v>0.00054995517195380111</ns0:v>
                </ns0:pt>
                <ns0:pt idx="401">
                  <ns0:v>0.00054707034085233884</ns0:v>
                </ns0:pt>
                <ns0:pt idx="402">
                  <ns0:v>0.00054417919342652577</ns0:v>
                </ns0:pt>
                <ns0:pt idx="403">
                  <ns0:v>0.00054128224722761937</ns0:v>
                </ns0:pt>
                <ns0:pt idx="404">
                  <ns0:v>0.00053837999974514059</ns0:v>
                </ns0:pt>
                <ns0:pt idx="405">
                  <ns0:v>0.00053547293125666732</ns0:v>
                </ns0:pt>
                <ns0:pt idx="406">
                  <ns0:v>0.00053256152517768582</ns0:v>
                </ns0:pt>
                <ns0:pt idx="407">
                  <ns0:v>0.00052964628354531217</ns0:v>
                </ns0:pt>
                <ns0:pt idx="408">
                  <ns0:v>0.00052672767975501004</ns0:v>
                </ns0:pt>
                <ns0:pt idx="409">
                  <ns0:v>0.00052380619426730291</ns0:v>
                </ns0:pt>
                <ns0:pt idx="410">
                  <ns0:v>0.00052088232820710772</ns0:v>
                </ns0:pt>
                <ns0:pt idx="411">
                  <ns0:v>0.00051795658136543331</ns0:v>
                </ns0:pt>
                <ns0:pt idx="412">
                  <ns0:v>0.00051502949660970645</ns0:v>
                </ns0:pt>
                <ns0:pt idx="413">
                  <ns0:v>0.00051210161367155481</ns0:v>
                </ns0:pt>
                <ns0:pt idx="414">
                  <ns0:v>0.00050917344092952382</ns0:v>
                </ns0:pt>
                <ns0:pt idx="415">
                  <ns0:v>0.00050624545786640191</ns0:v>
                </ns0:pt>
                <ns0:pt idx="416">
                  <ns0:v>0.00050331814257562296</ns0:v>
                </ns0:pt>
                <ns0:pt idx="417">
                  <ns0:v>0.00050039259099087853</ns0:v>
                </ns0:pt>
                <ns0:pt idx="418">
                  <ns0:v>0.00049746902663763486</ns0:v>
                </ns0:pt>
                <ns0:pt idx="419">
                  <ns0:v>0.00049454826495535381</ns0:v>
                </ns0:pt>
                <ns0:pt idx="420">
                  <ns0:v>0.00049163111025747879</ns0:v>
                </ns0:pt>
                <ns0:pt idx="421">
                  <ns0:v>0.00048871826362421238</ns0:v>
                </ns0:pt>
                <ns0:pt idx="422">
                  <ns0:v>0.00048581035326171978</ns0:v>
                </ns0:pt>
                <ns0:pt idx="423">
                  <ns0:v>0.00048290798055369898</ns0:v>
                </ns0:pt>
                <ns0:pt idx="424">
                  <ns0:v>0.00048001172440195137</ns0:v>
                </ns0:pt>
                <ns0:pt idx="425">
                  <ns0:v>0.00047712210941493194</ns0:v>
                </ns0:pt>
                <ns0:pt idx="426">
                  <ns0:v>0.00047423960433347052</ns0:v>
                </ns0:pt>
                <ns0:pt idx="427">
                  <ns0:v>0.00047136466411492917</ns0:v>
                </ns0:pt>
                <ns0:pt idx="428">
                  <ns0:v>0.0004684977031138593</ns0:v>
                </ns0:pt>
                <ns0:pt idx="429">
                  <ns0:v>0.00046563911214892139</ns0:v>
                </ns0:pt>
                <ns0:pt idx="430">
                  <ns0:v>0.00046278928326579295</ns0:v>
                </ns0:pt>
                <ns0:pt idx="431">
                  <ns0:v>0.00045994857670620748</ns0:v>
                </ns0:pt>
                <ns0:pt idx="432">
                  <ns0:v>0.00045711730759400338</ns0:v>
                </ns0:pt>
                <ns0:pt idx="433">
                  <ns0:v>0.00045429480331947122</ns0:v>
                </ns0:pt>
                <ns0:pt idx="434">
                  <ns0:v>0.00045147998638949349</ns0:v>
                </ns0:pt>
                <ns0:pt idx="435">
                  <ns0:v>0.00044867155012037822</ns0:v>
                </ns0:pt>
                <ns0:pt idx="436">
                  <ns0:v>0.00044586829420800652</ns0:v>
                </ns0:pt>
                <ns0:pt idx="437">
                  <ns0:v>0.00044306913846650241</ns0:v>
                </ns0:pt>
                <ns0:pt idx="438">
                  <ns0:v>0.0004402731484320089</ns0:v>
                </ns0:pt>
                <ns0:pt idx="439">
                  <ns0:v>0.000437479498123687</ns0:v>
                </ns0:pt>
                <ns0:pt idx="440">
                  <ns0:v>0.00043468747450847131</ns0:v>
                </ns0:pt>
                <ns0:pt idx="441">
                  <ns0:v>0.00043189653527328677</ns0:v>
                </ns0:pt>
                <ns0:pt idx="442">
                  <ns0:v>0.00042910604211974786</ns0:v>
                </ns0:pt>
                <ns0:pt idx="443">
                  <ns0:v>0.0004263170845600494</ns0:v>
                </ns0:pt>
                <ns0:pt idx="444">
                  <ns0:v>0.00042357607528723722</ns0:v>
                </ns0:pt>
                <ns0:pt idx="445">
                  <ns0:v>0.00042091233990239389</ns0:v>
                </ns0:pt>
                <ns0:pt idx="446">
                  <ns0:v>0.00041833517578761118</ns0:v>
                </ns0:pt>
                <ns0:pt idx="447">
                  <ns0:v>0.00041584798980855495</ns0:v>
                </ns0:pt>
                <ns0:pt idx="448">
                  <ns0:v>0.00041345196819249645</ns0:v>
                </ns0:pt>
                <ns0:pt idx="449">
                  <ns0:v>0.00041114730362620469</ns0:v>
                </ns0:pt>
                <ns0:pt idx="450">
                  <ns0:v>0.00040893366184197532</ns0:v>
                </ns0:pt>
                <ns0:pt idx="451">
                  <ns0:v>0.00040681041058862388</ns0:v>
                </ns0:pt>
                <ns0:pt idx="452">
                  <ns0:v>0.00040477671673395217</ns0:v>
                </ns0:pt>
                <ns0:pt idx="453">
                  <ns0:v>0.00040283153837006189</ns0:v>
                </ns0:pt>
                <ns0:pt idx="454">
                  <ns0:v>0.00040097366161267323</ns0:v>
                </ns0:pt>
                <ns0:pt idx="455">
                  <ns0:v>0.00039920172962792726</ns0:v>
                </ns0:pt>
                <ns0:pt idx="456">
                  <ns0:v>0.00039751432613015279</ns0:v>
                </ns0:pt>
                <ns0:pt idx="457">
                  <ns0:v>0.00039590994883480175</ns0:v>
                </ns0:pt>
                <ns0:pt idx="458">
                  <ns0:v>0.0003943880690723684</ns0:v>
                </ns0:pt>
                <ns0:pt idx="459">
                  <ns0:v>0.00039294859135506741</ns0:v>
                </ns0:pt>
                <ns0:pt idx="460">
                  <ns0:v>0.00039159167978899088</ns0:v>
                </ns0:pt>
                <ns0:pt idx="461">
                  <ns0:v>0.00039031751101231639</ns0:v>
                </ns0:pt>
                <ns0:pt idx="462">
                  <ns0:v>0.00038912657748413712</ns0:v>
                </ns0:pt>
                <ns0:pt idx="463">
                  <ns0:v>0.00038802571535858954</ns0:v>
                </ns0:pt>
                <ns0:pt idx="464">
                  <ns0:v>0.00038701809898265024</ns0:v>
                </ns0:pt>
                <ns0:pt idx="465">
                  <ns0:v>0.00038610456117967143</ns0:v>
                </ns0:pt>
                <ns0:pt idx="466">
                  <ns0:v>0.00038528549702533367</ns0:v>
                </ns0:pt>
                <ns0:pt idx="467">
                  <ns0:v>0.00038456088159618499</ns0:v>
                </ns0:pt>
                <ns0:pt idx="468">
                  <ns0:v>0.00038392987449158936</ns0:v>
                </ns0:pt>
                <ns0:pt idx="469">
                  <ns0:v>0.00038334581373955512</ns0:v>
                </ns0:pt>
                <ns0:pt idx="470">
                  <ns0:v>0.00038277919959754837</ns0:v>
                </ns0:pt>
                <ns0:pt idx="471">
                  <ns0:v>0.00038222063376717227</ns0:v>
                </ns0:pt>
                <ns0:pt idx="472">
                  <ns0:v>0.00038166659908842987</ns0:v>
                </ns0:pt>
                <ns0:pt idx="473">
                  <ns0:v>0.00038111577266632639</ns0:v>
                </ns0:pt>
                <ns0:pt idx="474">
                  <ns0:v>0.00038056776138203197</ns0:v>
                </ns0:pt>
                <ns0:pt idx="475">
                  <ns0:v>0.00038002262427330605</ns0:v>
                </ns0:pt>
                <ns0:pt idx="476">
                  <ns0:v>0.00037948061684689796</ns0:v>
                </ns0:pt>
                <ns0:pt idx="477">
                  <ns0:v>0.00037894207857812513</ns0:v>
                </ns0:pt>
                <ns0:pt idx="478">
                  <ns0:v>0.00037840745958733296</ns0:v>
                </ns0:pt>
                <ns0:pt idx="479">
                  <ns0:v>0.00037787728171311176</ns0:v>
                </ns0:pt>
                <ns0:pt idx="480">
                  <ns0:v>0.00037735212245649922</ns0:v>
                </ns0:pt>
                <ns0:pt idx="481">
                  <ns0:v>0.0003768325688098644</ns0:v>
                </ns0:pt>
                <ns0:pt idx="482">
                  <ns0:v>0.00037631924984726333</ns0:v>
                </ns0:pt>
                <ns0:pt idx="483">
                  <ns0:v>0.0003758127852776238</ns0:v>
                </ns0:pt>
                <ns0:pt idx="484">
                  <ns0:v>0.00037531376850492355</ns0:v>
                </ns0:pt>
                <ns0:pt idx="485">
                  <ns0:v>0.0003748227733704841</ns0:v>
                </ns0:pt>
                <ns0:pt idx="486">
                  <ns0:v>0.00037434025966707492</ns0:v>
                </ns0:pt>
                <ns0:pt idx="487">
                  <ns0:v>0.00037386628423051005</ns0:v>
                </ns0:pt>
                <ns0:pt idx="488">
                  <ns0:v>0.00037339455784914869</ns0:v>
                </ns0:pt>
                <ns0:pt idx="489">
                  <ns0:v>0.00037292236753457561</ns0:v>
                </ns0:pt>
                <ns0:pt idx="490">
                  <ns0:v>0.00037244955224569054</ns0:v>
                </ns0:pt>
                <ns0:pt idx="491">
                  <ns0:v>0.00037197617100178504</ns0:v>
                </ns0:pt>
                <ns0:pt idx="492">
                  <ns0:v>0.00037150222166895577</ns0:v>
                </ns0:pt>
                <ns0:pt idx="493">
                  <ns0:v>0.00037102760641326505</ns0:v>
                </ns0:pt>
                <ns0:pt idx="494">
                  <ns0:v>0.00037055211731792259</ns0:v>
                </ns0:pt>
                <ns0:pt idx="495">
                  <ns0:v>0.00037007550385217915</ns0:v>
                </ns0:pt>
                <ns0:pt idx="496">
                  <ns0:v>0.00036959755768661384</ns0:v>
                </ns0:pt>
                <ns0:pt idx="497">
                  <ns0:v>0.00036911798475719096</ns0:v>
                </ns0:pt>
                <ns0:pt idx="498">
                  <ns0:v>0.00036863653530168382</ns0:v>
                </ns0:pt>
                <ns0:pt idx="499">
                  <ns0:v>0.00036815299999819293</ns0:v>
                </ns0:pt>
                <ns0:pt idx="500">
                  <ns0:v>0.00036766724793690849</ns0:v>
                </ns0:pt>
                <ns0:pt idx="501">
                  <ns0:v>0.00036717923447631665</ns0:v>
                </ns0:pt>
                <ns0:pt idx="502">
                  <ns0:v>0.00036668897609783315</ns0:v>
                </ns0:pt>
                <ns0:pt idx="503">
                  <ns0:v>0.00036619669078993941</ns0:v>
                </ns0:pt>
                <ns0:pt idx="504">
                  <ns0:v>0.00036570264857628987</ns0:v>
                </ns0:pt>
                <ns0:pt idx="505">
                  <ns0:v>0.00036520722681937778</ns0:v>
                </ns0:pt>
                <ns0:pt idx="506">
                  <ns0:v>0.00036471088980280319</ns0:v>
                </ns0:pt>
                <ns0:pt idx="507">
                  <ns0:v>0.00036421416084566889</ns0:v>
                </ns0:pt>
                <ns0:pt idx="508">
                  <ns0:v>0.00036371757701457734</ns0:v>
                </ns0:pt>
                <ns0:pt idx="509">
                  <ns0:v>0.00036322166815703794</ns0:v>
                </ns0:pt>
                <ns0:pt idx="510">
                  <ns0:v>0.00036272693547899137</ns0:v>
                </ns0:pt>
                <ns0:pt idx="511">
                  <ns0:v>0.00036223387042542786</ns0:v>
                </ns0:pt>
                <ns0:pt idx="512">
                  <ns0:v>0.0003617428931897791</ns0:v>
                </ns0:pt>
                <ns0:pt idx="513">
                  <ns0:v>0.00036125429239846013</ns0:v>
                </ns0:pt>
                <ns0:pt idx="514">
                  <ns0:v>0.00036076826931850887</ns0:v>
                </ns0:pt>
                <ns0:pt idx="515">
                  <ns0:v>0.0003602843193993306</ns0:v>
                </ns0:pt>
                <ns0:pt idx="516">
                  <ns0:v>0.00035980300735333334</ns0:v>
                </ns0:pt>
                <ns0:pt idx="517">
                  <ns0:v>0.00035932409116651613</ns0:v>
                </ns0:pt>
                <ns0:pt idx="518">
                  <ns0:v>0.00035884707992628881</ns0:v>
                </ns0:pt>
                <ns0:pt idx="519">
                  <ns0:v>0.00035837064413852106</ns0:v>
                </ns0:pt>
                <ns0:pt idx="520">
                  <ns0:v>0.00035789497291570686</ns0:v>
                </ns0:pt>
                <ns0:pt idx="521">
                  <ns0:v>0.00035742304417389544</ns0:v>
                </ns0:pt>
                <ns0:pt idx="522">
                  <ns0:v>0.00035695406411198095</ns0:v>
                </ns0:pt>
                <ns0:pt idx="523">
                  <ns0:v>0.00035648629452768912</ns0:v>
                </ns0:pt>
                <ns0:pt idx="524">
                  <ns0:v>0.00035601897498350972</ns0:v>
                </ns0:pt>
                <ns0:pt idx="525">
                  <ns0:v>0.00035555452689509944</ns0:v>
                </ns0:pt>
                <ns0:pt idx="526">
                  <ns0:v>0.00035509112899095272</ns0:v>
                </ns0:pt>
                <ns0:pt idx="527">
                  <ns0:v>0.00035463038163672243</ns0:v>
                </ns0:pt>
                <ns0:pt idx="528">
                  <ns0:v>0.00035417171538959752</ns0:v>
                </ns0:pt>
                <ns0:pt idx="529">
                  <ns0:v>0.00035371470989028564</ns0:v>
                </ns0:pt>
                <ns0:pt idx="530">
                  <ns0:v>0.00035325914707001234</ns0:v>
                </ns0:pt>
                <ns0:pt idx="531">
                  <ns0:v>0.00035280490711559853</ns0:v>
                </ns0:pt>
                <ns0:pt idx="532">
                  <ns0:v>0.00035235192236603705</ns0:v>
                </ns0:pt>
                <ns0:pt idx="533">
                  <ns0:v>0.00035190014678437414</ns0:v>
                </ns0:pt>
                <ns0:pt idx="534">
                  <ns0:v>0.0003514495178155335</ns0:v>
                </ns0:pt>
                <ns0:pt idx="535">
                  <ns0:v>0.00035099996939377966</ns0:v>
                </ns0:pt>
                <ns0:pt idx="536">
                  <ns0:v>0.00035055143447139809</ns0:v>
                </ns0:pt>
                <ns0:pt idx="537">
                  <ns0:v>0.00035010386638048563</ns0:v>
                </ns0:pt>
                <ns0:pt idx="538">
                  <ns0:v>0.00034965722159374896</ns0:v>
                </ns0:pt>
                <ns0:pt idx="539">
                  <ns0:v>0.00034921150518407593</ns0:v>
                </ns0:pt>
                <ns0:pt idx="540">
                  <ns0:v>0.00034876709563924608</ns0:v>
                </ns0:pt>
                <ns0:pt idx="541">
                  <ns0:v>0.00034832335704735131</ns0:v>
                </ns0:pt>
                <ns0:pt idx="542">
                  <ns0:v>0.00034788042915038147</ns0:v>
                </ns0:pt>
                <ns0:pt idx="543">
                  <ns0:v>0.00034743869212329438</ns0:v>
                </ns0:pt>
                <ns0:pt idx="544">
                  <ns0:v>0.00034699937172000169</ns0:v>
                </ns0:pt>
                <ns0:pt idx="545">
                  <ns0:v>0.00034656215197863553</ns0:v>
                </ns0:pt>
                <ns0:pt idx="546">
                  <ns0:v>0.00034612387953299748</ns0:v>
                </ns0:pt>
                <ns0:pt idx="547">
                  <ns0:v>0.0003456852862658586</ns0:v>
                </ns0:pt>
                <ns0:pt idx="548">
                  <ns0:v>0.00034524801608730454</ns0:v>
                </ns0:pt>
                <ns0:pt idx="549">
                  <ns0:v>0.00034481275897769466</ns0:v>
                </ns0:pt>
                <ns0:pt idx="550">
                  <ns0:v>0.00034437701577125554</ns0:v>
                </ns0:pt>
                <ns0:pt idx="551">
                  <ns0:v>0.00034394253651173122</ns0:v>
                </ns0:pt>
                <ns0:pt idx="552">
                  <ns0:v>0.00034350772020038767</ns0:v>
                </ns0:pt>
                <ns0:pt idx="553">
                  <ns0:v>0.00034307305352508443</ns0:v>
                </ns0:pt>
                <ns0:pt idx="554">
                  <ns0:v>0.00034263891239331366</ns0:v>
                </ns0:pt>
                <ns0:pt idx="555">
                  <ns0:v>0.00034220547712554507</ns0:v>
                </ns0:pt>
                <ns0:pt idx="556">
                  <ns0:v>0.00034177280997106359</ns0:v>
                </ns0:pt>
                <ns0:pt idx="557">
                  <ns0:v>0.00034134092278604732</ns0:v>
                </ns0:pt>
                <ns0:pt idx="558">
                  <ns0:v>0.00034090981462170925</ns0:v>
                </ns0:pt>
                <ns0:pt idx="559">
                  <ns0:v>0.000340479516568922</ns0:v>
                </ns0:pt>
                <ns0:pt idx="560">
                  <ns0:v>0.00034005007532785165</ns0:v>
                </ns0:pt>
                <ns0:pt idx="561">
                  <ns0:v>0.00033962152628726102</ns0:v>
                </ns0:pt>
                <ns0:pt idx="562">
                  <ns0:v>0.00033919390178643503</ns0:v>
                </ns0:pt>
                <ns0:pt idx="563">
                  <ns0:v>0.00033876722287638045</ns0:v>
                </ns0:pt>
                <ns0:pt idx="564">
                  <ns0:v>0.00033834151480968265</ns0:v>
                </ns0:pt>
                <ns0:pt idx="565">
                  <ns0:v>0.00033791681739732681</ns0:v>
                </ns0:pt>
                <ns0:pt idx="566">
                  <ns0:v>0.00033749318010838748</ns0:v>
                </ns0:pt>
                <ns0:pt idx="567">
                  <ns0:v>0.00033707063904276404</ns0:v>
                </ns0:pt>
                <ns0:pt idx="568">
                  <ns0:v>0.00033664920647021886</ns0:v>
                </ns0:pt>
                <ns0:pt idx="569">
                  <ns0:v>0.00033622892819402511</ns0:v>
                </ns0:pt>
                <ns0:pt idx="570">
                  <ns0:v>0.00033580985099877948</ns0:v>
                </ns0:pt>
                <ns0:pt idx="571">
                  <ns0:v>0.00033539201361107722</ns0:v>
                </ns0:pt>
                <ns0:pt idx="572">
                  <ns0:v>0.00033497544393098198</ns0:v>
                </ns0:pt>
                <ns0:pt idx="573">
                  <ns0:v>0.00033456017777092908</ns0:v>
                </ns0:pt>
                <ns0:pt idx="574">
                  <ns0:v>0.00033414625830996642</ns0:v>
                </ns0:pt>
                <ns0:pt idx="575">
                  <ns0:v>0.00033373372180362263</ns0:v>
                </ns0:pt>
                <ns0:pt idx="576">
                  <ns0:v>0.00033332262565431893</ns0:v>
                </ns0:pt>
                <ns0:pt idx="577">
                  <ns0:v>0.00033291299270126769</ns0:v>
                </ns0:pt>
                <ns0:pt idx="578">
                  <ns0:v>0.00033250485335068023</ns0:v>
                </ns0:pt>
                <ns0:pt idx="579">
                  <ns0:v>0.00033209825365844008</ns0:v>
                </ns0:pt>
                <ns0:pt idx="580">
                  <ns0:v>0.0003316932126965478</ns0:v>
                </ns0:pt>
                <ns0:pt idx="581">
                  <ns0:v>0.00033128976509901904</ns0:v>
                </ns0:pt>
                <ns0:pt idx="582">
                  <ns0:v>0.00033088794535240246</ns0:v>
                </ns0:pt>
                <ns0:pt idx="583">
                  <ns0:v>0.00033048777966053884</ns0:v>
                </ns0:pt>
                <ns0:pt idx="584">
                  <ns0:v>0.00033008927989782328</ns0:v>
                </ns0:pt>
                <ns0:pt idx="585">
                  <ns0:v>0.00032969246149190635</ns0:v>
                </ns0:pt>
                <ns0:pt idx="586">
                  <ns0:v>0.00032929734660716039</ns0:v>
                </ns0:pt>
                <ns0:pt idx="587">
                  <ns0:v>0.00032890395543873899</ns0:v>
                </ns0:pt>
                <ns0:pt idx="588">
                  <ns0:v>0.00032870428054868913</ns0:v>
                </ns0:pt>
                <ns0:pt idx="589">
                  <ns0:v>0.00032850516843173621</ns0:v>
                </ns0:pt>
                <ns0:pt idx="590">
                  <ns0:v>0.00032830662723513205</ns0:v>
                </ns0:pt>
                <ns0:pt idx="591">
                  <ns0:v>0.00032810864796675298</ns0:v>
                </ns0:pt>
                <ns0:pt idx="592">
                  <ns0:v>0.00032791122442977778</ns0:v>
                </ns0:pt>
                <ns0:pt idx="593">
                  <ns0:v>0.00032771438795505534</ns0:v>
                </ns0:pt>
                <ns0:pt idx="594">
                  <ns0:v>0.00032751815026849091</ns0:v>
                </ns0:pt>
                <ns0:pt idx="595">
                  <ns0:v>0.0003273225163553863</ns0:v>
                </ns0:pt>
                <ns0:pt idx="596">
                  <ns0:v>0.00032712747869713963</ns0:v>
                </ns0:pt>
                <ns0:pt idx="597">
                  <ns0:v>0.00032693304963755417</ns0:v>
                </ns0:pt>
                <ns0:pt idx="598">
                  <ns0:v>0.00032673923653050578</ns0:v>
                </ns0:pt>
                <ns0:pt idx="599">
                  <ns0:v>0.0003265460192956993</ns0:v>
                </ns0:pt>
                <ns0:pt idx="600">
                  <ns0:v>0.00035031447511068209</ns0:v>
                </ns0:pt>
                <ns0:pt idx="601">
                  <ns0:v>0.00036352764794822913</ns0:v>
                </ns0:pt>
                <ns0:pt idx="602">
                  <ns0:v>0.00038046821883645727</ns0:v>
                </ns0:pt>
                <ns0:pt idx="603">
                  <ns0:v>0.00040114241643104395</ns0:v>
                </ns0:pt>
                <ns0:pt idx="604">
                  <ns0:v>0.0004254240725553094</ns0:v>
                </ns0:pt>
                <ns0:pt idx="605">
                  <ns0:v>0.00045309169732653969</ns0:v>
                </ns0:pt>
                <ns0:pt idx="606">
                  <ns0:v>0.00048386109451017191</ns0:v>
                </ns0:pt>
                <ns0:pt idx="607">
                  <ns0:v>0.0005174122337467949</ns0:v>
                </ns0:pt>
                <ns0:pt idx="608">
                  <ns0:v>0.00055340886601838236</ns0:v>
                </ns0:pt>
                <ns0:pt idx="609">
                  <ns0:v>0.00059151399137852593</ns0:v>
                </ns0:pt>
                <ns0:pt idx="610">
                  <ns0:v>0.00063140762032971929</ns0:v>
                </ns0:pt>
                <ns0:pt idx="611">
                  <ns0:v>0.00067278571524306916</ns0:v>
                </ns0:pt>
                <ns0:pt idx="612">
                  <ns0:v>0.00071535684588651155</ns0:v>
                </ns0:pt>
                <ns0:pt idx="613">
                  <ns0:v>0.00077624296352754401</ns0:v>
                </ns0:pt>
                <ns0:pt idx="614">
                  <ns0:v>0.00084133948882876813</ns0:v>
                </ns0:pt>
                <ns0:pt idx="615">
                  <ns0:v>0.00091046482713060732</ns0:v>
                </ns0:pt>
                <ns0:pt idx="616">
                  <ns0:v>0.0009834210500118002</ns0:v>
                </ns0:pt>
                <ns0:pt idx="617">
                  <ns0:v>0.0010600052337843976</ns0:v>
                </ns0:pt>
                <ns0:pt idx="618">
                  <ns0:v>0.0011399717006050725</ns0:v>
                </ns0:pt>
                <ns0:pt idx="619">
                  <ns0:v>0.0012230234379929717</ns0:v>
                </ns0:pt>
                <ns0:pt idx="620">
                  <ns0:v>0.0013084545015987752</ns0:v>
                </ns0:pt>
                <ns0:pt idx="621">
                  <ns0:v>0.0013948050069290804</ns0:v>
                </ns0:pt>
                <ns0:pt idx="622">
                  <ns0:v>0.0014811604722057758</ns0:v>
                </ns0:pt>
                <ns0:pt idx="623">
                  <ns0:v>0.0015667517012313186</ns0:v>
                </ns0:pt>
                <ns0:pt idx="624">
                  <ns0:v>0.001650878800754186</ns0:v>
                </ns0:pt>
                <ns0:pt idx="625">
                  <ns0:v>0.0017329943377240855</ns0:v>
                </ns0:pt>
                <ns0:pt idx="626">
                  <ns0:v>0.001812571550439923</ns0:v>
                </ns0:pt>
                <ns0:pt idx="627">
                  <ns0:v>0.0018892951780708452</ns0:v>
                </ns0:pt>
                <ns0:pt idx="628">
                  <ns0:v>0.0019628782897470921</ns0:v>
                </ns0:pt>
                <ns0:pt idx="629">
                  <ns0:v>0.0020330637844975792</ns0:v>
                </ns0:pt>
                <ns0:pt idx="630">
                  <ns0:v>0.0020996590069971067</ns0:v>
                </ns0:pt>
                <ns0:pt idx="631">
                  <ns0:v>0.0021625609248374189</ns0:v>
                </ns0:pt>
                <ns0:pt idx="632">
                  <ns0:v>0.0022217713850342584</ns0:v>
                </ns0:pt>
                <ns0:pt idx="633">
                  <ns0:v>0.0022774008331435678</ns0:v>
                </ns0:pt>
                <ns0:pt idx="634">
                  <ns0:v>0.0023296624433380136</ns0:v>
                </ns0:pt>
                <ns0:pt idx="635">
                  <ns0:v>0.0023788559951724371</ns0:v>
                </ns0:pt>
                <ns0:pt idx="636">
                  <ns0:v>0.0024253586196958622</ns0:v>
                </ns0:pt>
                <ns0:pt idx="637">
                  <ns0:v>0.0024696134061424086</ns0:v>
                </ns0:pt>
                <ns0:pt idx="638">
                  <ns0:v>0.0025121156163193476</ns0:v>
                </ns0:pt>
                <ns0:pt idx="639">
                  <ns0:v>0.0025533770296561793</ns0:v>
                </ns0:pt>
                <ns0:pt idx="640">
                  <ns0:v>0.0025938863523752046</ns0:v>
                </ns0:pt>
                <ns0:pt idx="641">
                  <ns0:v>0.0026340890777645219</ns0:v>
                </ns0:pt>
                <ns0:pt idx="642">
                  <ns0:v>0.0026743823140719745</ns0:v>
                </ns0:pt>
                <ns0:pt idx="643">
                  <ns0:v>0.0027151101214920124</ns0:v>
                </ns0:pt>
                <ns0:pt idx="644">
                  <ns0:v>0.0027565631304916037</ns0:v>
                </ns0:pt>
                <ns0:pt idx="645">
                  <ns0:v>0.0027993661513260461</ns0:v>
                </ns0:pt>
                <ns0:pt idx="646">
                  <ns0:v>0.0028448217171402378</ns0:v>
                </ns0:pt>
                <ns0:pt idx="647">
                  <ns0:v>0.0028935132796284553</ns0:v>
                </ns0:pt>
                <ns0:pt idx="648">
                  <ns0:v>0.0029454467683663098</ns0:v>
                </ns0:pt>
                <ns0:pt idx="649">
                  <ns0:v>0.0030003451303598416</ns0:v>
                </ns0:pt>
                <ns0:pt idx="650">
                  <ns0:v>0.0030578367882719022</ns0:v>
                </ns0:pt>
                <ns0:pt idx="651">
                  <ns0:v>0.0031174557347340617</ns0:v>
                </ns0:pt>
                <ns0:pt idx="652">
                  <ns0:v>0.0031770824636760662</ns0:v>
                </ns0:pt>
                <ns0:pt idx="653">
                  <ns0:v>0.0032355249860493442</ns0:v>
                </ns0:pt>
                <ns0:pt idx="654">
                  <ns0:v>0.0032925039185397985</ns0:v>
                </ns0:pt>
                <ns0:pt idx="655">
                  <ns0:v>0.0033479005039596882</ns0:v>
                </ns0:pt>
                <ns0:pt idx="656">
                  <ns0:v>0.0034015810268863424</ns0:v>
                </ns0:pt>
                <ns0:pt idx="657">
                  <ns0:v>0.0034533671036893741</ns0:v>
                </ns0:pt>
                <ns0:pt idx="658">
                  <ns0:v>0.0035030565258608792</ns0:v>
                </ns0:pt>
                <ns0:pt idx="659">
                  <ns0:v>0.0035503845915615243</ns0:v>
                </ns0:pt>
                <ns0:pt idx="660">
                  <ns0:v>0.0035950361743498755</ns0:v>
                </ns0:pt>
                <ns0:pt idx="661">
                  <ns0:v>0.0036366629658106829</ns0:v>
                </ns0:pt>
                <ns0:pt idx="662">
                  <ns0:v>0.0036748999568927492</ns0:v>
                </ns0:pt>
                <ns0:pt idx="663">
                  <ns0:v>0.0037093493488240788</ns0:v>
                </ns0:pt>
                <ns0:pt idx="664">
                  <ns0:v>0.0037395727946146627</ns0:v>
                </ns0:pt>
                <ns0:pt idx="665">
                  <ns0:v>0.003765253828374645</ns0:v>
                </ns0:pt>
                <ns0:pt idx="666">
                  <ns0:v>0.0037859938022942892</ns0:v>
                </ns0:pt>
                <ns0:pt idx="667">
                  <ns0:v>0.0038016438310714312</ns0:v>
                </ns0:pt>
                <ns0:pt idx="668">
                  <ns0:v>0.0038122974517223653</ns0:v>
                </ns0:pt>
                <ns0:pt idx="669">
                  <ns0:v>0.0038182036415557175</ns0:v>
                </ns0:pt>
                <ns0:pt idx="670">
                  <ns0:v>0.0038197056253848212</ns0:v>
                </ns0:pt>
                <ns0:pt idx="671">
                  <ns0:v>0.0038171545649837296</ns0:v>
                </ns0:pt>
                <ns0:pt idx="672">
                  <ns0:v>0.0038105647809450328</ns0:v>
                </ns0:pt>
                <ns0:pt idx="673">
                  <ns0:v>0.0038001365642920896</ns0:v>
                </ns0:pt>
                <ns0:pt idx="674">
                  <ns0:v>0.0037861188902800591</ns0:v>
                </ns0:pt>
                <ns0:pt idx="675">
                  <ns0:v>0.0037688586017093273</ns0:v>
                </ns0:pt>
                <ns0:pt idx="676">
                  <ns0:v>0.0037487475132279443</ns0:v>
                </ns0:pt>
                <ns0:pt idx="677">
                  <ns0:v>0.0037276863122363414</ns0:v>
                </ns0:pt>
                <ns0:pt idx="678">
                  <ns0:v>0.0037066978073716271</ns0:v>
                </ns0:pt>
                <ns0:pt idx="679">
                  <ns0:v>0.003685936017656718</ns0:v>
                </ns0:pt>
                <ns0:pt idx="680">
                  <ns0:v>0.0036654061806422437</ns0:v>
                </ns0:pt>
                <ns0:pt idx="681">
                  <ns0:v>0.00364511889058535</ns0:v>
                </ns0:pt>
                <ns0:pt idx="682">
                  <ns0:v>0.003625097805941667</ns0:v>
                </ns0:pt>
                <ns0:pt idx="683">
                  <ns0:v>0.0036053506222026672</ns0:v>
                </ns0:pt>
                <ns0:pt idx="684">
                  <ns0:v>0.0035859074031061324</ns0:v>
                </ns0:pt>
                <ns0:pt idx="685">
                  <ns0:v>0.0035668037695111969</ns0:v>
                </ns0:pt>
                <ns0:pt idx="686">
                  <ns0:v>0.0035480723326539419</ns0:v>
                </ns0:pt>
                <ns0:pt idx="687">
                  <ns0:v>0.0035297396337583909</ns0:v>
                </ns0:pt>
                <ns0:pt idx="688">
                  <ns0:v>0.0035118515053190235</ns0:v>
                </ns0:pt>
                <ns0:pt idx="689">
                  <ns0:v>0.0034945059136170585</ns0:v>
                </ns0:pt>
                <ns0:pt idx="690">
                  <ns0:v>0.00347772281100604</ns0:v>
                </ns0:pt>
                <ns0:pt idx="691">
                  <ns0:v>0.003461664579482319</ns0:v>
                </ns0:pt>
                <ns0:pt idx="692">
                  <ns0:v>0.0034463059317761308</ns0:v>
                </ns0:pt>
                <ns0:pt idx="693">
                  <ns0:v>0.0034314420422801349</ns0:v>
                </ns0:pt>
                <ns0:pt idx="694">
                  <ns0:v>0.0034167787807064792</ns0:v>
                </ns0:pt>
                <ns0:pt idx="695">
                  <ns0:v>0.003402000068474631</ns0:v>
                </ns0:pt>
                <ns0:pt idx="696">
                  <ns0:v>0.0033868621698963197</ns0:v>
                </ns0:pt>
                <ns0:pt idx="697">
                  <ns0:v>0.0033715741039686727</ns0:v>
                </ns0:pt>
                <ns0:pt idx="698">
                  <ns0:v>0.0033562534841639459</ns0:v>
                </ns0:pt>
                <ns0:pt idx="699">
                  <ns0:v>0.0033410059222544496</ns0:v>
                </ns0:pt>
                <ns0:pt idx="700">
                  <ns0:v>0.0033258283388835062</ns0:v>
                </ns0:pt>
                <ns0:pt idx="701">
                  <ns0:v>0.0033106949153392999</ns0:v>
                </ns0:pt>
                <ns0:pt idx="702">
                  <ns0:v>0.0032955859439818768</ns0:v>
                </ns0:pt>
                <ns0:pt idx="703">
                  <ns0:v>0.0032804927517767002</ns0:v>
                </ns0:pt>
                <ns0:pt idx="704">
                  <ns0:v>0.0032654172354068907</ns0:v>
                </ns0:pt>
                <ns0:pt idx="705">
                  <ns0:v>0.0032503704441772295</ns0:v>
                </ns0:pt>
                <ns0:pt idx="706">
                  <ns0:v>0.0032353646364453657</ns0:v>
                </ns0:pt>
                <ns0:pt idx="707">
                  <ns0:v>0.0032204127736659345</ns0:v>
                </ns0:pt>
                <ns0:pt idx="708">
                  <ns0:v>0.0032055251813709741</ns0:v>
                </ns0:pt>
                <ns0:pt idx="709">
                  <ns0:v>0.0031907068173012759</ns0:v>
                </ns0:pt>
                <ns0:pt idx="710">
                  <ns0:v>0.0031759630763603746</ns0:v>
                </ns0:pt>
                <ns0:pt idx="711">
                  <ns0:v>0.0031612986958885658</ns0:v>
                </ns0:pt>
                <ns0:pt idx="712">
                  <ns0:v>0.0031467164620099125</ns0:v>
                </ns0:pt>
                <ns0:pt idx="713">
                  <ns0:v>0.0031322165590656971</ns0:v>
                </ns0:pt>
                <ns0:pt idx="714">
                  <ns0:v>0.003117796063317566</ns0:v>
                </ns0:pt>
                <ns0:pt idx="715">
                  <ns0:v>0.0031034487415886399</ns0:v>
                </ns0:pt>
                <ns0:pt idx="716">
                  <ns0:v>0.0030891653389652973</ns0:v>
                </ns0:pt>
                <ns0:pt idx="717">
                  <ns0:v>0.0030749340359725896</ns0:v>
                </ns0:pt>
                <ns0:pt idx="718">
                  <ns0:v>0.0030607412064732374</ns0:v>
                </ns0:pt>
                <ns0:pt idx="719">
                  <ns0:v>0.0030465722923005787</ns0:v>
                </ns0:pt>
                <ns0:pt idx="720">
                  <ns0:v>0.0030324124382186488</ns0:v>
                </ns0:pt>
                <ns0:pt idx="721">
                  <ns0:v>0.0030182475571419115</ns0:v>
                </ns0:pt>
                <ns0:pt idx="722">
                  <ns0:v>0.0030040654451984066</ns0:v>
                </ns0:pt>
                <ns0:pt idx="723">
                  <ns0:v>0.0029898564328646161</ns0:v>
                </ns0:pt>
                <ns0:pt idx="724">
                  <ns0:v>0.0029756138069755344</ns0:v>
                </ns0:pt>
                <ns0:pt idx="725">
                  <ns0:v>0.0029613343542580451</ns0:v>
                </ns0:pt>
                <ns0:pt idx="726">
                  <ns0:v>0.002947018448522268</ns0:v>
                </ns0:pt>
                <ns0:pt idx="727">
                  <ns0:v>0.0029326700255652453</ns0:v>
                </ns0:pt>
                <ns0:pt idx="728">
                  <ns0:v>0.0029182963251611783</ns0:v>
                </ns0:pt>
                <ns0:pt idx="729">
                  <ns0:v>0.0029039073056066926</ns0:v>
                </ns0:pt>
                <ns0:pt idx="730">
                  <ns0:v>0.0028895150258173574</ns0:v>
                </ns0:pt>
                <ns0:pt idx="731">
                  <ns0:v>0.0028751329606375997</ns0:v>
                </ns0:pt>
                <ns0:pt idx="732">
                  <ns0:v>0.0028607751291833696</ns0:v>
                </ns0:pt>
                <ns0:pt idx="733">
                  <ns0:v>0.0028464553497130007</ns0:v>
                </ns0:pt>
                <ns0:pt idx="734">
                  <ns0:v>0.0028321863658788541</ns0:v>
                </ns0:pt>
                <ns0:pt idx="735">
                  <ns0:v>0.0028179793108424971</ns0:v>
                </ns0:pt>
                <ns0:pt idx="736">
                  <ns0:v>0.0028038433438347969</ns0:v>
                </ns0:pt>
                <ns0:pt idx="737">
                  <ns0:v>0.0027897850773039249</ns0:v>
                </ns0:pt>
                <ns0:pt idx="738">
                  <ns0:v>0.002775808350640045</ns0:v>
                </ns0:pt>
                <ns0:pt idx="739">
                  <ns0:v>0.0027619144649094485</ns0:v>
                </ns0:pt>
                <ns0:pt idx="740">
                  <ns0:v>0.0027481022601850225</ns0:v>
                </ns0:pt>
                <ns0:pt idx="741">
                  <ns0:v>0.002734368212627218</ns0:v>
                </ns0:pt>
                <ns0:pt idx="742">
                  <ns0:v>0.0027207070541763086</ns0:v>
                </ns0:pt>
                <ns0:pt idx="743">
                  <ns0:v>0.0027071141413422184</ns0:v>
                </ns0:pt>
                <ns0:pt idx="744">
                  <ns0:v>0.002693584433744272</ns0:v>
                </ns0:pt>
                <ns0:pt idx="745">
                  <ns0:v>0.0026801130786808488</ns0:v>
                </ns0:pt>
                <ns0:pt idx="746">
                  <ns0:v>0.0026666954234260891</ns0:v>
                </ns0:pt>
                <ns0:pt idx="747">
                  <ns0:v>0.00265332665353898</ns0:v>
                </ns0:pt>
                <ns0:pt idx="748">
                  <ns0:v>0.002640002221375083</ns0:v>
                </ns0:pt>
                <ns0:pt idx="749">
                  <ns0:v>0.0026267186470072547</ns0:v>
                </ns0:pt>
                <ns0:pt idx="750">
                  <ns0:v>0.0026134740805509233</ns0:v>
                </ns0:pt>
                <ns0:pt idx="751">
                  <ns0:v>0.002600268709478889</ns0:v>
                </ns0:pt>
                <ns0:pt idx="752">
                  <ns0:v>0.0025871048254824062</ns0:v>
                </ns0:pt>
                <ns0:pt idx="753">
                  <ns0:v>0.0025739869679033728</ns0:v>
                </ns0:pt>
                <ns0:pt idx="754">
                  <ns0:v>0.0025609218210746808</ns0:v>
                </ns0:pt>
                <ns0:pt idx="755">
                  <ns0:v>0.002547917830265531</ns0:v>
                </ns0:pt>
                <ns0:pt idx="756">
                  <ns0:v>0.0025349847303023508</ns0:v>
                </ns0:pt>
                <ns0:pt idx="757">
                  <ns0:v>0.0025221329179882634</ns0:v>
                </ns0:pt>
                <ns0:pt idx="758">
                  <ns0:v>0.0025093728525493264</ns0:v>
                </ns0:pt>
                <ns0:pt idx="759">
                  <ns0:v>0.0024967145647327876</ns0:v>
                </ns0:pt>
                <ns0:pt idx="760">
                  <ns0:v>0.0024841670049133811</ns0:v>
                </ns0:pt>
                <ns0:pt idx="761">
                  <ns0:v>0.0024717376304640402</ns0:v>
                </ns0:pt>
                <ns0:pt idx="762">
                  <ns0:v>0.0024594321825794877</ns0:v>
                </ns0:pt>
                <ns0:pt idx="763">
                  <ns0:v>0.0024472543542674143</ns0:v>
                </ns0:pt>
                <ns0:pt idx="764">
                  <ns0:v>0.0024352057360783929</ns0:v>
                </ns0:pt>
                <ns0:pt idx="765">
                  <ns0:v>0.0024232859036371571</ns0:v>
                </ns0:pt>
                <ns0:pt idx="766">
                  <ns0:v>0.002411492746749894</ns0:v>
                </ns0:pt>
                <ns0:pt idx="767">
                  <ns0:v>0.0023998227052916192</ns0:v>
                </ns0:pt>
                <ns0:pt idx="768">
                  <ns0:v>0.0023882693661269575</ns0:v>
                </ns0:pt>
                <ns0:pt idx="769">
                  <ns0:v>0.0023768255111743567</ns0:v>
                </ns0:pt>
                <ns0:pt idx="770">
                  <ns0:v>0.0023654836788552136</ns0:v>
                </ns0:pt>
                <ns0:pt idx="771">
                  <ns0:v>0.002354237061836698</ns0:v>
                </ns0:pt>
                <ns0:pt idx="772">
                  <ns0:v>0.0023430805970013628</ns0:v>
                </ns0:pt>
                <ns0:pt idx="773">
                  <ns0:v>0.0023320113304099509</ns0:v>
                </ns0:pt>
                <ns0:pt idx="774">
                  <ns0:v>0.0023210282024422133</ns0:v>
                </ns0:pt>
                <ns0:pt idx="775">
                  <ns0:v>0.0023101316933367864</ns0:v>
                </ns0:pt>
                <ns0:pt idx="776">
                  <ns0:v>0.0022993234414567013</ns0:v>
                </ns0:pt>
                <ns0:pt idx="777">
                  <ns0:v>0.002288605873130897</ns0:v>
                </ns0:pt>
                <ns0:pt idx="778">
                  <ns0:v>0.0022779817316563272</ns0:v>
                </ns0:pt>
                <ns0:pt idx="779">
                  <ns0:v>0.002267453675858865</ns0:v>
                </ns0:pt>
                <ns0:pt idx="780">
                  <ns0:v>0.0022570239706300507</ns0:v>
                </ns0:pt>
                <ns0:pt idx="781">
                  <ns0:v>0.0022466942876590169</ns0:v>
                </ns0:pt>
                <ns0:pt idx="782">
                  <ns0:v>0.0022364655321750332</ns0:v>
                </ns0:pt>
                <ns0:pt idx="783">
                  <ns0:v>0.0022263376970457775</ns0:v>
                </ns0:pt>
                <ns0:pt idx="784">
                  <ns0:v>0.0022163098815330831</ns0:v>
                </ns0:pt>
                <ns0:pt idx="785">
                  <ns0:v>0.0022063802354143937</ns0:v>
                </ns0:pt>
                <ns0:pt idx="786">
                  <ns0:v>0.002196546009092905</ns0:v>
                </ns0:pt>
                <ns0:pt idx="787">
                  <ns0:v>0.0021868037906788993</ns0:v>
                </ns0:pt>
                <ns0:pt idx="788">
                  <ns0:v>0.0021771496488075621</ns0:v>
                </ns0:pt>
                <ns0:pt idx="789">
                  <ns0:v>0.0021675795459027733</ns0:v>
                </ns0:pt>
                <ns0:pt idx="790">
                  <ns0:v>0.0021580892508081453</ns0:v>
                </ns0:pt>
                <ns0:pt idx="791">
                  <ns0:v>0.0021486746007775377</ns0:v>
                </ns0:pt>
                <ns0:pt idx="792">
                  <ns0:v>0.0021393317093597116</ns0:v>
                </ns0:pt>
                <ns0:pt idx="793">
                  <ns0:v>0.0021300571619092511</ns0:v>
                </ns0:pt>
                <ns0:pt idx="794">
                  <ns0:v>0.0021208480807530477</ns0:v>
                </ns0:pt>
                <ns0:pt idx="795">
                  <ns0:v>0.0021117022518479731</ns0:v>
                </ns0:pt>
                <ns0:pt idx="796">
                  <ns0:v>0.002102618147993457</ns0:v>
                </ns0:pt>
                <ns0:pt idx="797">
                  <ns0:v>0.0020935948515881011</ns0:v>
                </ns0:pt>
                <ns0:pt idx="798">
                  <ns0:v>0.002084631900123324</ns0:v>
                </ns0:pt>
                <ns0:pt idx="799">
                  <ns0:v>0.0020757293043067514</ns0:v>
                </ns0:pt>
                <ns0:pt idx="800">
                  <ns0:v>0.0020668876529412383</ns0:v>
                </ns0:pt>
                <ns0:pt idx="801">
                  <ns0:v>0.0020581078704697969</ns0:v>
                </ns0:pt>
                <ns0:pt idx="802">
                  <ns0:v>0.0020493910304210479</ns0:v>
                </ns0:pt>
                <ns0:pt idx="803">
                  <ns0:v>0.0020407382105527287</ns0:v>
                </ns0:pt>
                <ns0:pt idx="804">
                  <ns0:v>0.0020321505522790072</ns0:v>
                </ns0:pt>
                <ns0:pt idx="805">
                  <ns0:v>0.0020236291420254755</ns0:v>
                </ns0:pt>
                <ns0:pt idx="806">
                  <ns0:v>0.0020151747775386431</ns0:v>
                </ns0:pt>
                <ns0:pt idx="807">
                  <ns0:v>0.0020067880658326534</ns0:v>
                </ns0:pt>
                <ns0:pt idx="808">
                  <ns0:v>0.0019984694510632615</ns0:v>
                </ns0:pt>
                <ns0:pt idx="809">
                  <ns0:v>0.0019902190863441637</ns0:v>
                </ns0:pt>
                <ns0:pt idx="810">
                  <ns0:v>0.0019820369389835606</ns0:v>
                </ns0:pt>
                <ns0:pt idx="811">
                  <ns0:v>0.0019739227422276451</ns0:v>
                </ns0:pt>
                <ns0:pt idx="812">
                  <ns0:v>0.0019658760161181386</ns0:v>
                </ns0:pt>
                <ns0:pt idx="813">
                  <ns0:v>0.0019578961700920665</ns0:v>
                </ns0:pt>
                <ns0:pt idx="814">
                  <ns0:v>0.0019499823005985431</ns0:v>
                </ns0:pt>
                <ns0:pt idx="815">
                  <ns0:v>0.0019421336671113332</ns0:v>
                </ns0:pt>
                <ns0:pt idx="816">
                  <ns0:v>0.0019343495212720235</ns0:v>
                </ns0:pt>
                <ns0:pt idx="817">
                  <ns0:v>0.001926629219561414</ns0:v>
                </ns0:pt>
                <ns0:pt idx="818">
                  <ns0:v>0.0019189721393867154</ns0:v>
                </ns0:pt>
                <ns0:pt idx="819">
                  <ns0:v>0.0019113776908865399</ns0:v>
                </ns0:pt>
                <ns0:pt idx="820">
                  <ns0:v>0.001903845396019264</ns0:v>
                </ns0:pt>
                <ns0:pt idx="821">
                  <ns0:v>0.001896374827028638</ns0:v>
                </ns0:pt>
                <ns0:pt idx="822">
                  <ns0:v>0.0018889656045300977</ns0:v>
                </ns0:pt>
                <ns0:pt idx="823">
                  <ns0:v>0.0018816174957686526</ns0:v>
                </ns0:pt>
                <ns0:pt idx="824">
                  <ns0:v>0.0018743303837650577</ns0:v>
                </ns0:pt>
                <ns0:pt idx="825">
                  <ns0:v>0.0018671041583301657</ns0:v>
                </ns0:pt>
                <ns0:pt idx="826">
                  <ns0:v>0.0018599387089447237</ns0:v>
                </ns0:pt>
                <ns0:pt idx="827">
                  <ns0:v>0.0018528339483007427</ns0:v>
                </ns0:pt>
                <ns0:pt idx="828">
                  <ns0:v>0.0018457899432685668</ns0:v>
                </ns0:pt>
                <ns0:pt idx="829">
                  <ns0:v>0.0018388067509089148</ns0:v>
                </ns0:pt>
                <ns0:pt idx="830">
                  <ns0:v>0.0018318842844338599</ns0:v>
                </ns0:pt>
                <ns0:pt idx="831">
                  <ns0:v>0.00182502244743312</ns0:v>
                </ns0:pt>
                <ns0:pt idx="832">
                  <ns0:v>0.0018182211591150318</ns0:v>
                </ns0:pt>
                <ns0:pt idx="833">
                  <ns0:v>0.0018114802462269931</ns0:v>
                </ns0:pt>
                <ns0:pt idx="834">
                  <ns0:v>0.0018047993850069269</ns0:v>
                </ns0:pt>
                <ns0:pt idx="835">
                  <ns0:v>0.0017981781852613485</ns0:v>
                </ns0:pt>
                <ns0:pt idx="836">
                  <ns0:v>0.0017916162200306445</ns0:v>
                </ns0:pt>
                <ns0:pt idx="837">
                  <ns0:v>0.0017851129878261407</ns0:v>
                </ns0:pt>
                <ns0:pt idx="838">
                  <ns0:v>0.0017786679442828341</ns0:v>
                </ns0:pt>
                <ns0:pt idx="839">
                  <ns0:v>0.0017722804958169474</ns0:v>
                </ns0:pt>
                <ns0:pt idx="840">
                  <ns0:v>0.001765949988129136</ns0:v>
                </ns0:pt>
                <ns0:pt idx="841">
                  <ns0:v>0.0017596757665304056</ns0:v>
                </ns0:pt>
                <ns0:pt idx="842">
                  <ns0:v>0.0017534570684634115</ns0:v>
                </ns0:pt>
                <ns0:pt idx="843">
                  <ns0:v>0.0017472931569266078</ns0:v>
                </ns0:pt>
                <ns0:pt idx="844">
                  <ns0:v>0.0017411833512632959</ns0:v>
                </ns0:pt>
                <ns0:pt idx="845">
                  <ns0:v>0.0017351269009144301</ns0:v>
                </ns0:pt>
                <ns0:pt idx="846">
                  <ns0:v>0.0017291230809160743</ns0:v>
                </ns0:pt>
                <ns0:pt idx="847">
                  <ns0:v>0.0017231712538456534</ns0:v>
                </ns0:pt>
                <ns0:pt idx="848">
                  <ns0:v>0.0017172708761268051</ns0:v>
                </ns0:pt>
                <ns0:pt idx="849">
                  <ns0:v>0.0017114214326860108</ns0:v>
                </ns0:pt>
                <ns0:pt idx="850">
                  <ns0:v>0.0017056223643353984</ns0:v>
                </ns0:pt>
                <ns0:pt idx="851">
                  <ns0:v>0.0016998732649928857</ns0:v>
                </ns0:pt>
                <ns0:pt idx="852">
                  <ns0:v>0.0016941737711827327</ns0:v>
                </ns0:pt>
                <ns0:pt idx="853">
                  <ns0:v>0.0016885234630744643</ns0:v>
                </ns0:pt>
                <ns0:pt idx="854">
                  <ns0:v>0.0016829219914568641</ns0:v>
                </ns0:pt>
                <ns0:pt idx="855">
                  <ns0:v>0.0016773690624545105</ns0:v>
                </ns0:pt>
                <ns0:pt idx="856">
                  <ns0:v>0.001671864382377843</ns0:v>
                </ns0:pt>
                <ns0:pt idx="857">
                  <ns0:v>0.001666407459460817</ns0:v>
                </ns0:pt>
                <ns0:pt idx="858">
                  <ns0:v>0.0016609977776362089</ns0:v>
                </ns0:pt>
                <ns0:pt idx="859">
                  <ns0:v>0.0016556348510677681</ns0:v>
                </ns0:pt>
                <ns0:pt idx="860">
                  <ns0:v>0.0016503181908548653</ns0:v>
                </ns0:pt>
                <ns0:pt idx="861">
                  <ns0:v>0.0016450473488407429</ns0:v>
                </ns0:pt>
                <ns0:pt idx="862">
                  <ns0:v>0.0016398218456069819</ns0:v>
                </ns0:pt>
                <ns0:pt idx="863">
                  <ns0:v>0.0016346412027013874</ns0:v>
                </ns0:pt>
                <ns0:pt idx="864">
                  <ns0:v>0.0016295049376124806</ns0:v>
                </ns0:pt>
                <ns0:pt idx="865">
                  <ns0:v>0.0016244124748380786</ns0:v>
                </ns0:pt>
                <ns0:pt idx="866">
                  <ns0:v>0.0016193632933842806</ns0:v>
                </ns0:pt>
                <ns0:pt idx="867">
                  <ns0:v>0.0016143569615752063</ns0:v>
                </ns0:pt>
                <ns0:pt idx="868">
                  <ns0:v>0.0016093929890922459</ns0:v>
                </ns0:pt>
                <ns0:pt idx="869">
                  <ns0:v>0.001604470819184349</ns0:v>
                </ns0:pt>
                <ns0:pt idx="870">
                  <ns0:v>0.0015995899584192793</ns0:v>
                </ns0:pt>
                <ns0:pt idx="871">
                  <ns0:v>0.0015947498660168523</ns0:v>
                </ns0:pt>
                <ns0:pt idx="872">
                  <ns0:v>0.0015899501178130943</ns0:v>
                </ns0:pt>
                <ns0:pt idx="873">
                  <ns0:v>0.0015851902828052039</ns0:v>
                </ns0:pt>
                <ns0:pt idx="874">
                  <ns0:v>0.001580469834080501</ns0:v>
                </ns0:pt>
                <ns0:pt idx="875">
                  <ns0:v>0.0015757882549549123</ns0:v>
                </ns0:pt>
                <ns0:pt idx="876">
                  <ns0:v>0.0015711450344508546</ns0:v>
                </ns0:pt>
                <ns0:pt idx="877">
                  <ns0:v>0.0015665397491277232</ns0:v>
                </ns0:pt>
                <ns0:pt idx="878">
                  <ns0:v>0.0015619719161293123</ns0:v>
                </ns0:pt>
                <ns0:pt idx="879">
                  <ns0:v>0.0015574409676324813</ns0:v>
                </ns0:pt>
                <ns0:pt idx="880">
                  <ns0:v>0.0015529464204041324</ns0:v>
                </ns0:pt>
                <ns0:pt idx="881">
                  <ns0:v>0.001548487802440861</ns0:v>
                </ns0:pt>
                <ns0:pt idx="882">
                  <ns0:v>0.0015440647035215357</ns0:v>
                </ns0:pt>
                <ns0:pt idx="883">
                  <ns0:v>0.0015396767582760687</ns0:v>
                </ns0:pt>
                <ns0:pt idx="884">
                  <ns0:v>0.0015353236343816385</ns0:v>
                </ns0:pt>
                <ns0:pt idx="885">
                  <ns0:v>0.0015310049565115764</ns0:v>
                </ns0:pt>
                <ns0:pt idx="886">
                  <ns0:v>0.0015267203577814725</ns0:v>
                </ns0:pt>
                <ns0:pt idx="887">
                  <ns0:v>0.0015224694590951977</ns0:v>
                </ns0:pt>
                <ns0:pt idx="888">
                  <ns0:v>0.0015182518338191244</ns0:v>
                </ns0:pt>
                <ns0:pt idx="889">
                  <ns0:v>0.0015140670767595623</ns0:v>
                </ns0:pt>
                <ns0:pt idx="890">
                  <ns0:v>0.0015099148591456498</ns0:v>
                </ns0:pt>
                <ns0:pt idx="891">
                  <ns0:v>0.00150579484271047</ns0:v>
                </ns0:pt>
                <ns0:pt idx="892">
                  <ns0:v>0.0015017066552223499</ns0:v>
                </ns0:pt>
                <ns0:pt idx="893">
                  <ns0:v>0.0014976499400582114</ns0:v>
                </ns0:pt>
                <ns0:pt idx="894">
                  <ns0:v>0.0014936243524011664</ns0:v>
                </ns0:pt>
                <ns0:pt idx="895">
                  <ns0:v>0.0014896295770268641</ns0:v>
                </ns0:pt>
                <ns0:pt idx="896">
                  <ns0:v>0.0014856654384327735</ns0:v>
                </ns0:pt>
                <ns0:pt idx="897">
                  <ns0:v>0.0014817316280746793</ns0:v>
                </ns0:pt>
                <ns0:pt idx="898">
                  <ns0:v>0.0014778277640698082</ns0:v>
                </ns0:pt>
                <ns0:pt idx="899">
                  <ns0:v>0.001473953486789417</ns0:v>
                </ns0:pt>
                <ns0:pt idx="900">
                  <ns0:v>0.0014701084897157143</ns0:v>
                </ns0:pt>
                <ns0:pt idx="901">
                  <ns0:v>0.0014662924595719572</ns0:v>
                </ns0:pt>
                <ns0:pt idx="902">
                  <ns0:v>0.0014625050175945905</ns0:v>
                </ns0:pt>
                <ns0:pt idx="903">
                  <ns0:v>0.001458745825138332</ns0:v>
                </ns0:pt>
                <ns0:pt idx="904">
                  <ns0:v>0.0014550145404570529</ns0:v>
                </ns0:pt>
                <ns0:pt idx="905">
                  <ns0:v>0.0014513108270299583</ns0:v>
                </ns0:pt>
                <ns0:pt idx="906">
                  <ns0:v>0.0014476343086445341</ns0:v>
                </ns0:pt>
                <ns0:pt idx="907">
                  <ns0:v>0.001443984649730255</ns0:v>
                </ns0:pt>
                <ns0:pt idx="908">
                  <ns0:v>0.0014403614970368689</ns0:v>
                </ns0:pt>
                <ns0:pt idx="909">
                  <ns0:v>0.0014367645048137269</ns0:v>
                </ns0:pt>
                <ns0:pt idx="910">
                  <ns0:v>0.0014331933205083899</ns0:v>
                </ns0:pt>
                <ns0:pt idx="911">
                  <ns0:v>0.0014296475323866296</ns0:v>
                </ns0:pt>
                <ns0:pt idx="912">
                  <ns0:v>0.0014261268229542766</ns0:v>
                </ns0:pt>
                <ns0:pt idx="913">
                  <ns0:v>0.001422630992978703</ns0:v>
                </ns0:pt>
                <ns0:pt idx="914">
                  <ns0:v>0.001419159773763476</ns0:v>
                </ns0:pt>
                <ns0:pt idx="915">
                  <ns0:v>0.0014157128111642258</ns0:v>
                </ns0:pt>
                <ns0:pt idx="916">
                  <ns0:v>0.0014122898381797684</ns0:v>
                </ns0:pt>
                <ns0:pt idx="917">
                  <ns0:v>0.0014088905922273395</ns0:v>
                </ns0:pt>
                <ns0:pt idx="918">
                  <ns0:v>0.0014055148529782682</ns0:v>
                </ns0:pt>
                <ns0:pt idx="919">
                  <ns0:v>0.0014021624067805489</ns0:v>
                </ns0:pt>
                <ns0:pt idx="920">
                  <ns0:v>0.0013988328897422549</ns0:v>
                </ns0:pt>
                <ns0:pt idx="921">
                  <ns0:v>0.0013955259416579895</ns0:v>
                </ns0:pt>
                <ns0:pt idx="922">
                  <ns0:v>0.0013922413010975156</ns0:v>
                </ns0:pt>
                <ns0:pt idx="923">
                  <ns0:v>0.0013889787338956473</ns0:v>
                </ns0:pt>
                <ns0:pt idx="924">
                  <ns0:v>0.0013857380605619609</ns0:v>
                </ns0:pt>
                <ns0:pt idx="925">
                  <ns0:v>0.0013825190625850179</ns0:v>
                </ns0:pt>
                <ns0:pt idx="926">
                  <ns0:v>0.001379321511331321</ns0:v>
                </ns0:pt>
                <ns0:pt idx="927">
                  <ns0:v>0.0013761451926084165</ns0:v>
                </ns0:pt>
                <ns0:pt idx="928">
                  <ns0:v>0.001372989821158531</ns0:v>
                </ns0:pt>
                <ns0:pt idx="929">
                  <ns0:v>0.0013698551803655811</ns0:v>
                </ns0:pt>
                <ns0:pt idx="930">
                  <ns0:v>0.0013667410207903502</ns0:v>
                </ns0:pt>
                <ns0:pt idx="931">
                  <ns0:v>0.0013636471282231105</ns0:v>
                </ns0:pt>
                <ns0:pt idx="932">
                  <ns0:v>0.0013605732215137287</ns0:v>
                </ns0:pt>
                <ns0:pt idx="933">
                  <ns0:v>0.0013575189393468395</ns0:v>
                </ns0:pt>
                <ns0:pt idx="934">
                  <ns0:v>0.0013544848506836071</ns0:v>
                </ns0:pt>
                <ns0:pt idx="935">
                  <ns0:v>0.0013514840066498411</ns0:v>
                </ns0:pt>
                <ns0:pt idx="936">
                  <ns0:v>0.0013485254291877543</ns0:v>
                </ns0:pt>
                <ns0:pt idx="937">
                  <ns0:v>0.0013456138272952211</ns0:v>
                </ns0:pt>
                <ns0:pt idx="938">
                  <ns0:v>0.0013427520375507637</ns0:v>
                </ns0:pt>
                <ns0:pt idx="939">
                  <ns0:v>0.0013399418056750151</ns0:v>
                </ns0:pt>
                <ns0:pt idx="940">
                  <ns0:v>0.0013371840815057856</ns0:v>
                </ns0:pt>
                <ns0:pt idx="941">
                  <ns0:v>0.0013344792699170756</ns0:v>
                </ns0:pt>
                <ns0:pt idx="942">
                  <ns0:v>0.0013318274313468157</ns0:v>
                </ns0:pt>
                <ns0:pt idx="943">
                  <ns0:v>0.0013292284113474112</ns0:v>
                </ns0:pt>
                <ns0:pt idx="944">
                  <ns0:v>0.001326682057389757</ns0:v>
                </ns0:pt>
                <ns0:pt idx="945">
                  <ns0:v>0.0013241881587496285</ns0:v>
                </ns0:pt>
                <ns0:pt idx="946">
                  <ns0:v>0.0013217464075634356</ns0:v>
                </ns0:pt>
                <ns0:pt idx="947">
                  <ns0:v>0.0013193564020932619</ns0:v>
                </ns0:pt>
                <ns0:pt idx="948">
                  <ns0:v>0.0013170177947553824</ns0:v>
                </ns0:pt>
                <ns0:pt idx="949">
                  <ns0:v>0.0013147302991064905</ns0:v>
                </ns0:pt>
                <ns0:pt idx="950">
                  <ns0:v>0.0013124935758029497</ns0:v>
                </ns0:pt>
                <ns0:pt idx="951">
                  <ns0:v>0.0013103072210379799</ns0:v>
                </ns0:pt>
                <ns0:pt idx="952">
                  <ns0:v>0.0013081708426034653</ns0:v>
                </ns0:pt>
                <ns0:pt idx="953">
                  <ns0:v>0.0013060841284227714</ns0:v>
                </ns0:pt>
                <ns0:pt idx="954">
                  <ns0:v>0.0013040467317008654</ns0:v>
                </ns0:pt>
                <ns0:pt idx="955">
                  <ns0:v>0.0013020581434223125</ns0:v>
                </ns0:pt>
                <ns0:pt idx="956">
                  <ns0:v>0.0013001178164911054</ns0:v>
                </ns0:pt>
                <ns0:pt idx="957">
                  <ns0:v>0.0012982253543420777</ns0:v>
                </ns0:pt>
                <ns0:pt idx="958">
                  <ns0:v>0.0012963804204114806</ns0:v>
                </ns0:pt>
                <ns0:pt idx="959">
                  <ns0:v>0.0012945816964192766</ns0:v>
                </ns0:pt>
                <ns0:pt idx="960">
                  <ns0:v>0.0012928154988263035</ns0:v>
                </ns0:pt>
                <ns0:pt idx="961">
                  <ns0:v>0.0012910721459005084</ns0:v>
                </ns0:pt>
                <ns0:pt idx="962">
                  <ns0:v>0.0012893462114131806</ns0:v>
                </ns0:pt>
                <ns0:pt idx="963">
                  <ns0:v>0.0012876340027456979</ns0:v>
                </ns0:pt>
                <ns0:pt idx="964">
                  <ns0:v>0.0012859330600985775</ns0:v>
                </ns0:pt>
                <ns0:pt idx="965">
                  <ns0:v>0.0012842419231119692</ns0:v>
                </ns0:pt>
                <ns0:pt idx="966">
                  <ns0:v>0.0012825595832693043</ns0:v>
                </ns0:pt>
                <ns0:pt idx="967">
                  <ns0:v>0.0012808853883925376</ns0:v>
                </ns0:pt>
                <ns0:pt idx="968">
                  <ns0:v>0.0012792188585341562</ns0:v>
                </ns0:pt>
                <ns0:pt idx="969">
                  <ns0:v>0.0012775595784527475</ns0:v>
                </ns0:pt>
                <ns0:pt idx="970">
                  <ns0:v>0.0012759073329735556</ns0:v>
                </ns0:pt>
                <ns0:pt idx="971">
                  <ns0:v>0.0012742619751483972</ns0:v>
                </ns0:pt>
                <ns0:pt idx="972">
                  <ns0:v>0.0012726233955782473</ns0:v>
                </ns0:pt>
                <ns0:pt idx="973">
                  <ns0:v>0.001270991531300795</ns0:v>
                </ns0:pt>
                <ns0:pt idx="974">
                  <ns0:v>0.0012693662037544101</ns0:v>
                </ns0:pt>
                <ns0:pt idx="975">
                  <ns0:v>0.0012677472716782427</ns0:v>
                </ns0:pt>
                <ns0:pt idx="976">
                  <ns0:v>0.0012661346608485811</ns0:v>
                </ns0:pt>
                <ns0:pt idx="977">
                  <ns0:v>0.0012645283625370056</ns0:v>
                </ns0:pt>
                <ns0:pt idx="978">
                  <ns0:v>0.0012629283219039106</ns0:v>
                </ns0:pt>
                <ns0:pt idx="979">
                  <ns0:v>0.0012613343749508397</ns0:v>
                </ns0:pt>
                <ns0:pt idx="980">
                  <ns0:v>0.0012597466143339868</ns0:v>
                </ns0:pt>
                <ns0:pt idx="981">
                  <ns0:v>0.0012581652359849494</ns0:v>
                </ns0:pt>
                <ns0:pt idx="982">
                  <ns0:v>0.0012565902599459466</ns0:v>
                </ns0:pt>
                <ns0:pt idx="983">
                  <ns0:v>0.0012550216387557935</ns0:v>
                </ns0:pt>
                <ns0:pt idx="984">
                  <ns0:v>0.0012534593723014318</ns0:v>
                </ns0:pt>
                <ns0:pt idx="985">
                  <ns0:v>0.0012519033762281974</ns0:v>
                </ns0:pt>
                <ns0:pt idx="986">
                  <ns0:v>0.0012503536228472604</ns0:v>
                </ns0:pt>
                <ns0:pt idx="987">
                  <ns0:v>0.0012488101271422168</ns0:v>
                </ns0:pt>
                <ns0:pt idx="988">
                  <ns0:v>0.0012480273513509458</ns0:v>
                </ns0:pt>
                <ns0:pt idx="989">
                  <ns0:v>0.0012472469449088003</ns0:v>
                </ns0:pt>
                <ns0:pt idx="990">
                  <ns0:v>0.0012464688892207215</ns0:v>
                </ns0:pt>
                <ns0:pt idx="991">
                  <ns0:v>0.0012456931918089845</ns0:v>
                </ns0:pt>
                <ns0:pt idx="992">
                  <ns0:v>0.0012449198436216492</ns0:v>
                </ns0:pt>
                <ns0:pt idx="993">
                  <ns0:v>0.0012441488858937963</ns0:v>
                </ns0:pt>
                <ns0:pt idx="994">
                  <ns0:v>0.0012433803351100435</ns0:v>
                </ns0:pt>
                <ns0:pt idx="995">
                  <ns0:v>0.0012426141465821628</ns0:v>
                </ns0:pt>
                <ns0:pt idx="996">
                  <ns0:v>0.0012418502696969983</ns0:v>
                </ns0:pt>
                <ns0:pt idx="997">
                  <ns0:v>0.001241088677358252</ns0:v>
                </ns0:pt>
                <ns0:pt idx="998">
                  <ns0:v>0.0012403292586518652</ns0:v>
                </ns0:pt>
                <ns0:pt idx="999">
                  <ns0:v>0.001239571988568848</ns0:v>
                </ns0:pt>
              </ns0:numCache>
            </ns0:numRef>
          </ns0:yVal>
          <ns0:smooth val="0"/>
        </ns0:ser>
        <ns0:axId val="61"/>
        <ns0:axId val="62"/>
      </ns0:scatterChart>
      <ns0:valAx>
        <ns0:axId val="6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2"/>
        <ns0:crossesAt val="-0.2"/>
        <ns0:crossBetween val="midCat"/>
        <ns0:majorUnit val="5.0"/>
      </ns0:valAx>
      <ns0:valAx>
        <ns0:axId val="62"/>
        <ns0:scaling>
          <ns0:orientation val="minMax"/>
          <ns0:max val="0.6000000000000001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type="blank" preserve="1">
  <ns0:cSld name="Blank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Ovr>
    <ns0:masterClrMapping xmlns:ns0="http://schemas.openxmlformats.org/drawingml/2006/main"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>
  <ns0:cSld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xmlns:ns1="http://schemas.openxmlformats.org/officeDocument/2006/relationships" id="2147483649" ns1:id="rId1"/>
  </ns0:sldLayoutIdLst>
  <ns0:txStyles>
    <ns0:titleStyle>
      <ns0:lvl1pPr xmlns:ns0="http://schemas.openxmlformats.org/drawingml/2006/main">
        <ns0:defRPr sz="800" b="0" i="0">
          <ns0:latin typeface="Arial"/>
        </ns0:defRPr>
      </ns0:lvl1pPr>
    </ns0:titleStyle>
    <ns0:bodyStyle>
      <ns0:lvl1pPr xmlns:ns0="http://schemas.openxmlformats.org/drawingml/2006/main">
        <ns0:defRPr sz="800" b="0" i="0">
          <ns0:latin typeface="Arial"/>
        </ns0:defRPr>
      </ns0:lvl1pPr>
    </ns0:bodyStyle>
    <ns0:otherStyle>
      <ns0:lvl1pPr xmlns:ns0="http://schemas.openxmlformats.org/drawingml/2006/main">
        <ns0:defRPr sz="800" b="0" i="0">
          <ns0:latin typeface="Arial"/>
        </ns0:defRPr>
      </ns0:lvl1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tion1.png"/><Relationship Id="rId3" Type="http://schemas.openxmlformats.org/officeDocument/2006/relationships/image" Target="../media/motion2.png"/><Relationship Id="rId4" Type="http://schemas.openxmlformats.org/officeDocument/2006/relationships/image" Target="../media/motion3.png"/><Relationship Id="rId5" Type="http://schemas.openxmlformats.org/officeDocument/2006/relationships/image" Target="../media/motion4.png"/><Relationship Id="rId6" Type="http://schemas.openxmlformats.org/officeDocument/2006/relationships/image" Target="../media/motion5.png"/><Relationship Id="rId7" Type="http://schemas.openxmlformats.org/officeDocument/2006/relationships/image" Target="../media/motion6.png"/><Relationship Id="rId8" Type="http://schemas.openxmlformats.org/officeDocument/2006/relationships/image" Target="../media/motion7.png"/><Relationship Id="rId101" Type="http://schemas.openxmlformats.org/officeDocument/2006/relationships/chart" Target="../charts/chart1.xml"/><Relationship Id="rId102" Type="http://schemas.openxmlformats.org/officeDocument/2006/relationships/chart" Target="../charts/chart2.xml"/><Relationship Id="rId103" Type="http://schemas.openxmlformats.org/officeDocument/2006/relationships/chart" Target="../charts/chart3.xml"/><Relationship Id="rId104" Type="http://schemas.openxmlformats.org/officeDocument/2006/relationships/chart" Target="../charts/chart4.xml"/><Relationship Id="rId105" Type="http://schemas.openxmlformats.org/officeDocument/2006/relationships/chart" Target="../charts/chart5.xml"/><Relationship Id="rId106" Type="http://schemas.openxmlformats.org/officeDocument/2006/relationships/chart" Target="../charts/chart6.xml"/></Relationships>
</file>

<file path=ppt/slides/slide1.xml><?xml version="1.0" encoding="utf-8"?>
<ns0:sld xmlns:ns0="http://schemas.openxmlformats.org/presentationml/2006/main">
  <ns0:cSld name="Motion ability: Isaac Sim and MuJoCo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  <ns0:pic>
        <ns0:nvPicPr>
          <ns0:cNvPr id="2" name="display_0.png"/>
          <ns0:cNvPicPr/>
          <ns0:nvPr/>
        </ns0:nvPicPr>
        <ns0:blipFill>
          <ns0:blip xmlns:ns0="http://schemas.openxmlformats.org/drawingml/2006/main" xmlns:ns1="http://schemas.openxmlformats.org/officeDocument/2006/relationships" ns1:embed="rId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28000" y="396000"/>
            <ns0:ext cx="185891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3" name="display_1.png"/>
          <ns0:cNvPicPr/>
          <ns0:nvPr/>
        </ns0:nvPicPr>
        <ns0:blipFill>
          <ns0:blip xmlns:ns0="http://schemas.openxmlformats.org/drawingml/2006/main" xmlns:ns2="http://schemas.openxmlformats.org/officeDocument/2006/relationships" ns2:embed="rId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686914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4" name="display_2.png"/>
          <ns0:cNvPicPr/>
          <ns0:nvPr/>
        </ns0:nvPicPr>
        <ns0:blipFill>
          <ns0:blip xmlns:ns0="http://schemas.openxmlformats.org/drawingml/2006/main" xmlns:ns3="http://schemas.openxmlformats.org/officeDocument/2006/relationships" ns3:embed="rId4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11457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5" name="display_3.png"/>
          <ns0:cNvPicPr/>
          <ns0:nvPr/>
        </ns0:nvPicPr>
        <ns0:blipFill>
          <ns0:blip xmlns:ns0="http://schemas.openxmlformats.org/drawingml/2006/main" xmlns:ns4="http://schemas.openxmlformats.org/officeDocument/2006/relationships" ns4:embed="rId5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1582958" y="599815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6" name="display_4.png"/>
          <ns0:cNvPicPr/>
          <ns0:nvPr/>
        </ns0:nvPicPr>
        <ns0:blipFill>
          <ns0:blip xmlns:ns0="http://schemas.openxmlformats.org/drawingml/2006/main" xmlns:ns5="http://schemas.openxmlformats.org/officeDocument/2006/relationships" ns5:embed="rId6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521267" y="553946"/>
            <ns0:ext cx="321917" cy="1315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7" name="display_5.png"/>
          <ns0:cNvPicPr/>
          <ns0:nvPr/>
        </ns0:nvPicPr>
        <ns0:blipFill>
          <ns0:blip xmlns:ns0="http://schemas.openxmlformats.org/drawingml/2006/main" xmlns:ns6="http://schemas.openxmlformats.org/officeDocument/2006/relationships" ns6:embed="rId7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615573" y="550384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8" name="display_6.png"/>
          <ns0:cNvPicPr/>
          <ns0:nvPr/>
        </ns0:nvPicPr>
        <ns0:blipFill>
          <ns0:blip xmlns:ns0="http://schemas.openxmlformats.org/drawingml/2006/main" xmlns:ns7="http://schemas.openxmlformats.org/officeDocument/2006/relationships" ns7:embed="rId8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311411" y="874404"/>
            <ns0:ext cx="224634" cy="228891"/>
          </ns0:xfrm>
          <ns0:prstGeom xmlns:ns0="http://schemas.openxmlformats.org/drawingml/2006/main" prst="rect">
            <ns0:avLst/>
          </ns0:prstGeom>
        </ns0:spPr>
      </ns0:pic>
      <ns0:sp>
        <ns0:nvSpPr>
          <ns0:cNvPr id="9" name="Straight-line motion"/>
          <ns0:cNvSpPr txBox="1"/>
          <ns0:nvPr/>
        </ns0:nvSpPr>
        <ns0:spPr>
          <ns0:xfrm xmlns:ns0="http://schemas.openxmlformats.org/drawingml/2006/main">
            <ns0:off x="846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Straight-line motion</ns0:t>
            </ns0:r>
          </ns0:p>
        </ns0:txBody>
      </ns0:sp>
      <ns0:sp>
        <ns0:nvSpPr>
          <ns0:cNvPr id="10" name="Lateral motion"/>
          <ns0:cNvSpPr txBox="1"/>
          <ns0:nvPr/>
        </ns0:nvSpPr>
        <ns0:spPr>
          <ns0:xfrm xmlns:ns0="http://schemas.openxmlformats.org/drawingml/2006/main">
            <ns0:off x="2682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Lateral motion</ns0:t>
            </ns0:r>
          </ns0:p>
        </ns0:txBody>
      </ns0:sp>
      <ns0:sp>
        <ns0:nvSpPr>
          <ns0:cNvPr id="11" name="Turning motion"/>
          <ns0:cNvSpPr txBox="1"/>
          <ns0:nvPr/>
        </ns0:nvSpPr>
        <ns0:spPr>
          <ns0:xfrm xmlns:ns0="http://schemas.openxmlformats.org/drawingml/2006/main">
            <ns0:off x="4518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Turning motion</ns0:t>
            </ns0:r>
          </ns0:p>
        </ns0:txBody>
      </ns0:sp>
      <ns0:sp>
        <ns0:nvSpPr>
          <ns0:cNvPr id="12" name="Isaac Sim"/>
          <ns0:cNvSpPr txBox="1"/>
          <ns0:nvPr/>
        </ns0:nvSpPr>
        <ns0:spPr>
          <ns0:xfrm xmlns:ns0="http://schemas.openxmlformats.org/drawingml/2006/main">
            <ns0:off x="0" y="215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Isaac Sim</ns0:t>
            </ns0:r>
          </ns0:p>
        </ns0:txBody>
      </ns0:sp>
      <ns0:sp>
        <ns0:nvSpPr>
          <ns0:cNvPr id="13" name="MuJoCo"/>
          <ns0:cNvSpPr txBox="1"/>
          <ns0:nvPr/>
        </ns0:nvSpPr>
        <ns0:spPr>
          <ns0:xfrm xmlns:ns0="http://schemas.openxmlformats.org/drawingml/2006/main">
            <ns0:off x="0" y="359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MuJoCo</ns0:t>
            </ns0:r>
          </ns0:p>
        </ns0:txBody>
      </ns0:sp>
      <ns0:sp>
        <ns0:nvSpPr>
          <ns0:cNvPr id="14" name="Time (s)"/>
          <ns0:cNvSpPr txBox="1"/>
          <ns0:nvPr/>
        </ns0:nvSpPr>
        <ns0:spPr>
          <ns0:xfrm xmlns:ns0="http://schemas.openxmlformats.org/drawingml/2006/main">
            <ns0:off x="3200400" y="4446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Time (s)</ns0:t>
            </ns0:r>
          </ns0:p>
        </ns0:txBody>
      </ns0:sp>
      <ns0:sp>
        <ns0:nvSpPr>
          <ns0:cNvPr id="15" name="Isaac Sim / PhysX vx CWC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983325"/>
                </ns0:lnTo>
                <ns0:lnTo>
                  <ns0:pt x="207771" y="983633"/>
                </ns0:lnTo>
                <ns0:lnTo>
                  <ns0:pt x="208800" y="981838"/>
                </ns0:lnTo>
                <ns0:lnTo>
                  <ns0:pt x="209829" y="979457"/>
                </ns0:lnTo>
                <ns0:lnTo>
                  <ns0:pt x="210857" y="976360"/>
                </ns0:lnTo>
                <ns0:lnTo>
                  <ns0:pt x="211886" y="973403"/>
                </ns0:lnTo>
                <ns0:lnTo>
                  <ns0:pt x="212914" y="970640"/>
                </ns0:lnTo>
                <ns0:lnTo>
                  <ns0:pt x="213943" y="967993"/>
                </ns0:lnTo>
                <ns0:lnTo>
                  <ns0:pt x="214971" y="965486"/>
                </ns0:lnTo>
                <ns0:lnTo>
                  <ns0:pt x="216000" y="962955"/>
                </ns0:lnTo>
                <ns0:lnTo>
                  <ns0:pt x="217029" y="960543"/>
                </ns0:lnTo>
                <ns0:lnTo>
                  <ns0:pt x="218057" y="958265"/>
                </ns0:lnTo>
                <ns0:lnTo>
                  <ns0:pt x="219086" y="956258"/>
                </ns0:lnTo>
                <ns0:lnTo>
                  <ns0:pt x="220114" y="950806"/>
                </ns0:lnTo>
                <ns0:lnTo>
                  <ns0:pt x="221143" y="949972"/>
                </ns0:lnTo>
                <ns0:lnTo>
                  <ns0:pt x="222171" y="949319"/>
                </ns0:lnTo>
                <ns0:lnTo>
                  <ns0:pt x="223200" y="948808"/>
                </ns0:lnTo>
                <ns0:lnTo>
                  <ns0:pt x="224229" y="949032"/>
                </ns0:lnTo>
                <ns0:lnTo>
                  <ns0:pt x="225257" y="949843"/>
                </ns0:lnTo>
                <ns0:lnTo>
                  <ns0:pt x="226286" y="949366"/>
                </ns0:lnTo>
                <ns0:lnTo>
                  <ns0:pt x="227314" y="946168"/>
                </ns0:lnTo>
                <ns0:lnTo>
                  <ns0:pt x="228343" y="939207"/>
                </ns0:lnTo>
                <ns0:lnTo>
                  <ns0:pt x="229371" y="927177"/>
                </ns0:lnTo>
                <ns0:lnTo>
                  <ns0:pt x="230400" y="911737"/>
                </ns0:lnTo>
                <ns0:lnTo>
                  <ns0:pt x="231429" y="895230"/>
                </ns0:lnTo>
                <ns0:lnTo>
                  <ns0:pt x="232457" y="879775"/>
                </ns0:lnTo>
                <ns0:lnTo>
                  <ns0:pt x="233486" y="866614"/>
                </ns0:lnTo>
                <ns0:lnTo>
                  <ns0:pt x="234514" y="855173"/>
                </ns0:lnTo>
                <ns0:lnTo>
                  <ns0:pt x="235543" y="844097"/>
                </ns0:lnTo>
                <ns0:lnTo>
                  <ns0:pt x="236571" y="835937"/>
                </ns0:lnTo>
                <ns0:lnTo>
                  <ns0:pt x="237600" y="828972"/>
                </ns0:lnTo>
                <ns0:lnTo>
                  <ns0:pt x="238629" y="822632"/>
                </ns0:lnTo>
                <ns0:lnTo>
                  <ns0:pt x="239657" y="816293"/>
                </ns0:lnTo>
                <ns0:lnTo>
                  <ns0:pt x="240686" y="810279"/>
                </ns0:lnTo>
                <ns0:lnTo>
                  <ns0:pt x="241714" y="802582"/>
                </ns0:lnTo>
                <ns0:lnTo>
                  <ns0:pt x="242743" y="793411"/>
                </ns0:lnTo>
                <ns0:lnTo>
                  <ns0:pt x="243771" y="788304"/>
                </ns0:lnTo>
                <ns0:lnTo>
                  <ns0:pt x="244800" y="787661"/>
                </ns0:lnTo>
                <ns0:lnTo>
                  <ns0:pt x="245829" y="788644"/>
                </ns0:lnTo>
                <ns0:lnTo>
                  <ns0:pt x="246857" y="790230"/>
                </ns0:lnTo>
                <ns0:lnTo>
                  <ns0:pt x="247886" y="790829"/>
                </ns0:lnTo>
                <ns0:lnTo>
                  <ns0:pt x="248914" y="790127"/>
                </ns0:lnTo>
                <ns0:lnTo>
                  <ns0:pt x="249943" y="792531"/>
                </ns0:lnTo>
                <ns0:lnTo>
                  <ns0:pt x="250971" y="795684"/>
                </ns0:lnTo>
                <ns0:lnTo>
                  <ns0:pt x="252000" y="798954"/>
                </ns0:lnTo>
                <ns0:lnTo>
                  <ns0:pt x="253029" y="801561"/>
                </ns0:lnTo>
                <ns0:lnTo>
                  <ns0:pt x="254057" y="805095"/>
                </ns0:lnTo>
                <ns0:lnTo>
                  <ns0:pt x="255086" y="806680"/>
                </ns0:lnTo>
                <ns0:lnTo>
                  <ns0:pt x="256114" y="807930"/>
                </ns0:lnTo>
                <ns0:lnTo>
                  <ns0:pt x="257143" y="808726"/>
                </ns0:lnTo>
                <ns0:lnTo>
                  <ns0:pt x="258171" y="809499"/>
                </ns0:lnTo>
                <ns0:lnTo>
                  <ns0:pt x="259200" y="810202"/>
                </ns0:lnTo>
                <ns0:lnTo>
                  <ns0:pt x="260229" y="810303"/>
                </ns0:lnTo>
                <ns0:lnTo>
                  <ns0:pt x="261257" y="810384"/>
                </ns0:lnTo>
                <ns0:lnTo>
                  <ns0:pt x="262286" y="810702"/>
                </ns0:lnTo>
                <ns0:lnTo>
                  <ns0:pt x="263314" y="811176"/>
                </ns0:lnTo>
                <ns0:lnTo>
                  <ns0:pt x="264343" y="812019"/>
                </ns0:lnTo>
                <ns0:lnTo>
                  <ns0:pt x="265371" y="811709"/>
                </ns0:lnTo>
                <ns0:lnTo>
                  <ns0:pt x="266400" y="810023"/>
                </ns0:lnTo>
                <ns0:lnTo>
                  <ns0:pt x="267429" y="809270"/>
                </ns0:lnTo>
                <ns0:lnTo>
                  <ns0:pt x="268457" y="809023"/>
                </ns0:lnTo>
                <ns0:lnTo>
                  <ns0:pt x="269486" y="808976"/>
                </ns0:lnTo>
                <ns0:lnTo>
                  <ns0:pt x="270514" y="807053"/>
                </ns0:lnTo>
                <ns0:lnTo>
                  <ns0:pt x="271543" y="804985"/>
                </ns0:lnTo>
                <ns0:lnTo>
                  <ns0:pt x="272571" y="803419"/>
                </ns0:lnTo>
                <ns0:lnTo>
                  <ns0:pt x="273600" y="801165"/>
                </ns0:lnTo>
                <ns0:lnTo>
                  <ns0:pt x="274629" y="799009"/>
                </ns0:lnTo>
                <ns0:lnTo>
                  <ns0:pt x="275657" y="797799"/>
                </ns0:lnTo>
                <ns0:lnTo>
                  <ns0:pt x="276686" y="796063"/>
                </ns0:lnTo>
                <ns0:lnTo>
                  <ns0:pt x="277714" y="793813"/>
                </ns0:lnTo>
                <ns0:lnTo>
                  <ns0:pt x="278743" y="791792"/>
                </ns0:lnTo>
                <ns0:lnTo>
                  <ns0:pt x="279771" y="787128"/>
                </ns0:lnTo>
                <ns0:lnTo>
                  <ns0:pt x="280800" y="784718"/>
                </ns0:lnTo>
                <ns0:lnTo>
                  <ns0:pt x="281829" y="783125"/>
                </ns0:lnTo>
                <ns0:lnTo>
                  <ns0:pt x="282857" y="783121"/>
                </ns0:lnTo>
                <ns0:lnTo>
                  <ns0:pt x="283886" y="783364"/>
                </ns0:lnTo>
                <ns0:lnTo>
                  <ns0:pt x="284914" y="784149"/>
                </ns0:lnTo>
                <ns0:lnTo>
                  <ns0:pt x="285943" y="785637"/>
                </ns0:lnTo>
                <ns0:lnTo>
                  <ns0:pt x="286971" y="785666"/>
                </ns0:lnTo>
                <ns0:lnTo>
                  <ns0:pt x="288000" y="784747"/>
                </ns0:lnTo>
                <ns0:lnTo>
                  <ns0:pt x="289029" y="783554"/>
                </ns0:lnTo>
                <ns0:lnTo>
                  <ns0:pt x="290057" y="781125"/>
                </ns0:lnTo>
                <ns0:lnTo>
                  <ns0:pt x="291086" y="779597"/>
                </ns0:lnTo>
                <ns0:lnTo>
                  <ns0:pt x="292114" y="778491"/>
                </ns0:lnTo>
                <ns0:lnTo>
                  <ns0:pt x="293143" y="777606"/>
                </ns0:lnTo>
                <ns0:lnTo>
                  <ns0:pt x="294171" y="777337"/>
                </ns0:lnTo>
                <ns0:lnTo>
                  <ns0:pt x="295200" y="777156"/>
                </ns0:lnTo>
                <ns0:lnTo>
                  <ns0:pt x="296229" y="776784"/>
                </ns0:lnTo>
                <ns0:lnTo>
                  <ns0:pt x="297257" y="776420"/>
                </ns0:lnTo>
                <ns0:lnTo>
                  <ns0:pt x="298286" y="776018"/>
                </ns0:lnTo>
                <ns0:lnTo>
                  <ns0:pt x="299314" y="775502"/>
                </ns0:lnTo>
                <ns0:lnTo>
                  <ns0:pt x="300343" y="773860"/>
                </ns0:lnTo>
                <ns0:lnTo>
                  <ns0:pt x="301371" y="772006"/>
                </ns0:lnTo>
                <ns0:lnTo>
                  <ns0:pt x="302400" y="771451"/>
                </ns0:lnTo>
                <ns0:lnTo>
                  <ns0:pt x="303429" y="771560"/>
                </ns0:lnTo>
                <ns0:lnTo>
                  <ns0:pt x="304457" y="771778"/>
                </ns0:lnTo>
                <ns0:lnTo>
                  <ns0:pt x="305486" y="771796"/>
                </ns0:lnTo>
                <ns0:lnTo>
                  <ns0:pt x="306514" y="771501"/>
                </ns0:lnTo>
                <ns0:lnTo>
                  <ns0:pt x="307543" y="770985"/>
                </ns0:lnTo>
                <ns0:lnTo>
                  <ns0:pt x="308571" y="769032"/>
                </ns0:lnTo>
                <ns0:lnTo>
                  <ns0:pt x="309600" y="766518"/>
                </ns0:lnTo>
                <ns0:lnTo>
                  <ns0:pt x="310629" y="763978"/>
                </ns0:lnTo>
                <ns0:lnTo>
                  <ns0:pt x="311657" y="760782"/>
                </ns0:lnTo>
                <ns0:lnTo>
                  <ns0:pt x="312686" y="760245"/>
                </ns0:lnTo>
                <ns0:lnTo>
                  <ns0:pt x="313714" y="759774"/>
                </ns0:lnTo>
                <ns0:lnTo>
                  <ns0:pt x="314743" y="760134"/>
                </ns0:lnTo>
                <ns0:lnTo>
                  <ns0:pt x="315771" y="761184"/>
                </ns0:lnTo>
                <ns0:lnTo>
                  <ns0:pt x="316800" y="761866"/>
                </ns0:lnTo>
                <ns0:lnTo>
                  <ns0:pt x="317829" y="761837"/>
                </ns0:lnTo>
                <ns0:lnTo>
                  <ns0:pt x="318857" y="761659"/>
                </ns0:lnTo>
                <ns0:lnTo>
                  <ns0:pt x="319886" y="761500"/>
                </ns0:lnTo>
                <ns0:lnTo>
                  <ns0:pt x="320914" y="761270"/>
                </ns0:lnTo>
                <ns0:lnTo>
                  <ns0:pt x="321943" y="760298"/>
                </ns0:lnTo>
                <ns0:lnTo>
                  <ns0:pt x="322971" y="760221"/>
                </ns0:lnTo>
                <ns0:lnTo>
                  <ns0:pt x="324000" y="760606"/>
                </ns0:lnTo>
                <ns0:lnTo>
                  <ns0:pt x="325029" y="760149"/>
                </ns0:lnTo>
                <ns0:lnTo>
                  <ns0:pt x="326057" y="759375"/>
                </ns0:lnTo>
                <ns0:lnTo>
                  <ns0:pt x="327086" y="758330"/>
                </ns0:lnTo>
                <ns0:lnTo>
                  <ns0:pt x="328114" y="757107"/>
                </ns0:lnTo>
                <ns0:lnTo>
                  <ns0:pt x="329143" y="755997"/>
                </ns0:lnTo>
                <ns0:lnTo>
                  <ns0:pt x="330171" y="755012"/>
                </ns0:lnTo>
                <ns0:lnTo>
                  <ns0:pt x="331200" y="754077"/>
                </ns0:lnTo>
                <ns0:lnTo>
                  <ns0:pt x="332229" y="753738"/>
                </ns0:lnTo>
                <ns0:lnTo>
                  <ns0:pt x="333257" y="753298"/>
                </ns0:lnTo>
                <ns0:lnTo>
                  <ns0:pt x="334286" y="753320"/>
                </ns0:lnTo>
                <ns0:lnTo>
                  <ns0:pt x="335314" y="752626"/>
                </ns0:lnTo>
                <ns0:lnTo>
                  <ns0:pt x="336343" y="749598"/>
                </ns0:lnTo>
                <ns0:lnTo>
                  <ns0:pt x="337371" y="746545"/>
                </ns0:lnTo>
                <ns0:lnTo>
                  <ns0:pt x="338400" y="744315"/>
                </ns0:lnTo>
                <ns0:lnTo>
                  <ns0:pt x="339429" y="744995"/>
                </ns0:lnTo>
                <ns0:lnTo>
                  <ns0:pt x="340457" y="745667"/>
                </ns0:lnTo>
                <ns0:lnTo>
                  <ns0:pt x="341486" y="746139"/>
                </ns0:lnTo>
                <ns0:lnTo>
                  <ns0:pt x="342514" y="747850"/>
                </ns0:lnTo>
                <ns0:lnTo>
                  <ns0:pt x="343543" y="749882"/>
                </ns0:lnTo>
                <ns0:lnTo>
                  <ns0:pt x="344571" y="751160"/>
                </ns0:lnTo>
                <ns0:lnTo>
                  <ns0:pt x="345600" y="753422"/>
                </ns0:lnTo>
                <ns0:lnTo>
                  <ns0:pt x="346629" y="754249"/>
                </ns0:lnTo>
                <ns0:lnTo>
                  <ns0:pt x="347657" y="755024"/>
                </ns0:lnTo>
                <ns0:lnTo>
                  <ns0:pt x="348686" y="754563"/>
                </ns0:lnTo>
                <ns0:lnTo>
                  <ns0:pt x="349714" y="753743"/>
                </ns0:lnTo>
                <ns0:lnTo>
                  <ns0:pt x="350743" y="754682"/>
                </ns0:lnTo>
                <ns0:lnTo>
                  <ns0:pt x="351771" y="757396"/>
                </ns0:lnTo>
                <ns0:lnTo>
                  <ns0:pt x="352800" y="760852"/>
                </ns0:lnTo>
                <ns0:lnTo>
                  <ns0:pt x="353829" y="761970"/>
                </ns0:lnTo>
                <ns0:lnTo>
                  <ns0:pt x="354857" y="762153"/>
                </ns0:lnTo>
                <ns0:lnTo>
                  <ns0:pt x="355886" y="762514"/>
                </ns0:lnTo>
                <ns0:lnTo>
                  <ns0:pt x="356914" y="763194"/>
                </ns0:lnTo>
                <ns0:lnTo>
                  <ns0:pt x="357943" y="764236"/>
                </ns0:lnTo>
                <ns0:lnTo>
                  <ns0:pt x="358971" y="764527"/>
                </ns0:lnTo>
                <ns0:lnTo>
                  <ns0:pt x="360000" y="764557"/>
                </ns0:lnTo>
                <ns0:lnTo>
                  <ns0:pt x="361029" y="764303"/>
                </ns0:lnTo>
                <ns0:lnTo>
                  <ns0:pt x="362057" y="764045"/>
                </ns0:lnTo>
                <ns0:lnTo>
                  <ns0:pt x="363086" y="764512"/>
                </ns0:lnTo>
                <ns0:lnTo>
                  <ns0:pt x="364114" y="764985"/>
                </ns0:lnTo>
                <ns0:lnTo>
                  <ns0:pt x="365143" y="765545"/>
                </ns0:lnTo>
                <ns0:lnTo>
                  <ns0:pt x="366171" y="766866"/>
                </ns0:lnTo>
                <ns0:lnTo>
                  <ns0:pt x="367200" y="766981"/>
                </ns0:lnTo>
                <ns0:lnTo>
                  <ns0:pt x="368229" y="766711"/>
                </ns0:lnTo>
                <ns0:lnTo>
                  <ns0:pt x="369257" y="766467"/>
                </ns0:lnTo>
                <ns0:lnTo>
                  <ns0:pt x="370286" y="766332"/>
                </ns0:lnTo>
                <ns0:lnTo>
                  <ns0:pt x="371314" y="765972"/>
                </ns0:lnTo>
                <ns0:lnTo>
                  <ns0:pt x="372343" y="766076"/>
                </ns0:lnTo>
                <ns0:lnTo>
                  <ns0:pt x="373371" y="766093"/>
                </ns0:lnTo>
                <ns0:lnTo>
                  <ns0:pt x="374400" y="766030"/>
                </ns0:lnTo>
                <ns0:lnTo>
                  <ns0:pt x="375429" y="766536"/>
                </ns0:lnTo>
                <ns0:lnTo>
                  <ns0:pt x="376457" y="766127"/>
                </ns0:lnTo>
                <ns0:lnTo>
                  <ns0:pt x="377486" y="764148"/>
                </ns0:lnTo>
                <ns0:lnTo>
                  <ns0:pt x="378514" y="761021"/>
                </ns0:lnTo>
                <ns0:lnTo>
                  <ns0:pt x="379543" y="760147"/>
                </ns0:lnTo>
                <ns0:lnTo>
                  <ns0:pt x="380571" y="760468"/>
                </ns0:lnTo>
                <ns0:lnTo>
                  <ns0:pt x="381600" y="760396"/>
                </ns0:lnTo>
                <ns0:lnTo>
                  <ns0:pt x="382629" y="760248"/>
                </ns0:lnTo>
                <ns0:lnTo>
                  <ns0:pt x="383657" y="761110"/>
                </ns0:lnTo>
                <ns0:lnTo>
                  <ns0:pt x="384686" y="764223"/>
                </ns0:lnTo>
                <ns0:lnTo>
                  <ns0:pt x="385714" y="766132"/>
                </ns0:lnTo>
                <ns0:lnTo>
                  <ns0:pt x="386743" y="767430"/>
                </ns0:lnTo>
                <ns0:lnTo>
                  <ns0:pt x="387771" y="769018"/>
                </ns0:lnTo>
                <ns0:lnTo>
                  <ns0:pt x="388800" y="768298"/>
                </ns0:lnTo>
                <ns0:lnTo>
                  <ns0:pt x="389829" y="767278"/>
                </ns0:lnTo>
                <ns0:lnTo>
                  <ns0:pt x="390857" y="766501"/>
                </ns0:lnTo>
                <ns0:lnTo>
                  <ns0:pt x="391886" y="765474"/>
                </ns0:lnTo>
                <ns0:lnTo>
                  <ns0:pt x="392914" y="765635"/>
                </ns0:lnTo>
                <ns0:lnTo>
                  <ns0:pt x="393943" y="766061"/>
                </ns0:lnTo>
                <ns0:lnTo>
                  <ns0:pt x="394971" y="766305"/>
                </ns0:lnTo>
                <ns0:lnTo>
                  <ns0:pt x="396000" y="766359"/>
                </ns0:lnTo>
                <ns0:lnTo>
                  <ns0:pt x="397029" y="766566"/>
                </ns0:lnTo>
                <ns0:lnTo>
                  <ns0:pt x="398057" y="766585"/>
                </ns0:lnTo>
                <ns0:lnTo>
                  <ns0:pt x="399086" y="766583"/>
                </ns0:lnTo>
                <ns0:lnTo>
                  <ns0:pt x="400114" y="766641"/>
                </ns0:lnTo>
                <ns0:lnTo>
                  <ns0:pt x="401143" y="766274"/>
                </ns0:lnTo>
                <ns0:lnTo>
                  <ns0:pt x="402171" y="766021"/>
                </ns0:lnTo>
                <ns0:lnTo>
                  <ns0:pt x="403200" y="766055"/>
                </ns0:lnTo>
                <ns0:lnTo>
                  <ns0:pt x="404229" y="766431"/>
                </ns0:lnTo>
                <ns0:lnTo>
                  <ns0:pt x="405257" y="766239"/>
                </ns0:lnTo>
                <ns0:lnTo>
                  <ns0:pt x="406286" y="766220"/>
                </ns0:lnTo>
                <ns0:lnTo>
                  <ns0:pt x="407314" y="765445"/>
                </ns0:lnTo>
                <ns0:lnTo>
                  <ns0:pt x="408343" y="763945"/>
                </ns0:lnTo>
                <ns0:lnTo>
                  <ns0:pt x="409371" y="761023"/>
                </ns0:lnTo>
                <ns0:lnTo>
                  <ns0:pt x="410400" y="757115"/>
                </ns0:lnTo>
                <ns0:lnTo>
                  <ns0:pt x="411429" y="754635"/>
                </ns0:lnTo>
                <ns0:lnTo>
                  <ns0:pt x="412457" y="752802"/>
                </ns0:lnTo>
                <ns0:lnTo>
                  <ns0:pt x="413486" y="750100"/>
                </ns0:lnTo>
                <ns0:lnTo>
                  <ns0:pt x="414514" y="751628"/>
                </ns0:lnTo>
                <ns0:lnTo>
                  <ns0:pt x="415543" y="754112"/>
                </ns0:lnTo>
                <ns0:lnTo>
                  <ns0:pt x="416571" y="755534"/>
                </ns0:lnTo>
                <ns0:lnTo>
                  <ns0:pt x="417600" y="756615"/>
                </ns0:lnTo>
                <ns0:lnTo>
                  <ns0:pt x="418629" y="758179"/>
                </ns0:lnTo>
                <ns0:lnTo>
                  <ns0:pt x="419657" y="759733"/>
                </ns0:lnTo>
                <ns0:lnTo>
                  <ns0:pt x="420686" y="761897"/>
                </ns0:lnTo>
                <ns0:lnTo>
                  <ns0:pt x="421714" y="763249"/>
                </ns0:lnTo>
                <ns0:lnTo>
                  <ns0:pt x="422743" y="764945"/>
                </ns0:lnTo>
                <ns0:lnTo>
                  <ns0:pt x="423771" y="766567"/>
                </ns0:lnTo>
                <ns0:lnTo>
                  <ns0:pt x="424800" y="766431"/>
                </ns0:lnTo>
                <ns0:lnTo>
                  <ns0:pt x="425829" y="766086"/>
                </ns0:lnTo>
                <ns0:lnTo>
                  <ns0:pt x="426857" y="765891"/>
                </ns0:lnTo>
                <ns0:lnTo>
                  <ns0:pt x="427886" y="765857"/>
                </ns0:lnTo>
                <ns0:lnTo>
                  <ns0:pt x="428914" y="766129"/>
                </ns0:lnTo>
                <ns0:lnTo>
                  <ns0:pt x="429943" y="767130"/>
                </ns0:lnTo>
                <ns0:lnTo>
                  <ns0:pt x="430971" y="768270"/>
                </ns0:lnTo>
                <ns0:lnTo>
                  <ns0:pt x="432000" y="769034"/>
                </ns0:lnTo>
                <ns0:lnTo>
                  <ns0:pt x="433029" y="771624"/>
                </ns0:lnTo>
                <ns0:lnTo>
                  <ns0:pt x="434057" y="774538"/>
                </ns0:lnTo>
                <ns0:lnTo>
                  <ns0:pt x="435086" y="775235"/>
                </ns0:lnTo>
                <ns0:lnTo>
                  <ns0:pt x="436114" y="775376"/>
                </ns0:lnTo>
                <ns0:lnTo>
                  <ns0:pt x="437143" y="775503"/>
                </ns0:lnTo>
                <ns0:lnTo>
                  <ns0:pt x="438171" y="775386"/>
                </ns0:lnTo>
                <ns0:lnTo>
                  <ns0:pt x="439200" y="775205"/>
                </ns0:lnTo>
                <ns0:lnTo>
                  <ns0:pt x="440229" y="774118"/>
                </ns0:lnTo>
                <ns0:lnTo>
                  <ns0:pt x="441257" y="772907"/>
                </ns0:lnTo>
                <ns0:lnTo>
                  <ns0:pt x="442286" y="771925"/>
                </ns0:lnTo>
                <ns0:lnTo>
                  <ns0:pt x="443314" y="770437"/>
                </ns0:lnTo>
                <ns0:lnTo>
                  <ns0:pt x="444343" y="768496"/>
                </ns0:lnTo>
                <ns0:lnTo>
                  <ns0:pt x="445371" y="766583"/>
                </ns0:lnTo>
                <ns0:lnTo>
                  <ns0:pt x="446400" y="764489"/>
                </ns0:lnTo>
                <ns0:lnTo>
                  <ns0:pt x="447429" y="763373"/>
                </ns0:lnTo>
                <ns0:lnTo>
                  <ns0:pt x="448457" y="761986"/>
                </ns0:lnTo>
                <ns0:lnTo>
                  <ns0:pt x="449486" y="760799"/>
                </ns0:lnTo>
                <ns0:lnTo>
                  <ns0:pt x="450514" y="761381"/>
                </ns0:lnTo>
                <ns0:lnTo>
                  <ns0:pt x="451543" y="761974"/>
                </ns0:lnTo>
                <ns0:lnTo>
                  <ns0:pt x="452571" y="763669"/>
                </ns0:lnTo>
                <ns0:lnTo>
                  <ns0:pt x="453600" y="764922"/>
                </ns0:lnTo>
                <ns0:lnTo>
                  <ns0:pt x="454629" y="765980"/>
                </ns0:lnTo>
                <ns0:lnTo>
                  <ns0:pt x="455657" y="765974"/>
                </ns0:lnTo>
                <ns0:lnTo>
                  <ns0:pt x="456686" y="765559"/>
                </ns0:lnTo>
                <ns0:lnTo>
                  <ns0:pt x="457714" y="764973"/>
                </ns0:lnTo>
                <ns0:lnTo>
                  <ns0:pt x="458743" y="761412"/>
                </ns0:lnTo>
                <ns0:lnTo>
                  <ns0:pt x="459771" y="756790"/>
                </ns0:lnTo>
                <ns0:lnTo>
                  <ns0:pt x="460800" y="755420"/>
                </ns0:lnTo>
                <ns0:lnTo>
                  <ns0:pt x="461829" y="755017"/>
                </ns0:lnTo>
                <ns0:lnTo>
                  <ns0:pt x="462857" y="754811"/>
                </ns0:lnTo>
                <ns0:lnTo>
                  <ns0:pt x="463886" y="755760"/>
                </ns0:lnTo>
                <ns0:lnTo>
                  <ns0:pt x="464914" y="756503"/>
                </ns0:lnTo>
                <ns0:lnTo>
                  <ns0:pt x="465943" y="756724"/>
                </ns0:lnTo>
                <ns0:lnTo>
                  <ns0:pt x="466971" y="757101"/>
                </ns0:lnTo>
                <ns0:lnTo>
                  <ns0:pt x="468000" y="757086"/>
                </ns0:lnTo>
                <ns0:lnTo>
                  <ns0:pt x="469029" y="757064"/>
                </ns0:lnTo>
                <ns0:lnTo>
                  <ns0:pt x="470057" y="757295"/>
                </ns0:lnTo>
                <ns0:lnTo>
                  <ns0:pt x="471086" y="757322"/>
                </ns0:lnTo>
                <ns0:lnTo>
                  <ns0:pt x="472114" y="757347"/>
                </ns0:lnTo>
                <ns0:lnTo>
                  <ns0:pt x="473143" y="758425"/>
                </ns0:lnTo>
                <ns0:lnTo>
                  <ns0:pt x="474171" y="760511"/>
                </ns0:lnTo>
                <ns0:lnTo>
                  <ns0:pt x="475200" y="762824"/>
                </ns0:lnTo>
                <ns0:lnTo>
                  <ns0:pt x="476229" y="763602"/>
                </ns0:lnTo>
                <ns0:lnTo>
                  <ns0:pt x="477257" y="764408"/>
                </ns0:lnTo>
                <ns0:lnTo>
                  <ns0:pt x="478286" y="762683"/>
                </ns0:lnTo>
                <ns0:lnTo>
                  <ns0:pt x="479314" y="761150"/>
                </ns0:lnTo>
                <ns0:lnTo>
                  <ns0:pt x="480343" y="760146"/>
                </ns0:lnTo>
                <ns0:lnTo>
                  <ns0:pt x="481371" y="759817"/>
                </ns0:lnTo>
                <ns0:lnTo>
                  <ns0:pt x="482400" y="759764"/>
                </ns0:lnTo>
                <ns0:lnTo>
                  <ns0:pt x="483429" y="759984"/>
                </ns0:lnTo>
                <ns0:lnTo>
                  <ns0:pt x="484457" y="760545"/>
                </ns0:lnTo>
                <ns0:lnTo>
                  <ns0:pt x="485486" y="761178"/>
                </ns0:lnTo>
                <ns0:lnTo>
                  <ns0:pt x="486514" y="761221"/>
                </ns0:lnTo>
                <ns0:lnTo>
                  <ns0:pt x="487543" y="761920"/>
                </ns0:lnTo>
                <ns0:lnTo>
                  <ns0:pt x="488571" y="762622"/>
                </ns0:lnTo>
                <ns0:lnTo>
                  <ns0:pt x="489600" y="762377"/>
                </ns0:lnTo>
                <ns0:lnTo>
                  <ns0:pt x="490629" y="761732"/>
                </ns0:lnTo>
                <ns0:lnTo>
                  <ns0:pt x="491657" y="761586"/>
                </ns0:lnTo>
                <ns0:lnTo>
                  <ns0:pt x="492686" y="761111"/>
                </ns0:lnTo>
                <ns0:lnTo>
                  <ns0:pt x="493714" y="760860"/>
                </ns0:lnTo>
                <ns0:lnTo>
                  <ns0:pt x="494743" y="761559"/>
                </ns0:lnTo>
                <ns0:lnTo>
                  <ns0:pt x="495771" y="761889"/>
                </ns0:lnTo>
                <ns0:lnTo>
                  <ns0:pt x="496800" y="762053"/>
                </ns0:lnTo>
                <ns0:lnTo>
                  <ns0:pt x="497829" y="762116"/>
                </ns0:lnTo>
                <ns0:lnTo>
                  <ns0:pt x="498857" y="761106"/>
                </ns0:lnTo>
                <ns0:lnTo>
                  <ns0:pt x="499886" y="758886"/>
                </ns0:lnTo>
                <ns0:lnTo>
                  <ns0:pt x="500914" y="756073"/>
                </ns0:lnTo>
                <ns0:lnTo>
                  <ns0:pt x="501943" y="755219"/>
                </ns0:lnTo>
                <ns0:lnTo>
                  <ns0:pt x="502971" y="753291"/>
                </ns0:lnTo>
                <ns0:lnTo>
                  <ns0:pt x="504000" y="752658"/>
                </ns0:lnTo>
                <ns0:lnTo>
                  <ns0:pt x="505029" y="752686"/>
                </ns0:lnTo>
                <ns0:lnTo>
                  <ns0:pt x="506057" y="752494"/>
                </ns0:lnTo>
                <ns0:lnTo>
                  <ns0:pt x="507086" y="752463"/>
                </ns0:lnTo>
                <ns0:lnTo>
                  <ns0:pt x="508114" y="752686"/>
                </ns0:lnTo>
                <ns0:lnTo>
                  <ns0:pt x="509143" y="752355"/>
                </ns0:lnTo>
                <ns0:lnTo>
                  <ns0:pt x="510171" y="753092"/>
                </ns0:lnTo>
                <ns0:lnTo>
                  <ns0:pt x="511200" y="756798"/>
                </ns0:lnTo>
                <ns0:lnTo>
                  <ns0:pt x="512229" y="760825"/>
                </ns0:lnTo>
                <ns0:lnTo>
                  <ns0:pt x="513257" y="761427"/>
                </ns0:lnTo>
                <ns0:lnTo>
                  <ns0:pt x="514286" y="761628"/>
                </ns0:lnTo>
                <ns0:lnTo>
                  <ns0:pt x="515314" y="762363"/>
                </ns0:lnTo>
                <ns0:lnTo>
                  <ns0:pt x="516343" y="763460"/>
                </ns0:lnTo>
                <ns0:lnTo>
                  <ns0:pt x="517371" y="764383"/>
                </ns0:lnTo>
                <ns0:lnTo>
                  <ns0:pt x="518400" y="765078"/>
                </ns0:lnTo>
                <ns0:lnTo>
                  <ns0:pt x="519429" y="765235"/>
                </ns0:lnTo>
                <ns0:lnTo>
                  <ns0:pt x="520457" y="764517"/>
                </ns0:lnTo>
                <ns0:lnTo>
                  <ns0:pt x="521486" y="764108"/>
                </ns0:lnTo>
                <ns0:lnTo>
                  <ns0:pt x="522514" y="764447"/>
                </ns0:lnTo>
                <ns0:lnTo>
                  <ns0:pt x="523543" y="764370"/>
                </ns0:lnTo>
                <ns0:lnTo>
                  <ns0:pt x="524571" y="764345"/>
                </ns0:lnTo>
                <ns0:lnTo>
                  <ns0:pt x="525600" y="764563"/>
                </ns0:lnTo>
                <ns0:lnTo>
                  <ns0:pt x="526629" y="764522"/>
                </ns0:lnTo>
                <ns0:lnTo>
                  <ns0:pt x="527657" y="764099"/>
                </ns0:lnTo>
                <ns0:lnTo>
                  <ns0:pt x="528686" y="764446"/>
                </ns0:lnTo>
                <ns0:lnTo>
                  <ns0:pt x="529714" y="764665"/>
                </ns0:lnTo>
                <ns0:lnTo>
                  <ns0:pt x="530743" y="764863"/>
                </ns0:lnTo>
                <ns0:lnTo>
                  <ns0:pt x="531771" y="764870"/>
                </ns0:lnTo>
                <ns0:lnTo>
                  <ns0:pt x="532800" y="764858"/>
                </ns0:lnTo>
                <ns0:lnTo>
                  <ns0:pt x="533829" y="764720"/>
                </ns0:lnTo>
                <ns0:lnTo>
                  <ns0:pt x="534857" y="765594"/>
                </ns0:lnTo>
                <ns0:lnTo>
                  <ns0:pt x="535886" y="766278"/>
                </ns0:lnTo>
                <ns0:lnTo>
                  <ns0:pt x="536914" y="763978"/>
                </ns0:lnTo>
                <ns0:lnTo>
                  <ns0:pt x="537943" y="760507"/>
                </ns0:lnTo>
                <ns0:lnTo>
                  <ns0:pt x="538971" y="759662"/>
                </ns0:lnTo>
                <ns0:lnTo>
                  <ns0:pt x="540000" y="759262"/>
                </ns0:lnTo>
                <ns0:lnTo>
                  <ns0:pt x="541029" y="758962"/>
                </ns0:lnTo>
                <ns0:lnTo>
                  <ns0:pt x="542057" y="758957"/>
                </ns0:lnTo>
                <ns0:lnTo>
                  <ns0:pt x="543086" y="759381"/>
                </ns0:lnTo>
                <ns0:lnTo>
                  <ns0:pt x="544114" y="758887"/>
                </ns0:lnTo>
                <ns0:lnTo>
                  <ns0:pt x="545143" y="758929"/>
                </ns0:lnTo>
                <ns0:lnTo>
                  <ns0:pt x="546171" y="759152"/>
                </ns0:lnTo>
                <ns0:lnTo>
                  <ns0:pt x="547200" y="759135"/>
                </ns0:lnTo>
                <ns0:lnTo>
                  <ns0:pt x="548229" y="758637"/>
                </ns0:lnTo>
                <ns0:lnTo>
                  <ns0:pt x="549257" y="759363"/>
                </ns0:lnTo>
                <ns0:lnTo>
                  <ns0:pt x="550286" y="760419"/>
                </ns0:lnTo>
                <ns0:lnTo>
                  <ns0:pt x="551314" y="761303"/>
                </ns0:lnTo>
                <ns0:lnTo>
                  <ns0:pt x="552343" y="761546"/>
                </ns0:lnTo>
                <ns0:lnTo>
                  <ns0:pt x="553371" y="761563"/>
                </ns0:lnTo>
                <ns0:lnTo>
                  <ns0:pt x="554400" y="761361"/>
                </ns0:lnTo>
                <ns0:lnTo>
                  <ns0:pt x="555429" y="761266"/>
                </ns0:lnTo>
                <ns0:lnTo>
                  <ns0:pt x="556457" y="761227"/>
                </ns0:lnTo>
                <ns0:lnTo>
                  <ns0:pt x="557486" y="761420"/>
                </ns0:lnTo>
                <ns0:lnTo>
                  <ns0:pt x="558514" y="761586"/>
                </ns0:lnTo>
                <ns0:lnTo>
                  <ns0:pt x="559543" y="762220"/>
                </ns0:lnTo>
                <ns0:lnTo>
                  <ns0:pt x="560571" y="762324"/>
                </ns0:lnTo>
                <ns0:lnTo>
                  <ns0:pt x="561600" y="762900"/>
                </ns0:lnTo>
                <ns0:lnTo>
                  <ns0:pt x="562629" y="763072"/>
                </ns0:lnTo>
                <ns0:lnTo>
                  <ns0:pt x="563657" y="763272"/>
                </ns0:lnTo>
                <ns0:lnTo>
                  <ns0:pt x="564686" y="763471"/>
                </ns0:lnTo>
                <ns0:lnTo>
                  <ns0:pt x="565714" y="763409"/>
                </ns0:lnTo>
                <ns0:lnTo>
                  <ns0:pt x="566743" y="763190"/>
                </ns0:lnTo>
                <ns0:lnTo>
                  <ns0:pt x="567771" y="762549"/>
                </ns0:lnTo>
                <ns0:lnTo>
                  <ns0:pt x="568800" y="761668"/>
                </ns0:lnTo>
                <ns0:lnTo>
                  <ns0:pt x="569829" y="761813"/>
                </ns0:lnTo>
                <ns0:lnTo>
                  <ns0:pt x="570857" y="761849"/>
                </ns0:lnTo>
                <ns0:lnTo>
                  <ns0:pt x="571886" y="761619"/>
                </ns0:lnTo>
                <ns0:lnTo>
                  <ns0:pt x="572914" y="762234"/>
                </ns0:lnTo>
                <ns0:lnTo>
                  <ns0:pt x="573943" y="763865"/>
                </ns0:lnTo>
                <ns0:lnTo>
                  <ns0:pt x="574971" y="763880"/>
                </ns0:lnTo>
                <ns0:lnTo>
                  <ns0:pt x="576000" y="763625"/>
                </ns0:lnTo>
                <ns0:lnTo>
                  <ns0:pt x="577029" y="763983"/>
                </ns0:lnTo>
                <ns0:lnTo>
                  <ns0:pt x="578057" y="766671"/>
                </ns0:lnTo>
                <ns0:lnTo>
                  <ns0:pt x="579086" y="768610"/>
                </ns0:lnTo>
                <ns0:lnTo>
                  <ns0:pt x="580114" y="769640"/>
                </ns0:lnTo>
                <ns0:lnTo>
                  <ns0:pt x="581143" y="769910"/>
                </ns0:lnTo>
                <ns0:lnTo>
                  <ns0:pt x="582171" y="770135"/>
                </ns0:lnTo>
                <ns0:lnTo>
                  <ns0:pt x="583200" y="771542"/>
                </ns0:lnTo>
                <ns0:lnTo>
                  <ns0:pt x="584229" y="771807"/>
                </ns0:lnTo>
                <ns0:lnTo>
                  <ns0:pt x="585257" y="771505"/>
                </ns0:lnTo>
                <ns0:lnTo>
                  <ns0:pt x="586286" y="771098"/>
                </ns0:lnTo>
                <ns0:lnTo>
                  <ns0:pt x="587314" y="770153"/>
                </ns0:lnTo>
                <ns0:lnTo>
                  <ns0:pt x="588343" y="770245"/>
                </ns0:lnTo>
                <ns0:lnTo>
                  <ns0:pt x="589371" y="770185"/>
                </ns0:lnTo>
                <ns0:lnTo>
                  <ns0:pt x="590400" y="770023"/>
                </ns0:lnTo>
                <ns0:lnTo>
                  <ns0:pt x="591429" y="770047"/>
                </ns0:lnTo>
                <ns0:lnTo>
                  <ns0:pt x="592457" y="769994"/>
                </ns0:lnTo>
                <ns0:lnTo>
                  <ns0:pt x="593486" y="770020"/>
                </ns0:lnTo>
                <ns0:lnTo>
                  <ns0:pt x="594514" y="770088"/>
                </ns0:lnTo>
                <ns0:lnTo>
                  <ns0:pt x="595543" y="770143"/>
                </ns0:lnTo>
                <ns0:lnTo>
                  <ns0:pt x="596571" y="770100"/>
                </ns0:lnTo>
                <ns0:lnTo>
                  <ns0:pt x="597600" y="770101"/>
                </ns0:lnTo>
                <ns0:lnTo>
                  <ns0:pt x="598629" y="771388"/>
                </ns0:lnTo>
                <ns0:lnTo>
                  <ns0:pt x="599657" y="772432"/>
                </ns0:lnTo>
                <ns0:lnTo>
                  <ns0:pt x="600686" y="773412"/>
                </ns0:lnTo>
                <ns0:lnTo>
                  <ns0:pt x="601714" y="773542"/>
                </ns0:lnTo>
                <ns0:lnTo>
                  <ns0:pt x="602743" y="772913"/>
                </ns0:lnTo>
                <ns0:lnTo>
                  <ns0:pt x="603771" y="770836"/>
                </ns0:lnTo>
                <ns0:lnTo>
                  <ns0:pt x="604800" y="769094"/>
                </ns0:lnTo>
                <ns0:lnTo>
                  <ns0:pt x="605829" y="768479"/>
                </ns0:lnTo>
                <ns0:lnTo>
                  <ns0:pt x="606857" y="768590"/>
                </ns0:lnTo>
                <ns0:lnTo>
                  <ns0:pt x="607886" y="768750"/>
                </ns0:lnTo>
                <ns0:lnTo>
                  <ns0:pt x="608914" y="767264"/>
                </ns0:lnTo>
                <ns0:lnTo>
                  <ns0:pt x="609943" y="767193"/>
                </ns0:lnTo>
                <ns0:lnTo>
                  <ns0:pt x="610971" y="767830"/>
                </ns0:lnTo>
                <ns0:lnTo>
                  <ns0:pt x="612000" y="768194"/>
                </ns0:lnTo>
                <ns0:lnTo>
                  <ns0:pt x="613029" y="768107"/>
                </ns0:lnTo>
                <ns0:lnTo>
                  <ns0:pt x="614057" y="767519"/>
                </ns0:lnTo>
                <ns0:lnTo>
                  <ns0:pt x="615086" y="768054"/>
                </ns0:lnTo>
                <ns0:lnTo>
                  <ns0:pt x="616114" y="769041"/>
                </ns0:lnTo>
                <ns0:lnTo>
                  <ns0:pt x="617143" y="769956"/>
                </ns0:lnTo>
                <ns0:lnTo>
                  <ns0:pt x="618171" y="759109"/>
                </ns0:lnTo>
                <ns0:lnTo>
                  <ns0:pt x="619200" y="759111"/>
                </ns0:lnTo>
                <ns0:lnTo>
                  <ns0:pt x="620229" y="758150"/>
                </ns0:lnTo>
                <ns0:lnTo>
                  <ns0:pt x="621257" y="757058"/>
                </ns0:lnTo>
                <ns0:lnTo>
                  <ns0:pt x="622286" y="755976"/>
                </ns0:lnTo>
                <ns0:lnTo>
                  <ns0:pt x="623314" y="754959"/>
                </ns0:lnTo>
                <ns0:lnTo>
                  <ns0:pt x="624343" y="754242"/>
                </ns0:lnTo>
                <ns0:lnTo>
                  <ns0:pt x="625371" y="753762"/>
                </ns0:lnTo>
                <ns0:lnTo>
                  <ns0:pt x="626400" y="753299"/>
                </ns0:lnTo>
                <ns0:lnTo>
                  <ns0:pt x="627429" y="752554"/>
                </ns0:lnTo>
                <ns0:lnTo>
                  <ns0:pt x="628457" y="751576"/>
                </ns0:lnTo>
                <ns0:lnTo>
                  <ns0:pt x="629486" y="750625"/>
                </ns0:lnTo>
                <ns0:lnTo>
                  <ns0:pt x="630514" y="749886"/>
                </ns0:lnTo>
                <ns0:lnTo>
                  <ns0:pt x="631543" y="747741"/>
                </ns0:lnTo>
                <ns0:lnTo>
                  <ns0:pt x="632571" y="745910"/>
                </ns0:lnTo>
                <ns0:lnTo>
                  <ns0:pt x="633600" y="744299"/>
                </ns0:lnTo>
                <ns0:lnTo>
                  <ns0:pt x="634629" y="742453"/>
                </ns0:lnTo>
                <ns0:lnTo>
                  <ns0:pt x="635657" y="739034"/>
                </ns0:lnTo>
                <ns0:lnTo>
                  <ns0:pt x="636686" y="735043"/>
                </ns0:lnTo>
                <ns0:lnTo>
                  <ns0:pt x="637714" y="731813"/>
                </ns0:lnTo>
                <ns0:lnTo>
                  <ns0:pt x="638743" y="729246"/>
                </ns0:lnTo>
                <ns0:lnTo>
                  <ns0:pt x="639771" y="725280"/>
                </ns0:lnTo>
                <ns0:lnTo>
                  <ns0:pt x="640800" y="719713"/>
                </ns0:lnTo>
                <ns0:lnTo>
                  <ns0:pt x="641829" y="711264"/>
                </ns0:lnTo>
                <ns0:lnTo>
                  <ns0:pt x="642857" y="706030"/>
                </ns0:lnTo>
                <ns0:lnTo>
                  <ns0:pt x="643886" y="702789"/>
                </ns0:lnTo>
                <ns0:lnTo>
                  <ns0:pt x="644914" y="699357"/>
                </ns0:lnTo>
                <ns0:lnTo>
                  <ns0:pt x="645943" y="694934"/>
                </ns0:lnTo>
                <ns0:lnTo>
                  <ns0:pt x="646971" y="689884"/>
                </ns0:lnTo>
                <ns0:lnTo>
                  <ns0:pt x="648000" y="684085"/>
                </ns0:lnTo>
                <ns0:lnTo>
                  <ns0:pt x="649029" y="678167"/>
                </ns0:lnTo>
                <ns0:lnTo>
                  <ns0:pt x="650057" y="673288"/>
                </ns0:lnTo>
                <ns0:lnTo>
                  <ns0:pt x="651086" y="669021"/>
                </ns0:lnTo>
                <ns0:lnTo>
                  <ns0:pt x="652114" y="665062"/>
                </ns0:lnTo>
                <ns0:lnTo>
                  <ns0:pt x="653143" y="660584"/>
                </ns0:lnTo>
                <ns0:lnTo>
                  <ns0:pt x="654171" y="655782"/>
                </ns0:lnTo>
                <ns0:lnTo>
                  <ns0:pt x="655200" y="650906"/>
                </ns0:lnTo>
                <ns0:lnTo>
                  <ns0:pt x="656229" y="646477"/>
                </ns0:lnTo>
                <ns0:lnTo>
                  <ns0:pt x="657257" y="643402"/>
                </ns0:lnTo>
                <ns0:lnTo>
                  <ns0:pt x="658286" y="641579"/>
                </ns0:lnTo>
                <ns0:lnTo>
                  <ns0:pt x="659314" y="640780"/>
                </ns0:lnTo>
                <ns0:lnTo>
                  <ns0:pt x="660343" y="640647"/>
                </ns0:lnTo>
                <ns0:lnTo>
                  <ns0:pt x="661371" y="638787"/>
                </ns0:lnTo>
                <ns0:lnTo>
                  <ns0:pt x="662400" y="637455"/>
                </ns0:lnTo>
                <ns0:lnTo>
                  <ns0:pt x="663429" y="637514"/>
                </ns0:lnTo>
                <ns0:lnTo>
                  <ns0:pt x="664457" y="637836"/>
                </ns0:lnTo>
                <ns0:lnTo>
                  <ns0:pt x="665486" y="637872"/>
                </ns0:lnTo>
                <ns0:lnTo>
                  <ns0:pt x="666514" y="638009"/>
                </ns0:lnTo>
                <ns0:lnTo>
                  <ns0:pt x="667543" y="638151"/>
                </ns0:lnTo>
                <ns0:lnTo>
                  <ns0:pt x="668571" y="637774"/>
                </ns0:lnTo>
                <ns0:lnTo>
                  <ns0:pt x="669600" y="637736"/>
                </ns0:lnTo>
                <ns0:lnTo>
                  <ns0:pt x="670629" y="637615"/>
                </ns0:lnTo>
                <ns0:lnTo>
                  <ns0:pt x="671657" y="637147"/>
                </ns0:lnTo>
                <ns0:lnTo>
                  <ns0:pt x="672686" y="636264"/>
                </ns0:lnTo>
                <ns0:lnTo>
                  <ns0:pt x="673714" y="635487"/>
                </ns0:lnTo>
                <ns0:lnTo>
                  <ns0:pt x="674743" y="634318"/>
                </ns0:lnTo>
                <ns0:lnTo>
                  <ns0:pt x="675771" y="634043"/>
                </ns0:lnTo>
                <ns0:lnTo>
                  <ns0:pt x="676800" y="636143"/>
                </ns0:lnTo>
                <ns0:lnTo>
                  <ns0:pt x="677829" y="639157"/>
                </ns0:lnTo>
                <ns0:lnTo>
                  <ns0:pt x="678857" y="640314"/>
                </ns0:lnTo>
                <ns0:lnTo>
                  <ns0:pt x="679886" y="638219"/>
                </ns0:lnTo>
                <ns0:lnTo>
                  <ns0:pt x="680914" y="635682"/>
                </ns0:lnTo>
                <ns0:lnTo>
                  <ns0:pt x="681943" y="634125"/>
                </ns0:lnTo>
                <ns0:lnTo>
                  <ns0:pt x="682971" y="633235"/>
                </ns0:lnTo>
                <ns0:lnTo>
                  <ns0:pt x="684000" y="632537"/>
                </ns0:lnTo>
                <ns0:lnTo>
                  <ns0:pt x="685029" y="632542"/>
                </ns0:lnTo>
                <ns0:lnTo>
                  <ns0:pt x="686057" y="631695"/>
                </ns0:lnTo>
                <ns0:lnTo>
                  <ns0:pt x="687086" y="630484"/>
                </ns0:lnTo>
                <ns0:lnTo>
                  <ns0:pt x="688114" y="629258"/>
                </ns0:lnTo>
                <ns0:lnTo>
                  <ns0:pt x="689143" y="629494"/>
                </ns0:lnTo>
                <ns0:lnTo>
                  <ns0:pt x="690171" y="629680"/>
                </ns0:lnTo>
                <ns0:lnTo>
                  <ns0:pt x="691200" y="629566"/>
                </ns0:lnTo>
                <ns0:lnTo>
                  <ns0:pt x="692229" y="628336"/>
                </ns0:lnTo>
                <ns0:lnTo>
                  <ns0:pt x="693257" y="627357"/>
                </ns0:lnTo>
                <ns0:lnTo>
                  <ns0:pt x="694286" y="628771"/>
                </ns0:lnTo>
                <ns0:lnTo>
                  <ns0:pt x="695314" y="630907"/>
                </ns0:lnTo>
                <ns0:lnTo>
                  <ns0:pt x="696343" y="632305"/>
                </ns0:lnTo>
                <ns0:lnTo>
                  <ns0:pt x="697371" y="632961"/>
                </ns0:lnTo>
                <ns0:lnTo>
                  <ns0:pt x="698400" y="633072"/>
                </ns0:lnTo>
                <ns0:lnTo>
                  <ns0:pt x="699429" y="633098"/>
                </ns0:lnTo>
                <ns0:lnTo>
                  <ns0:pt x="700457" y="632709"/>
                </ns0:lnTo>
                <ns0:lnTo>
                  <ns0:pt x="701486" y="631433"/>
                </ns0:lnTo>
                <ns0:lnTo>
                  <ns0:pt x="702514" y="628288"/>
                </ns0:lnTo>
                <ns0:lnTo>
                  <ns0:pt x="703543" y="623739"/>
                </ns0:lnTo>
                <ns0:lnTo>
                  <ns0:pt x="704571" y="620518"/>
                </ns0:lnTo>
                <ns0:lnTo>
                  <ns0:pt x="705600" y="619543"/>
                </ns0:lnTo>
                <ns0:lnTo>
                  <ns0:pt x="706629" y="619552"/>
                </ns0:lnTo>
                <ns0:lnTo>
                  <ns0:pt x="707657" y="619553"/>
                </ns0:lnTo>
                <ns0:lnTo>
                  <ns0:pt x="708686" y="619805"/>
                </ns0:lnTo>
                <ns0:lnTo>
                  <ns0:pt x="709714" y="620106"/>
                </ns0:lnTo>
                <ns0:lnTo>
                  <ns0:pt x="710743" y="619430"/>
                </ns0:lnTo>
                <ns0:lnTo>
                  <ns0:pt x="711771" y="618959"/>
                </ns0:lnTo>
                <ns0:lnTo>
                  <ns0:pt x="712800" y="619361"/>
                </ns0:lnTo>
                <ns0:lnTo>
                  <ns0:pt x="713829" y="619182"/>
                </ns0:lnTo>
                <ns0:lnTo>
                  <ns0:pt x="714857" y="618894"/>
                </ns0:lnTo>
                <ns0:lnTo>
                  <ns0:pt x="715886" y="618960"/>
                </ns0:lnTo>
                <ns0:lnTo>
                  <ns0:pt x="716914" y="618728"/>
                </ns0:lnTo>
                <ns0:lnTo>
                  <ns0:pt x="717943" y="618798"/>
                </ns0:lnTo>
                <ns0:lnTo>
                  <ns0:pt x="718971" y="617969"/>
                </ns0:lnTo>
                <ns0:lnTo>
                  <ns0:pt x="720000" y="615181"/>
                </ns0:lnTo>
                <ns0:lnTo>
                  <ns0:pt x="721029" y="611444"/>
                </ns0:lnTo>
                <ns0:lnTo>
                  <ns0:pt x="722057" y="608289"/>
                </ns0:lnTo>
                <ns0:lnTo>
                  <ns0:pt x="723086" y="605882"/>
                </ns0:lnTo>
                <ns0:lnTo>
                  <ns0:pt x="724114" y="604302"/>
                </ns0:lnTo>
                <ns0:lnTo>
                  <ns0:pt x="725143" y="602748"/>
                </ns0:lnTo>
                <ns0:lnTo>
                  <ns0:pt x="726171" y="602097"/>
                </ns0:lnTo>
                <ns0:lnTo>
                  <ns0:pt x="727200" y="601734"/>
                </ns0:lnTo>
                <ns0:lnTo>
                  <ns0:pt x="728229" y="601687"/>
                </ns0:lnTo>
                <ns0:lnTo>
                  <ns0:pt x="729257" y="601997"/>
                </ns0:lnTo>
                <ns0:lnTo>
                  <ns0:pt x="730286" y="602249"/>
                </ns0:lnTo>
                <ns0:lnTo>
                  <ns0:pt x="731314" y="603506"/>
                </ns0:lnTo>
                <ns0:lnTo>
                  <ns0:pt x="732343" y="604168"/>
                </ns0:lnTo>
                <ns0:lnTo>
                  <ns0:pt x="733371" y="604302"/>
                </ns0:lnTo>
                <ns0:lnTo>
                  <ns0:pt x="734400" y="603383"/>
                </ns0:lnTo>
                <ns0:lnTo>
                  <ns0:pt x="735429" y="601676"/>
                </ns0:lnTo>
                <ns0:lnTo>
                  <ns0:pt x="736457" y="601522"/>
                </ns0:lnTo>
                <ns0:lnTo>
                  <ns0:pt x="737486" y="601147"/>
                </ns0:lnTo>
                <ns0:lnTo>
                  <ns0:pt x="738514" y="600192"/>
                </ns0:lnTo>
                <ns0:lnTo>
                  <ns0:pt x="739543" y="600967"/>
                </ns0:lnTo>
                <ns0:lnTo>
                  <ns0:pt x="740571" y="600998"/>
                </ns0:lnTo>
                <ns0:lnTo>
                  <ns0:pt x="741600" y="600806"/>
                </ns0:lnTo>
                <ns0:lnTo>
                  <ns0:pt x="742629" y="600504"/>
                </ns0:lnTo>
                <ns0:lnTo>
                  <ns0:pt x="743657" y="600141"/>
                </ns0:lnTo>
                <ns0:lnTo>
                  <ns0:pt x="744686" y="600545"/>
                </ns0:lnTo>
                <ns0:lnTo>
                  <ns0:pt x="745714" y="601602"/>
                </ns0:lnTo>
                <ns0:lnTo>
                  <ns0:pt x="746743" y="603153"/>
                </ns0:lnTo>
                <ns0:lnTo>
                  <ns0:pt x="747771" y="603637"/>
                </ns0:lnTo>
                <ns0:lnTo>
                  <ns0:pt x="748800" y="604690"/>
                </ns0:lnTo>
                <ns0:lnTo>
                  <ns0:pt x="749829" y="605344"/>
                </ns0:lnTo>
                <ns0:lnTo>
                  <ns0:pt x="750857" y="605771"/>
                </ns0:lnTo>
                <ns0:lnTo>
                  <ns0:pt x="751886" y="606668"/>
                </ns0:lnTo>
                <ns0:lnTo>
                  <ns0:pt x="752914" y="606963"/>
                </ns0:lnTo>
                <ns0:lnTo>
                  <ns0:pt x="753943" y="606510"/>
                </ns0:lnTo>
                <ns0:lnTo>
                  <ns0:pt x="754971" y="605771"/>
                </ns0:lnTo>
                <ns0:lnTo>
                  <ns0:pt x="756000" y="605747"/>
                </ns0:lnTo>
                <ns0:lnTo>
                  <ns0:pt x="757029" y="605314"/>
                </ns0:lnTo>
                <ns0:lnTo>
                  <ns0:pt x="758057" y="605275"/>
                </ns0:lnTo>
                <ns0:lnTo>
                  <ns0:pt x="759086" y="606059"/>
                </ns0:lnTo>
                <ns0:lnTo>
                  <ns0:pt x="760114" y="606197"/>
                </ns0:lnTo>
                <ns0:lnTo>
                  <ns0:pt x="761143" y="606920"/>
                </ns0:lnTo>
                <ns0:lnTo>
                  <ns0:pt x="762171" y="607913"/>
                </ns0:lnTo>
                <ns0:lnTo>
                  <ns0:pt x="763200" y="608038"/>
                </ns0:lnTo>
                <ns0:lnTo>
                  <ns0:pt x="764229" y="608047"/>
                </ns0:lnTo>
                <ns0:lnTo>
                  <ns0:pt x="765257" y="608307"/>
                </ns0:lnTo>
                <ns0:lnTo>
                  <ns0:pt x="766286" y="608507"/>
                </ns0:lnTo>
                <ns0:lnTo>
                  <ns0:pt x="767314" y="608770"/>
                </ns0:lnTo>
                <ns0:lnTo>
                  <ns0:pt x="768343" y="609331"/>
                </ns0:lnTo>
                <ns0:lnTo>
                  <ns0:pt x="769371" y="610586"/>
                </ns0:lnTo>
                <ns0:lnTo>
                  <ns0:pt x="770400" y="610557"/>
                </ns0:lnTo>
                <ns0:lnTo>
                  <ns0:pt x="771429" y="610264"/>
                </ns0:lnTo>
                <ns0:lnTo>
                  <ns0:pt x="772457" y="609639"/>
                </ns0:lnTo>
                <ns0:lnTo>
                  <ns0:pt x="773486" y="609275"/>
                </ns0:lnTo>
                <ns0:lnTo>
                  <ns0:pt x="774514" y="608887"/>
                </ns0:lnTo>
                <ns0:lnTo>
                  <ns0:pt x="775543" y="609348"/>
                </ns0:lnTo>
                <ns0:lnTo>
                  <ns0:pt x="776571" y="609936"/>
                </ns0:lnTo>
                <ns0:lnTo>
                  <ns0:pt x="777600" y="609439"/>
                </ns0:lnTo>
                <ns0:lnTo>
                  <ns0:pt x="778629" y="609199"/>
                </ns0:lnTo>
                <ns0:lnTo>
                  <ns0:pt x="779657" y="609081"/>
                </ns0:lnTo>
                <ns0:lnTo>
                  <ns0:pt x="780686" y="609590"/>
                </ns0:lnTo>
                <ns0:lnTo>
                  <ns0:pt x="781714" y="610235"/>
                </ns0:lnTo>
                <ns0:lnTo>
                  <ns0:pt x="782743" y="609440"/>
                </ns0:lnTo>
                <ns0:lnTo>
                  <ns0:pt x="783771" y="608868"/>
                </ns0:lnTo>
                <ns0:lnTo>
                  <ns0:pt x="784800" y="608160"/>
                </ns0:lnTo>
                <ns0:lnTo>
                  <ns0:pt x="785829" y="607972"/>
                </ns0:lnTo>
                <ns0:lnTo>
                  <ns0:pt x="786857" y="606974"/>
                </ns0:lnTo>
                <ns0:lnTo>
                  <ns0:pt x="787886" y="606576"/>
                </ns0:lnTo>
                <ns0:lnTo>
                  <ns0:pt x="788914" y="607349"/>
                </ns0:lnTo>
                <ns0:lnTo>
                  <ns0:pt x="789943" y="607587"/>
                </ns0:lnTo>
                <ns0:lnTo>
                  <ns0:pt x="790971" y="607605"/>
                </ns0:lnTo>
                <ns0:lnTo>
                  <ns0:pt x="792000" y="607852"/>
                </ns0:lnTo>
                <ns0:lnTo>
                  <ns0:pt x="793029" y="608380"/>
                </ns0:lnTo>
                <ns0:lnTo>
                  <ns0:pt x="794057" y="607422"/>
                </ns0:lnTo>
                <ns0:lnTo>
                  <ns0:pt x="795086" y="605666"/>
                </ns0:lnTo>
                <ns0:lnTo>
                  <ns0:pt x="796114" y="605023"/>
                </ns0:lnTo>
                <ns0:lnTo>
                  <ns0:pt x="797143" y="604983"/>
                </ns0:lnTo>
                <ns0:lnTo>
                  <ns0:pt x="798171" y="604995"/>
                </ns0:lnTo>
                <ns0:lnTo>
                  <ns0:pt x="799200" y="605071"/>
                </ns0:lnTo>
                <ns0:lnTo>
                  <ns0:pt x="800229" y="604952"/>
                </ns0:lnTo>
                <ns0:lnTo>
                  <ns0:pt x="801257" y="603878"/>
                </ns0:lnTo>
                <ns0:lnTo>
                  <ns0:pt x="802286" y="602336"/>
                </ns0:lnTo>
                <ns0:lnTo>
                  <ns0:pt x="803314" y="602425"/>
                </ns0:lnTo>
                <ns0:lnTo>
                  <ns0:pt x="804343" y="602600"/>
                </ns0:lnTo>
                <ns0:lnTo>
                  <ns0:pt x="805371" y="602559"/>
                </ns0:lnTo>
                <ns0:lnTo>
                  <ns0:pt x="806400" y="601129"/>
                </ns0:lnTo>
                <ns0:lnTo>
                  <ns0:pt x="807429" y="598969"/>
                </ns0:lnTo>
                <ns0:lnTo>
                  <ns0:pt x="808457" y="598447"/>
                </ns0:lnTo>
                <ns0:lnTo>
                  <ns0:pt x="809486" y="598472"/>
                </ns0:lnTo>
                <ns0:lnTo>
                  <ns0:pt x="810514" y="597910"/>
                </ns0:lnTo>
                <ns0:lnTo>
                  <ns0:pt x="811543" y="598319"/>
                </ns0:lnTo>
                <ns0:lnTo>
                  <ns0:pt x="812571" y="599089"/>
                </ns0:lnTo>
                <ns0:lnTo>
                  <ns0:pt x="813600" y="596812"/>
                </ns0:lnTo>
                <ns0:lnTo>
                  <ns0:pt x="814629" y="594310"/>
                </ns0:lnTo>
                <ns0:lnTo>
                  <ns0:pt x="815657" y="593639"/>
                </ns0:lnTo>
                <ns0:lnTo>
                  <ns0:pt x="816686" y="593835"/>
                </ns0:lnTo>
                <ns0:lnTo>
                  <ns0:pt x="817714" y="594294"/>
                </ns0:lnTo>
                <ns0:lnTo>
                  <ns0:pt x="818743" y="593989"/>
                </ns0:lnTo>
                <ns0:lnTo>
                  <ns0:pt x="819771" y="593759"/>
                </ns0:lnTo>
                <ns0:lnTo>
                  <ns0:pt x="820800" y="594162"/>
                </ns0:lnTo>
                <ns0:lnTo>
                  <ns0:pt x="821829" y="594773"/>
                </ns0:lnTo>
                <ns0:lnTo>
                  <ns0:pt x="822857" y="596462"/>
                </ns0:lnTo>
                <ns0:lnTo>
                  <ns0:pt x="823886" y="598174"/>
                </ns0:lnTo>
                <ns0:lnTo>
                  <ns0:pt x="824914" y="599561"/>
                </ns0:lnTo>
                <ns0:lnTo>
                  <ns0:pt x="825943" y="600033"/>
                </ns0:lnTo>
                <ns0:lnTo>
                  <ns0:pt x="826971" y="599555"/>
                </ns0:lnTo>
                <ns0:lnTo>
                  <ns0:pt x="828000" y="599265"/>
                </ns0:lnTo>
                <ns0:lnTo>
                  <ns0:pt x="829029" y="598886"/>
                </ns0:lnTo>
                <ns0:lnTo>
                  <ns0:pt x="830057" y="600135"/>
                </ns0:lnTo>
                <ns0:lnTo>
                  <ns0:pt x="831086" y="601674"/>
                </ns0:lnTo>
                <ns0:lnTo>
                  <ns0:pt x="832114" y="602523"/>
                </ns0:lnTo>
                <ns0:lnTo>
                  <ns0:pt x="833143" y="604368"/>
                </ns0:lnTo>
                <ns0:lnTo>
                  <ns0:pt x="834171" y="606789"/>
                </ns0:lnTo>
                <ns0:lnTo>
                  <ns0:pt x="835200" y="607769"/>
                </ns0:lnTo>
                <ns0:lnTo>
                  <ns0:pt x="836229" y="607966"/>
                </ns0:lnTo>
                <ns0:lnTo>
                  <ns0:pt x="837257" y="607840"/>
                </ns0:lnTo>
                <ns0:lnTo>
                  <ns0:pt x="838286" y="607375"/>
                </ns0:lnTo>
                <ns0:lnTo>
                  <ns0:pt x="839314" y="606924"/>
                </ns0:lnTo>
                <ns0:lnTo>
                  <ns0:pt x="840343" y="606819"/>
                </ns0:lnTo>
                <ns0:lnTo>
                  <ns0:pt x="841371" y="607044"/>
                </ns0:lnTo>
                <ns0:lnTo>
                  <ns0:pt x="842400" y="607987"/>
                </ns0:lnTo>
                <ns0:lnTo>
                  <ns0:pt x="843429" y="607401"/>
                </ns0:lnTo>
                <ns0:lnTo>
                  <ns0:pt x="844457" y="606947"/>
                </ns0:lnTo>
                <ns0:lnTo>
                  <ns0:pt x="845486" y="607229"/>
                </ns0:lnTo>
                <ns0:lnTo>
                  <ns0:pt x="846514" y="607280"/>
                </ns0:lnTo>
                <ns0:lnTo>
                  <ns0:pt x="847543" y="607327"/>
                </ns0:lnTo>
                <ns0:lnTo>
                  <ns0:pt x="848571" y="606736"/>
                </ns0:lnTo>
                <ns0:lnTo>
                  <ns0:pt x="849600" y="605949"/>
                </ns0:lnTo>
                <ns0:lnTo>
                  <ns0:pt x="850629" y="605053"/>
                </ns0:lnTo>
                <ns0:lnTo>
                  <ns0:pt x="851657" y="604483"/>
                </ns0:lnTo>
                <ns0:lnTo>
                  <ns0:pt x="852686" y="604314"/>
                </ns0:lnTo>
                <ns0:lnTo>
                  <ns0:pt x="853714" y="604476"/>
                </ns0:lnTo>
                <ns0:lnTo>
                  <ns0:pt x="854743" y="604299"/>
                </ns0:lnTo>
                <ns0:lnTo>
                  <ns0:pt x="855771" y="603161"/>
                </ns0:lnTo>
                <ns0:lnTo>
                  <ns0:pt x="856800" y="601893"/>
                </ns0:lnTo>
                <ns0:lnTo>
                  <ns0:pt x="857829" y="602035"/>
                </ns0:lnTo>
                <ns0:lnTo>
                  <ns0:pt x="858857" y="601135"/>
                </ns0:lnTo>
                <ns0:lnTo>
                  <ns0:pt x="859886" y="598516"/>
                </ns0:lnTo>
                <ns0:lnTo>
                  <ns0:pt x="860914" y="597381"/>
                </ns0:lnTo>
                <ns0:lnTo>
                  <ns0:pt x="861943" y="597291"/>
                </ns0:lnTo>
                <ns0:lnTo>
                  <ns0:pt x="862971" y="598726"/>
                </ns0:lnTo>
                <ns0:lnTo>
                  <ns0:pt x="864000" y="599471"/>
                </ns0:lnTo>
                <ns0:lnTo>
                  <ns0:pt x="865029" y="599268"/>
                </ns0:lnTo>
                <ns0:lnTo>
                  <ns0:pt x="866057" y="599444"/>
                </ns0:lnTo>
                <ns0:lnTo>
                  <ns0:pt x="867086" y="598770"/>
                </ns0:lnTo>
                <ns0:lnTo>
                  <ns0:pt x="868114" y="596614"/>
                </ns0:lnTo>
                <ns0:lnTo>
                  <ns0:pt x="869143" y="595931"/>
                </ns0:lnTo>
                <ns0:lnTo>
                  <ns0:pt x="870171" y="596693"/>
                </ns0:lnTo>
                <ns0:lnTo>
                  <ns0:pt x="871200" y="597550"/>
                </ns0:lnTo>
                <ns0:lnTo>
                  <ns0:pt x="872229" y="600216"/>
                </ns0:lnTo>
                <ns0:lnTo>
                  <ns0:pt x="873257" y="602954"/>
                </ns0:lnTo>
                <ns0:lnTo>
                  <ns0:pt x="874286" y="605015"/>
                </ns0:lnTo>
                <ns0:lnTo>
                  <ns0:pt x="875314" y="606546"/>
                </ns0:lnTo>
                <ns0:lnTo>
                  <ns0:pt x="876343" y="608461"/>
                </ns0:lnTo>
                <ns0:lnTo>
                  <ns0:pt x="877371" y="609342"/>
                </ns0:lnTo>
                <ns0:lnTo>
                  <ns0:pt x="878400" y="610699"/>
                </ns0:lnTo>
                <ns0:lnTo>
                  <ns0:pt x="879429" y="613004"/>
                </ns0:lnTo>
                <ns0:lnTo>
                  <ns0:pt x="880457" y="614367"/>
                </ns0:lnTo>
                <ns0:lnTo>
                  <ns0:pt x="881486" y="614587"/>
                </ns0:lnTo>
                <ns0:lnTo>
                  <ns0:pt x="882514" y="615009"/>
                </ns0:lnTo>
                <ns0:lnTo>
                  <ns0:pt x="883543" y="614930"/>
                </ns0:lnTo>
                <ns0:lnTo>
                  <ns0:pt x="884571" y="614819"/>
                </ns0:lnTo>
                <ns0:lnTo>
                  <ns0:pt x="885600" y="615116"/>
                </ns0:lnTo>
                <ns0:lnTo>
                  <ns0:pt x="886629" y="615356"/>
                </ns0:lnTo>
                <ns0:lnTo>
                  <ns0:pt x="887657" y="615878"/>
                </ns0:lnTo>
                <ns0:lnTo>
                  <ns0:pt x="888686" y="616206"/>
                </ns0:lnTo>
                <ns0:lnTo>
                  <ns0:pt x="889714" y="617031"/>
                </ns0:lnTo>
                <ns0:lnTo>
                  <ns0:pt x="890743" y="617647"/>
                </ns0:lnTo>
                <ns0:lnTo>
                  <ns0:pt x="891771" y="616082"/>
                </ns0:lnTo>
                <ns0:lnTo>
                  <ns0:pt x="892800" y="614537"/>
                </ns0:lnTo>
                <ns0:lnTo>
                  <ns0:pt x="893829" y="614217"/>
                </ns0:lnTo>
                <ns0:lnTo>
                  <ns0:pt x="894857" y="615395"/>
                </ns0:lnTo>
                <ns0:lnTo>
                  <ns0:pt x="895886" y="615975"/>
                </ns0:lnTo>
                <ns0:lnTo>
                  <ns0:pt x="896914" y="615532"/>
                </ns0:lnTo>
                <ns0:lnTo>
                  <ns0:pt x="897943" y="613711"/>
                </ns0:lnTo>
                <ns0:lnTo>
                  <ns0:pt x="898971" y="611559"/>
                </ns0:lnTo>
                <ns0:lnTo>
                  <ns0:pt x="900000" y="609834"/>
                </ns0:lnTo>
                <ns0:lnTo>
                  <ns0:pt x="901029" y="608464"/>
                </ns0:lnTo>
                <ns0:lnTo>
                  <ns0:pt x="902057" y="606675"/>
                </ns0:lnTo>
                <ns0:lnTo>
                  <ns0:pt x="903086" y="606566"/>
                </ns0:lnTo>
                <ns0:lnTo>
                  <ns0:pt x="904114" y="606259"/>
                </ns0:lnTo>
                <ns0:lnTo>
                  <ns0:pt x="905143" y="604287"/>
                </ns0:lnTo>
                <ns0:lnTo>
                  <ns0:pt x="906171" y="602589"/>
                </ns0:lnTo>
                <ns0:lnTo>
                  <ns0:pt x="907200" y="602225"/>
                </ns0:lnTo>
                <ns0:lnTo>
                  <ns0:pt x="908229" y="601638"/>
                </ns0:lnTo>
                <ns0:lnTo>
                  <ns0:pt x="909257" y="600811"/>
                </ns0:lnTo>
                <ns0:lnTo>
                  <ns0:pt x="910286" y="600383"/>
                </ns0:lnTo>
                <ns0:lnTo>
                  <ns0:pt x="911314" y="600712"/>
                </ns0:lnTo>
                <ns0:lnTo>
                  <ns0:pt x="912343" y="601144"/>
                </ns0:lnTo>
                <ns0:lnTo>
                  <ns0:pt x="913371" y="601158"/>
                </ns0:lnTo>
                <ns0:lnTo>
                  <ns0:pt x="914400" y="600836"/>
                </ns0:lnTo>
                <ns0:lnTo>
                  <ns0:pt x="915429" y="598869"/>
                </ns0:lnTo>
                <ns0:lnTo>
                  <ns0:pt x="916457" y="596862"/>
                </ns0:lnTo>
                <ns0:lnTo>
                  <ns0:pt x="917486" y="595836"/>
                </ns0:lnTo>
                <ns0:lnTo>
                  <ns0:pt x="918514" y="594325"/>
                </ns0:lnTo>
                <ns0:lnTo>
                  <ns0:pt x="919543" y="596655"/>
                </ns0:lnTo>
                <ns0:lnTo>
                  <ns0:pt x="920571" y="599482"/>
                </ns0:lnTo>
                <ns0:lnTo>
                  <ns0:pt x="921600" y="601375"/>
                </ns0:lnTo>
                <ns0:lnTo>
                  <ns0:pt x="922629" y="602452"/>
                </ns0:lnTo>
                <ns0:lnTo>
                  <ns0:pt x="923657" y="603273"/>
                </ns0:lnTo>
                <ns0:lnTo>
                  <ns0:pt x="924686" y="603267"/>
                </ns0:lnTo>
                <ns0:lnTo>
                  <ns0:pt x="925714" y="603284"/>
                </ns0:lnTo>
                <ns0:lnTo>
                  <ns0:pt x="926743" y="603838"/>
                </ns0:lnTo>
                <ns0:lnTo>
                  <ns0:pt x="927771" y="604775"/>
                </ns0:lnTo>
                <ns0:lnTo>
                  <ns0:pt x="928800" y="605487"/>
                </ns0:lnTo>
                <ns0:lnTo>
                  <ns0:pt x="929829" y="605480"/>
                </ns0:lnTo>
                <ns0:lnTo>
                  <ns0:pt x="930857" y="605592"/>
                </ns0:lnTo>
                <ns0:lnTo>
                  <ns0:pt x="931886" y="605666"/>
                </ns0:lnTo>
                <ns0:lnTo>
                  <ns0:pt x="932914" y="605478"/>
                </ns0:lnTo>
                <ns0:lnTo>
                  <ns0:pt x="933943" y="605010"/>
                </ns0:lnTo>
                <ns0:lnTo>
                  <ns0:pt x="934971" y="605010"/>
                </ns0:lnTo>
                <ns0:lnTo>
                  <ns0:pt x="936000" y="605270"/>
                </ns0:lnTo>
                <ns0:lnTo>
                  <ns0:pt x="937029" y="606568"/>
                </ns0:lnTo>
                <ns0:lnTo>
                  <ns0:pt x="938057" y="607006"/>
                </ns0:lnTo>
                <ns0:lnTo>
                  <ns0:pt x="939086" y="607043"/>
                </ns0:lnTo>
                <ns0:lnTo>
                  <ns0:pt x="940114" y="606906"/>
                </ns0:lnTo>
                <ns0:lnTo>
                  <ns0:pt x="941143" y="606911"/>
                </ns0:lnTo>
                <ns0:lnTo>
                  <ns0:pt x="942171" y="606892"/>
                </ns0:lnTo>
                <ns0:lnTo>
                  <ns0:pt x="943200" y="607001"/>
                </ns0:lnTo>
                <ns0:lnTo>
                  <ns0:pt x="944229" y="607050"/>
                </ns0:lnTo>
                <ns0:lnTo>
                  <ns0:pt x="945257" y="605947"/>
                </ns0:lnTo>
                <ns0:lnTo>
                  <ns0:pt x="946286" y="604143"/>
                </ns0:lnTo>
                <ns0:lnTo>
                  <ns0:pt x="947314" y="602806"/>
                </ns0:lnTo>
                <ns0:lnTo>
                  <ns0:pt x="948343" y="602096"/>
                </ns0:lnTo>
                <ns0:lnTo>
                  <ns0:pt x="949371" y="602070"/>
                </ns0:lnTo>
                <ns0:lnTo>
                  <ns0:pt x="950400" y="602999"/>
                </ns0:lnTo>
                <ns0:lnTo>
                  <ns0:pt x="951429" y="603349"/>
                </ns0:lnTo>
                <ns0:lnTo>
                  <ns0:pt x="952457" y="603530"/>
                </ns0:lnTo>
                <ns0:lnTo>
                  <ns0:pt x="953486" y="603685"/>
                </ns0:lnTo>
                <ns0:lnTo>
                  <ns0:pt x="954514" y="602500"/>
                </ns0:lnTo>
                <ns0:lnTo>
                  <ns0:pt x="955543" y="602226"/>
                </ns0:lnTo>
                <ns0:lnTo>
                  <ns0:pt x="956571" y="603132"/>
                </ns0:lnTo>
                <ns0:lnTo>
                  <ns0:pt x="957600" y="603934"/>
                </ns0:lnTo>
                <ns0:lnTo>
                  <ns0:pt x="958629" y="604560"/>
                </ns0:lnTo>
                <ns0:lnTo>
                  <ns0:pt x="959657" y="605677"/>
                </ns0:lnTo>
                <ns0:lnTo>
                  <ns0:pt x="960686" y="608476"/>
                </ns0:lnTo>
                <ns0:lnTo>
                  <ns0:pt x="961714" y="611267"/>
                </ns0:lnTo>
                <ns0:lnTo>
                  <ns0:pt x="962743" y="612079"/>
                </ns0:lnTo>
                <ns0:lnTo>
                  <ns0:pt x="963771" y="613723"/>
                </ns0:lnTo>
                <ns0:lnTo>
                  <ns0:pt x="964800" y="614179"/>
                </ns0:lnTo>
                <ns0:lnTo>
                  <ns0:pt x="965829" y="614173"/>
                </ns0:lnTo>
                <ns0:lnTo>
                  <ns0:pt x="966857" y="614287"/>
                </ns0:lnTo>
                <ns0:lnTo>
                  <ns0:pt x="967886" y="614417"/>
                </ns0:lnTo>
                <ns0:lnTo>
                  <ns0:pt x="968914" y="614307"/>
                </ns0:lnTo>
                <ns0:lnTo>
                  <ns0:pt x="969943" y="614713"/>
                </ns0:lnTo>
                <ns0:lnTo>
                  <ns0:pt x="970971" y="615428"/>
                </ns0:lnTo>
                <ns0:lnTo>
                  <ns0:pt x="972000" y="616154"/>
                </ns0:lnTo>
                <ns0:lnTo>
                  <ns0:pt x="973029" y="617596"/>
                </ns0:lnTo>
                <ns0:lnTo>
                  <ns0:pt x="974057" y="618339"/>
                </ns0:lnTo>
                <ns0:lnTo>
                  <ns0:pt x="975086" y="618307"/>
                </ns0:lnTo>
                <ns0:lnTo>
                  <ns0:pt x="976114" y="618030"/>
                </ns0:lnTo>
                <ns0:lnTo>
                  <ns0:pt x="977143" y="618153"/>
                </ns0:lnTo>
                <ns0:lnTo>
                  <ns0:pt x="978171" y="618333"/>
                </ns0:lnTo>
                <ns0:lnTo>
                  <ns0:pt x="979200" y="618425"/>
                </ns0:lnTo>
                <ns0:lnTo>
                  <ns0:pt x="980229" y="618702"/>
                </ns0:lnTo>
                <ns0:lnTo>
                  <ns0:pt x="981257" y="618689"/>
                </ns0:lnTo>
                <ns0:lnTo>
                  <ns0:pt x="982286" y="618312"/>
                </ns0:lnTo>
                <ns0:lnTo>
                  <ns0:pt x="983314" y="618428"/>
                </ns0:lnTo>
                <ns0:lnTo>
                  <ns0:pt x="984343" y="618324"/>
                </ns0:lnTo>
                <ns0:lnTo>
                  <ns0:pt x="985371" y="617882"/>
                </ns0:lnTo>
                <ns0:lnTo>
                  <ns0:pt x="986400" y="616229"/>
                </ns0:lnTo>
                <ns0:lnTo>
                  <ns0:pt x="987429" y="613782"/>
                </ns0:lnTo>
                <ns0:lnTo>
                  <ns0:pt x="988457" y="611722"/>
                </ns0:lnTo>
                <ns0:lnTo>
                  <ns0:pt x="989486" y="609898"/>
                </ns0:lnTo>
                <ns0:lnTo>
                  <ns0:pt x="990514" y="609732"/>
                </ns0:lnTo>
                <ns0:lnTo>
                  <ns0:pt x="991543" y="609897"/>
                </ns0:lnTo>
                <ns0:lnTo>
                  <ns0:pt x="992571" y="609577"/>
                </ns0:lnTo>
                <ns0:lnTo>
                  <ns0:pt x="993600" y="608731"/>
                </ns0:lnTo>
                <ns0:lnTo>
                  <ns0:pt x="994629" y="609773"/>
                </ns0:lnTo>
                <ns0:lnTo>
                  <ns0:pt x="995657" y="610146"/>
                </ns0:lnTo>
                <ns0:lnTo>
                  <ns0:pt x="996686" y="609547"/>
                </ns0:lnTo>
                <ns0:lnTo>
                  <ns0:pt x="997714" y="609325"/>
                </ns0:lnTo>
                <ns0:lnTo>
                  <ns0:pt x="998743" y="608468"/>
                </ns0:lnTo>
                <ns0:lnTo>
                  <ns0:pt x="999771" y="607000"/>
                </ns0:lnTo>
                <ns0:lnTo>
                  <ns0:pt x="1000800" y="606596"/>
                </ns0:lnTo>
                <ns0:lnTo>
                  <ns0:pt x="1001829" y="606411"/>
                </ns0:lnTo>
                <ns0:lnTo>
                  <ns0:pt x="1002857" y="606618"/>
                </ns0:lnTo>
                <ns0:lnTo>
                  <ns0:pt x="1003886" y="608091"/>
                </ns0:lnTo>
                <ns0:lnTo>
                  <ns0:pt x="1004914" y="610207"/>
                </ns0:lnTo>
                <ns0:lnTo>
                  <ns0:pt x="1005943" y="611665"/>
                </ns0:lnTo>
                <ns0:lnTo>
                  <ns0:pt x="1006971" y="612552"/>
                </ns0:lnTo>
                <ns0:lnTo>
                  <ns0:pt x="1008000" y="613422"/>
                </ns0:lnTo>
                <ns0:lnTo>
                  <ns0:pt x="1009029" y="613720"/>
                </ns0:lnTo>
                <ns0:lnTo>
                  <ns0:pt x="1010057" y="616057"/>
                </ns0:lnTo>
                <ns0:lnTo>
                  <ns0:pt x="1011086" y="618402"/>
                </ns0:lnTo>
                <ns0:lnTo>
                  <ns0:pt x="1012114" y="619859"/>
                </ns0:lnTo>
                <ns0:lnTo>
                  <ns0:pt x="1013143" y="621080"/>
                </ns0:lnTo>
                <ns0:lnTo>
                  <ns0:pt x="1014171" y="621447"/>
                </ns0:lnTo>
                <ns0:lnTo>
                  <ns0:pt x="1015200" y="621178"/>
                </ns0:lnTo>
                <ns0:lnTo>
                  <ns0:pt x="1016229" y="620642"/>
                </ns0:lnTo>
                <ns0:lnTo>
                  <ns0:pt x="1017257" y="621129"/>
                </ns0:lnTo>
                <ns0:lnTo>
                  <ns0:pt x="1018286" y="621364"/>
                </ns0:lnTo>
                <ns0:lnTo>
                  <ns0:pt x="1019314" y="621823"/>
                </ns0:lnTo>
                <ns0:lnTo>
                  <ns0:pt x="1020343" y="622836"/>
                </ns0:lnTo>
                <ns0:lnTo>
                  <ns0:pt x="1021371" y="623877"/>
                </ns0:lnTo>
                <ns0:lnTo>
                  <ns0:pt x="1022400" y="624995"/>
                </ns0:lnTo>
                <ns0:lnTo>
                  <ns0:pt x="1023429" y="625891"/>
                </ns0:lnTo>
                <ns0:lnTo>
                  <ns0:pt x="1024457" y="625285"/>
                </ns0:lnTo>
                <ns0:lnTo>
                  <ns0:pt x="1025486" y="625371"/>
                </ns0:lnTo>
                <ns0:lnTo>
                  <ns0:pt x="1026514" y="626104"/>
                </ns0:lnTo>
                <ns0:lnTo>
                  <ns0:pt x="1027543" y="626665"/>
                </ns0:lnTo>
                <ns0:lnTo>
                  <ns0:pt x="1028571" y="627606"/>
                </ns0:lnTo>
                <ns0:lnTo>
                  <ns0:pt x="1029600" y="588886"/>
                </ns0:lnTo>
                <ns0:lnTo>
                  <ns0:pt x="1030629" y="589642"/>
                </ns0:lnTo>
                <ns0:lnTo>
                  <ns0:pt x="1031657" y="590777"/>
                </ns0:lnTo>
                <ns0:lnTo>
                  <ns0:pt x="1032686" y="593375"/>
                </ns0:lnTo>
                <ns0:lnTo>
                  <ns0:pt x="1033714" y="592846"/>
                </ns0:lnTo>
                <ns0:lnTo>
                  <ns0:pt x="1034743" y="591093"/>
                </ns0:lnTo>
                <ns0:lnTo>
                  <ns0:pt x="1035771" y="589184"/>
                </ns0:lnTo>
                <ns0:lnTo>
                  <ns0:pt x="1036800" y="587460"/>
                </ns0:lnTo>
                <ns0:lnTo>
                  <ns0:pt x="1037829" y="586099"/>
                </ns0:lnTo>
                <ns0:lnTo>
                  <ns0:pt x="1038857" y="584734"/>
                </ns0:lnTo>
                <ns0:lnTo>
                  <ns0:pt x="1039886" y="583035"/>
                </ns0:lnTo>
                <ns0:lnTo>
                  <ns0:pt x="1040914" y="581398"/>
                </ns0:lnTo>
                <ns0:lnTo>
                  <ns0:pt x="1041943" y="579740"/>
                </ns0:lnTo>
                <ns0:lnTo>
                  <ns0:pt x="1042971" y="577278"/>
                </ns0:lnTo>
                <ns0:lnTo>
                  <ns0:pt x="1044000" y="574643"/>
                </ns0:lnTo>
                <ns0:lnTo>
                  <ns0:pt x="1045029" y="571134"/>
                </ns0:lnTo>
                <ns0:lnTo>
                  <ns0:pt x="1046057" y="567098"/>
                </ns0:lnTo>
                <ns0:lnTo>
                  <ns0:pt x="1047086" y="562176"/>
                </ns0:lnTo>
                <ns0:lnTo>
                  <ns0:pt x="1048114" y="555784"/>
                </ns0:lnTo>
                <ns0:lnTo>
                  <ns0:pt x="1049143" y="549075"/>
                </ns0:lnTo>
                <ns0:lnTo>
                  <ns0:pt x="1050171" y="544352"/>
                </ns0:lnTo>
                <ns0:lnTo>
                  <ns0:pt x="1051200" y="537734"/>
                </ns0:lnTo>
                <ns0:lnTo>
                  <ns0:pt x="1052229" y="529413"/>
                </ns0:lnTo>
                <ns0:lnTo>
                  <ns0:pt x="1053257" y="521737"/>
                </ns0:lnTo>
                <ns0:lnTo>
                  <ns0:pt x="1054286" y="515658"/>
                </ns0:lnTo>
                <ns0:lnTo>
                  <ns0:pt x="1055314" y="510817"/>
                </ns0:lnTo>
                <ns0:lnTo>
                  <ns0:pt x="1056343" y="506557"/>
                </ns0:lnTo>
                <ns0:lnTo>
                  <ns0:pt x="1057371" y="503303"/>
                </ns0:lnTo>
                <ns0:lnTo>
                  <ns0:pt x="1058400" y="501562"/>
                </ns0:lnTo>
                <ns0:lnTo>
                  <ns0:pt x="1059429" y="498929"/>
                </ns0:lnTo>
                <ns0:lnTo>
                  <ns0:pt x="1060457" y="494717"/>
                </ns0:lnTo>
                <ns0:lnTo>
                  <ns0:pt x="1061486" y="488382"/>
                </ns0:lnTo>
                <ns0:lnTo>
                  <ns0:pt x="1062514" y="483376"/>
                </ns0:lnTo>
                <ns0:lnTo>
                  <ns0:pt x="1063543" y="479654"/>
                </ns0:lnTo>
                <ns0:lnTo>
                  <ns0:pt x="1064571" y="476185"/>
                </ns0:lnTo>
                <ns0:lnTo>
                  <ns0:pt x="1065600" y="471338"/>
                </ns0:lnTo>
                <ns0:lnTo>
                  <ns0:pt x="1066629" y="466547"/>
                </ns0:lnTo>
                <ns0:lnTo>
                  <ns0:pt x="1067657" y="460231"/>
                </ns0:lnTo>
                <ns0:lnTo>
                  <ns0:pt x="1068686" y="453237"/>
                </ns0:lnTo>
                <ns0:lnTo>
                  <ns0:pt x="1069714" y="447457"/>
                </ns0:lnTo>
                <ns0:lnTo>
                  <ns0:pt x="1070743" y="442541"/>
                </ns0:lnTo>
                <ns0:lnTo>
                  <ns0:pt x="1071771" y="438121"/>
                </ns0:lnTo>
                <ns0:lnTo>
                  <ns0:pt x="1072800" y="434446"/>
                </ns0:lnTo>
                <ns0:lnTo>
                  <ns0:pt x="1073829" y="426994"/>
                </ns0:lnTo>
                <ns0:lnTo>
                  <ns0:pt x="1074857" y="417997"/>
                </ns0:lnTo>
                <ns0:lnTo>
                  <ns0:pt x="1075886" y="411428"/>
                </ns0:lnTo>
                <ns0:lnTo>
                  <ns0:pt x="1076914" y="410260"/>
                </ns0:lnTo>
                <ns0:lnTo>
                  <ns0:pt x="1077943" y="411975"/>
                </ns0:lnTo>
                <ns0:lnTo>
                  <ns0:pt x="1078971" y="411881"/>
                </ns0:lnTo>
                <ns0:lnTo>
                  <ns0:pt x="1080000" y="411705"/>
                </ns0:lnTo>
                <ns0:lnTo>
                  <ns0:pt x="1081029" y="411916"/>
                </ns0:lnTo>
                <ns0:lnTo>
                  <ns0:pt x="1082057" y="411718"/>
                </ns0:lnTo>
                <ns0:lnTo>
                  <ns0:pt x="1083086" y="411759"/>
                </ns0:lnTo>
                <ns0:lnTo>
                  <ns0:pt x="1084114" y="410842"/>
                </ns0:lnTo>
                <ns0:lnTo>
                  <ns0:pt x="1085143" y="409788"/>
                </ns0:lnTo>
                <ns0:lnTo>
                  <ns0:pt x="1086171" y="408628"/>
                </ns0:lnTo>
                <ns0:lnTo>
                  <ns0:pt x="1087200" y="407164"/>
                </ns0:lnTo>
                <ns0:lnTo>
                  <ns0:pt x="1088229" y="405802"/>
                </ns0:lnTo>
                <ns0:lnTo>
                  <ns0:pt x="1089257" y="404470"/>
                </ns0:lnTo>
                <ns0:lnTo>
                  <ns0:pt x="1090286" y="402935"/>
                </ns0:lnTo>
                <ns0:lnTo>
                  <ns0:pt x="1091314" y="401016"/>
                </ns0:lnTo>
                <ns0:lnTo>
                  <ns0:pt x="1092343" y="398956"/>
                </ns0:lnTo>
                <ns0:lnTo>
                  <ns0:pt x="1093371" y="397522"/>
                </ns0:lnTo>
                <ns0:lnTo>
                  <ns0:pt x="1094400" y="396008"/>
                </ns0:lnTo>
                <ns0:lnTo>
                  <ns0:pt x="1095429" y="394600"/>
                </ns0:lnTo>
                <ns0:lnTo>
                  <ns0:pt x="1096457" y="394000"/>
                </ns0:lnTo>
                <ns0:lnTo>
                  <ns0:pt x="1097486" y="393560"/>
                </ns0:lnTo>
                <ns0:lnTo>
                  <ns0:pt x="1098514" y="393659"/>
                </ns0:lnTo>
                <ns0:lnTo>
                  <ns0:pt x="1099543" y="393769"/>
                </ns0:lnTo>
                <ns0:lnTo>
                  <ns0:pt x="1100571" y="394316"/>
                </ns0:lnTo>
                <ns0:lnTo>
                  <ns0:pt x="1101600" y="393776"/>
                </ns0:lnTo>
                <ns0:lnTo>
                  <ns0:pt x="1102629" y="389810"/>
                </ns0:lnTo>
                <ns0:lnTo>
                  <ns0:pt x="1103657" y="383354"/>
                </ns0:lnTo>
                <ns0:lnTo>
                  <ns0:pt x="1104686" y="380681"/>
                </ns0:lnTo>
                <ns0:lnTo>
                  <ns0:pt x="1105714" y="380148"/>
                </ns0:lnTo>
                <ns0:lnTo>
                  <ns0:pt x="1106743" y="380154"/>
                </ns0:lnTo>
                <ns0:lnTo>
                  <ns0:pt x="1107771" y="379029"/>
                </ns0:lnTo>
                <ns0:lnTo>
                  <ns0:pt x="1108800" y="376799"/>
                </ns0:lnTo>
                <ns0:lnTo>
                  <ns0:pt x="1109829" y="375823"/>
                </ns0:lnTo>
                <ns0:lnTo>
                  <ns0:pt x="1110857" y="375432"/>
                </ns0:lnTo>
                <ns0:lnTo>
                  <ns0:pt x="1111886" y="374657"/>
                </ns0:lnTo>
                <ns0:lnTo>
                  <ns0:pt x="1112914" y="372747"/>
                </ns0:lnTo>
                <ns0:lnTo>
                  <ns0:pt x="1113943" y="370905"/>
                </ns0:lnTo>
                <ns0:lnTo>
                  <ns0:pt x="1114971" y="369967"/>
                </ns0:lnTo>
                <ns0:lnTo>
                  <ns0:pt x="1116000" y="372109"/>
                </ns0:lnTo>
                <ns0:lnTo>
                  <ns0:pt x="1117029" y="374181"/>
                </ns0:lnTo>
                <ns0:lnTo>
                  <ns0:pt x="1118057" y="375274"/>
                </ns0:lnTo>
                <ns0:lnTo>
                  <ns0:pt x="1119086" y="375824"/>
                </ns0:lnTo>
                <ns0:lnTo>
                  <ns0:pt x="1120114" y="376010"/>
                </ns0:lnTo>
                <ns0:lnTo>
                  <ns0:pt x="1121143" y="376154"/>
                </ns0:lnTo>
                <ns0:lnTo>
                  <ns0:pt x="1122171" y="376757"/>
                </ns0:lnTo>
                <ns0:lnTo>
                  <ns0:pt x="1123200" y="377500"/>
                </ns0:lnTo>
                <ns0:lnTo>
                  <ns0:pt x="1124229" y="377954"/>
                </ns0:lnTo>
                <ns0:lnTo>
                  <ns0:pt x="1125257" y="379123"/>
                </ns0:lnTo>
                <ns0:lnTo>
                  <ns0:pt x="1126286" y="379804"/>
                </ns0:lnTo>
                <ns0:lnTo>
                  <ns0:pt x="1127314" y="380128"/>
                </ns0:lnTo>
                <ns0:lnTo>
                  <ns0:pt x="1128343" y="380122"/>
                </ns0:lnTo>
                <ns0:lnTo>
                  <ns0:pt x="1129371" y="380074"/>
                </ns0:lnTo>
                <ns0:lnTo>
                  <ns0:pt x="1130400" y="379872"/>
                </ns0:lnTo>
                <ns0:lnTo>
                  <ns0:pt x="1131429" y="380362"/>
                </ns0:lnTo>
                <ns0:lnTo>
                  <ns0:pt x="1132457" y="380054"/>
                </ns0:lnTo>
                <ns0:lnTo>
                  <ns0:pt x="1133486" y="379457"/>
                </ns0:lnTo>
                <ns0:lnTo>
                  <ns0:pt x="1134514" y="379256"/>
                </ns0:lnTo>
                <ns0:lnTo>
                  <ns0:pt x="1135543" y="379418"/>
                </ns0:lnTo>
                <ns0:lnTo>
                  <ns0:pt x="1136571" y="379270"/>
                </ns0:lnTo>
                <ns0:lnTo>
                  <ns0:pt x="1137600" y="379185"/>
                </ns0:lnTo>
                <ns0:lnTo>
                  <ns0:pt x="1138629" y="379159"/>
                </ns0:lnTo>
                <ns0:lnTo>
                  <ns0:pt x="1139657" y="378549"/>
                </ns0:lnTo>
                <ns0:lnTo>
                  <ns0:pt x="1140686" y="377446"/>
                </ns0:lnTo>
                <ns0:lnTo>
                  <ns0:pt x="1141714" y="374158"/>
                </ns0:lnTo>
                <ns0:lnTo>
                  <ns0:pt x="1142743" y="372148"/>
                </ns0:lnTo>
                <ns0:lnTo>
                  <ns0:pt x="1143771" y="371414"/>
                </ns0:lnTo>
                <ns0:lnTo>
                  <ns0:pt x="1144800" y="373990"/>
                </ns0:lnTo>
                <ns0:lnTo>
                  <ns0:pt x="1145829" y="376912"/>
                </ns0:lnTo>
                <ns0:lnTo>
                  <ns0:pt x="1146857" y="378185"/>
                </ns0:lnTo>
                <ns0:lnTo>
                  <ns0:pt x="1147886" y="377998"/>
                </ns0:lnTo>
                <ns0:lnTo>
                  <ns0:pt x="1148914" y="377316"/>
                </ns0:lnTo>
                <ns0:lnTo>
                  <ns0:pt x="1149943" y="376983"/>
                </ns0:lnTo>
                <ns0:lnTo>
                  <ns0:pt x="1150971" y="375155"/>
                </ns0:lnTo>
                <ns0:lnTo>
                  <ns0:pt x="1152000" y="373092"/>
                </ns0:lnTo>
                <ns0:lnTo>
                  <ns0:pt x="1153029" y="371801"/>
                </ns0:lnTo>
                <ns0:lnTo>
                  <ns0:pt x="1154057" y="371601"/>
                </ns0:lnTo>
                <ns0:lnTo>
                  <ns0:pt x="1155086" y="371841"/>
                </ns0:lnTo>
                <ns0:lnTo>
                  <ns0:pt x="1156114" y="372498"/>
                </ns0:lnTo>
                <ns0:lnTo>
                  <ns0:pt x="1157143" y="372023"/>
                </ns0:lnTo>
                <ns0:lnTo>
                  <ns0:pt x="1158171" y="371675"/>
                </ns0:lnTo>
                <ns0:lnTo>
                  <ns0:pt x="1159200" y="371754"/>
                </ns0:lnTo>
                <ns0:lnTo>
                  <ns0:pt x="1160229" y="371758"/>
                </ns0:lnTo>
                <ns0:lnTo>
                  <ns0:pt x="1161257" y="371758"/>
                </ns0:lnTo>
                <ns0:lnTo>
                  <ns0:pt x="1162286" y="371739"/>
                </ns0:lnTo>
                <ns0:lnTo>
                  <ns0:pt x="1163314" y="371699"/>
                </ns0:lnTo>
                <ns0:lnTo>
                  <ns0:pt x="1164343" y="371791"/>
                </ns0:lnTo>
                <ns0:lnTo>
                  <ns0:pt x="1165371" y="372038"/>
                </ns0:lnTo>
                <ns0:lnTo>
                  <ns0:pt x="1166400" y="372472"/>
                </ns0:lnTo>
                <ns0:lnTo>
                  <ns0:pt x="1167429" y="372625"/>
                </ns0:lnTo>
                <ns0:lnTo>
                  <ns0:pt x="1168457" y="371962"/>
                </ns0:lnTo>
                <ns0:lnTo>
                  <ns0:pt x="1169486" y="371124"/>
                </ns0:lnTo>
                <ns0:lnTo>
                  <ns0:pt x="1170514" y="368725"/>
                </ns0:lnTo>
                <ns0:lnTo>
                  <ns0:pt x="1171543" y="366395"/>
                </ns0:lnTo>
                <ns0:lnTo>
                  <ns0:pt x="1172571" y="365490"/>
                </ns0:lnTo>
                <ns0:lnTo>
                  <ns0:pt x="1173600" y="365189"/>
                </ns0:lnTo>
                <ns0:lnTo>
                  <ns0:pt x="1174629" y="365038"/>
                </ns0:lnTo>
                <ns0:lnTo>
                  <ns0:pt x="1175657" y="364875"/>
                </ns0:lnTo>
                <ns0:lnTo>
                  <ns0:pt x="1176686" y="364440"/>
                </ns0:lnTo>
                <ns0:lnTo>
                  <ns0:pt x="1177714" y="363943"/>
                </ns0:lnTo>
                <ns0:lnTo>
                  <ns0:pt x="1178743" y="363384"/>
                </ns0:lnTo>
                <ns0:lnTo>
                  <ns0:pt x="1179771" y="362359"/>
                </ns0:lnTo>
                <ns0:lnTo>
                  <ns0:pt x="1180800" y="361477"/>
                </ns0:lnTo>
                <ns0:lnTo>
                  <ns0:pt x="1181829" y="360937"/>
                </ns0:lnTo>
                <ns0:lnTo>
                  <ns0:pt x="1182857" y="360916"/>
                </ns0:lnTo>
                <ns0:lnTo>
                  <ns0:pt x="1183886" y="360774"/>
                </ns0:lnTo>
                <ns0:lnTo>
                  <ns0:pt x="1184914" y="360760"/>
                </ns0:lnTo>
                <ns0:lnTo>
                  <ns0:pt x="1185943" y="360696"/>
                </ns0:lnTo>
                <ns0:lnTo>
                  <ns0:pt x="1186971" y="361167"/>
                </ns0:lnTo>
                <ns0:lnTo>
                  <ns0:pt x="1188000" y="361179"/>
                </ns0:lnTo>
                <ns0:lnTo>
                  <ns0:pt x="1189029" y="360852"/>
                </ns0:lnTo>
                <ns0:lnTo>
                  <ns0:pt x="1190057" y="361040"/>
                </ns0:lnTo>
                <ns0:lnTo>
                  <ns0:pt x="1191086" y="361658"/>
                </ns0:lnTo>
                <ns0:lnTo>
                  <ns0:pt x="1192114" y="361874"/>
                </ns0:lnTo>
                <ns0:lnTo>
                  <ns0:pt x="1193143" y="361485"/>
                </ns0:lnTo>
                <ns0:lnTo>
                  <ns0:pt x="1194171" y="362118"/>
                </ns0:lnTo>
                <ns0:lnTo>
                  <ns0:pt x="1195200" y="362162"/>
                </ns0:lnTo>
                <ns0:lnTo>
                  <ns0:pt x="1196229" y="360693"/>
                </ns0:lnTo>
                <ns0:lnTo>
                  <ns0:pt x="1197257" y="359004"/>
                </ns0:lnTo>
                <ns0:lnTo>
                  <ns0:pt x="1198286" y="358003"/>
                </ns0:lnTo>
                <ns0:lnTo>
                  <ns0:pt x="1199314" y="357676"/>
                </ns0:lnTo>
                <ns0:lnTo>
                  <ns0:pt x="1200343" y="357685"/>
                </ns0:lnTo>
                <ns0:lnTo>
                  <ns0:pt x="1201371" y="357809"/>
                </ns0:lnTo>
                <ns0:lnTo>
                  <ns0:pt x="1202400" y="357890"/>
                </ns0:lnTo>
                <ns0:lnTo>
                  <ns0:pt x="1203429" y="357575"/>
                </ns0:lnTo>
                <ns0:lnTo>
                  <ns0:pt x="1204457" y="357369"/>
                </ns0:lnTo>
                <ns0:lnTo>
                  <ns0:pt x="1205486" y="357681"/>
                </ns0:lnTo>
                <ns0:lnTo>
                  <ns0:pt x="1206514" y="358729"/>
                </ns0:lnTo>
                <ns0:lnTo>
                  <ns0:pt x="1207543" y="359197"/>
                </ns0:lnTo>
                <ns0:lnTo>
                  <ns0:pt x="1208571" y="359162"/>
                </ns0:lnTo>
                <ns0:lnTo>
                  <ns0:pt x="1209600" y="358811"/>
                </ns0:lnTo>
                <ns0:lnTo>
                  <ns0:pt x="1210629" y="358441"/>
                </ns0:lnTo>
                <ns0:lnTo>
                  <ns0:pt x="1211657" y="358343"/>
                </ns0:lnTo>
                <ns0:lnTo>
                  <ns0:pt x="1212686" y="359004"/>
                </ns0:lnTo>
                <ns0:lnTo>
                  <ns0:pt x="1213714" y="361234"/>
                </ns0:lnTo>
                <ns0:lnTo>
                  <ns0:pt x="1214743" y="362491"/>
                </ns0:lnTo>
                <ns0:lnTo>
                  <ns0:pt x="1215771" y="363585"/>
                </ns0:lnTo>
                <ns0:lnTo>
                  <ns0:pt x="1216800" y="363172"/>
                </ns0:lnTo>
                <ns0:lnTo>
                  <ns0:pt x="1217829" y="361962"/>
                </ns0:lnTo>
                <ns0:lnTo>
                  <ns0:pt x="1218857" y="360818"/>
                </ns0:lnTo>
                <ns0:lnTo>
                  <ns0:pt x="1219886" y="358996"/>
                </ns0:lnTo>
                <ns0:lnTo>
                  <ns0:pt x="1220914" y="358240"/>
                </ns0:lnTo>
                <ns0:lnTo>
                  <ns0:pt x="1221943" y="358016"/>
                </ns0:lnTo>
                <ns0:lnTo>
                  <ns0:pt x="1222971" y="357849"/>
                </ns0:lnTo>
                <ns0:lnTo>
                  <ns0:pt x="1224000" y="357843"/>
                </ns0:lnTo>
                <ns0:lnTo>
                  <ns0:pt x="1225029" y="358100"/>
                </ns0:lnTo>
                <ns0:lnTo>
                  <ns0:pt x="1226057" y="357885"/>
                </ns0:lnTo>
                <ns0:lnTo>
                  <ns0:pt x="1227086" y="358798"/>
                </ns0:lnTo>
                <ns0:lnTo>
                  <ns0:pt x="1228114" y="361209"/>
                </ns0:lnTo>
                <ns0:lnTo>
                  <ns0:pt x="1229143" y="362902"/>
                </ns0:lnTo>
                <ns0:lnTo>
                  <ns0:pt x="1230171" y="363871"/>
                </ns0:lnTo>
                <ns0:lnTo>
                  <ns0:pt x="1231200" y="364138"/>
                </ns0:lnTo>
                <ns0:lnTo>
                  <ns0:pt x="1232229" y="363934"/>
                </ns0:lnTo>
                <ns0:lnTo>
                  <ns0:pt x="1233257" y="363258"/>
                </ns0:lnTo>
                <ns0:lnTo>
                  <ns0:pt x="1234286" y="363647"/>
                </ns0:lnTo>
                <ns0:lnTo>
                  <ns0:pt x="1235314" y="363625"/>
                </ns0:lnTo>
                <ns0:lnTo>
                  <ns0:pt x="1236343" y="363526"/>
                </ns0:lnTo>
                <ns0:lnTo>
                  <ns0:pt x="1237371" y="363527"/>
                </ns0:lnTo>
                <ns0:lnTo>
                  <ns0:pt x="1238400" y="362808"/>
                </ns0:lnTo>
                <ns0:lnTo>
                  <ns0:pt x="1239429" y="361064"/>
                </ns0:lnTo>
                <ns0:lnTo>
                  <ns0:pt x="1240457" y="361121"/>
                </ns0:lnTo>
                <ns0:lnTo>
                  <ns0:pt x="1241486" y="361602"/>
                </ns0:lnTo>
                <ns0:lnTo>
                  <ns0:pt x="1242514" y="363509"/>
                </ns0:lnTo>
                <ns0:lnTo>
                  <ns0:pt x="1243543" y="364672"/>
                </ns0:lnTo>
                <ns0:lnTo>
                  <ns0:pt x="1244571" y="365048"/>
                </ns0:lnTo>
                <ns0:lnTo>
                  <ns0:pt x="1245600" y="365109"/>
                </ns0:lnTo>
                <ns0:lnTo>
                  <ns0:pt x="1246629" y="365112"/>
                </ns0:lnTo>
                <ns0:lnTo>
                  <ns0:pt x="1247657" y="366418"/>
                </ns0:lnTo>
                <ns0:lnTo>
                  <ns0:pt x="1248686" y="366995"/>
                </ns0:lnTo>
                <ns0:lnTo>
                  <ns0:pt x="1249714" y="367290"/>
                </ns0:lnTo>
                <ns0:lnTo>
                  <ns0:pt x="1250743" y="367314"/>
                </ns0:lnTo>
                <ns0:lnTo>
                  <ns0:pt x="1251771" y="367450"/>
                </ns0:lnTo>
                <ns0:lnTo>
                  <ns0:pt x="1252800" y="368339"/>
                </ns0:lnTo>
                <ns0:lnTo>
                  <ns0:pt x="1253829" y="370202"/>
                </ns0:lnTo>
                <ns0:lnTo>
                  <ns0:pt x="1254857" y="371138"/>
                </ns0:lnTo>
                <ns0:lnTo>
                  <ns0:pt x="1255886" y="370442"/>
                </ns0:lnTo>
                <ns0:lnTo>
                  <ns0:pt x="1256914" y="369774"/>
                </ns0:lnTo>
                <ns0:lnTo>
                  <ns0:pt x="1257943" y="369025"/>
                </ns0:lnTo>
                <ns0:lnTo>
                  <ns0:pt x="1258971" y="369618"/>
                </ns0:lnTo>
                <ns0:lnTo>
                  <ns0:pt x="1260000" y="370527"/>
                </ns0:lnTo>
                <ns0:lnTo>
                  <ns0:pt x="1261029" y="372122"/>
                </ns0:lnTo>
                <ns0:lnTo>
                  <ns0:pt x="1262057" y="372157"/>
                </ns0:lnTo>
                <ns0:lnTo>
                  <ns0:pt x="1263086" y="372593"/>
                </ns0:lnTo>
                <ns0:lnTo>
                  <ns0:pt x="1264114" y="373941"/>
                </ns0:lnTo>
                <ns0:lnTo>
                  <ns0:pt x="1265143" y="376478"/>
                </ns0:lnTo>
                <ns0:lnTo>
                  <ns0:pt x="1266171" y="378440"/>
                </ns0:lnTo>
                <ns0:lnTo>
                  <ns0:pt x="1267200" y="379509"/>
                </ns0:lnTo>
                <ns0:lnTo>
                  <ns0:pt x="1268229" y="378927"/>
                </ns0:lnTo>
                <ns0:lnTo>
                  <ns0:pt x="1269257" y="378625"/>
                </ns0:lnTo>
                <ns0:lnTo>
                  <ns0:pt x="1270286" y="378850"/>
                </ns0:lnTo>
                <ns0:lnTo>
                  <ns0:pt x="1271314" y="379011"/>
                </ns0:lnTo>
                <ns0:lnTo>
                  <ns0:pt x="1272343" y="379106"/>
                </ns0:lnTo>
                <ns0:lnTo>
                  <ns0:pt x="1273371" y="378032"/>
                </ns0:lnTo>
                <ns0:lnTo>
                  <ns0:pt x="1274400" y="377737"/>
                </ns0:lnTo>
                <ns0:lnTo>
                  <ns0:pt x="1275429" y="377309"/>
                </ns0:lnTo>
                <ns0:lnTo>
                  <ns0:pt x="1276457" y="376738"/>
                </ns0:lnTo>
                <ns0:lnTo>
                  <ns0:pt x="1277486" y="376308"/>
                </ns0:lnTo>
                <ns0:lnTo>
                  <ns0:pt x="1278514" y="374989"/>
                </ns0:lnTo>
                <ns0:lnTo>
                  <ns0:pt x="1279543" y="372068"/>
                </ns0:lnTo>
                <ns0:lnTo>
                  <ns0:pt x="1280571" y="371994"/>
                </ns0:lnTo>
                <ns0:lnTo>
                  <ns0:pt x="1281600" y="374799"/>
                </ns0:lnTo>
                <ns0:lnTo>
                  <ns0:pt x="1282629" y="377509"/>
                </ns0:lnTo>
                <ns0:lnTo>
                  <ns0:pt x="1283657" y="378871"/>
                </ns0:lnTo>
                <ns0:lnTo>
                  <ns0:pt x="1284686" y="379394"/>
                </ns0:lnTo>
                <ns0:lnTo>
                  <ns0:pt x="1285714" y="378750"/>
                </ns0:lnTo>
                <ns0:lnTo>
                  <ns0:pt x="1286743" y="376641"/>
                </ns0:lnTo>
                <ns0:lnTo>
                  <ns0:pt x="1287771" y="376587"/>
                </ns0:lnTo>
                <ns0:lnTo>
                  <ns0:pt x="1288800" y="377117"/>
                </ns0:lnTo>
                <ns0:lnTo>
                  <ns0:pt x="1289829" y="376748"/>
                </ns0:lnTo>
                <ns0:lnTo>
                  <ns0:pt x="1290857" y="375305"/>
                </ns0:lnTo>
                <ns0:lnTo>
                  <ns0:pt x="1291886" y="374964"/>
                </ns0:lnTo>
                <ns0:lnTo>
                  <ns0:pt x="1292914" y="375087"/>
                </ns0:lnTo>
                <ns0:lnTo>
                  <ns0:pt x="1293943" y="375242"/>
                </ns0:lnTo>
                <ns0:lnTo>
                  <ns0:pt x="1294971" y="374761"/>
                </ns0:lnTo>
                <ns0:lnTo>
                  <ns0:pt x="1296000" y="374067"/>
                </ns0:lnTo>
                <ns0:lnTo>
                  <ns0:pt x="1297029" y="373629"/>
                </ns0:lnTo>
                <ns0:lnTo>
                  <ns0:pt x="1298057" y="373484"/>
                </ns0:lnTo>
                <ns0:lnTo>
                  <ns0:pt x="1299086" y="373960"/>
                </ns0:lnTo>
                <ns0:lnTo>
                  <ns0:pt x="1300114" y="374113"/>
                </ns0:lnTo>
                <ns0:lnTo>
                  <ns0:pt x="1301143" y="374067"/>
                </ns0:lnTo>
                <ns0:lnTo>
                  <ns0:pt x="1302171" y="374076"/>
                </ns0:lnTo>
                <ns0:lnTo>
                  <ns0:pt x="1303200" y="374702"/>
                </ns0:lnTo>
                <ns0:lnTo>
                  <ns0:pt x="1304229" y="375272"/>
                </ns0:lnTo>
                <ns0:lnTo>
                  <ns0:pt x="1305257" y="375815"/>
                </ns0:lnTo>
                <ns0:lnTo>
                  <ns0:pt x="1306286" y="374015"/>
                </ns0:lnTo>
                <ns0:lnTo>
                  <ns0:pt x="1307314" y="371138"/>
                </ns0:lnTo>
                <ns0:lnTo>
                  <ns0:pt x="1308343" y="369048"/>
                </ns0:lnTo>
                <ns0:lnTo>
                  <ns0:pt x="1309371" y="368110"/>
                </ns0:lnTo>
                <ns0:lnTo>
                  <ns0:pt x="1310400" y="368016"/>
                </ns0:lnTo>
                <ns0:lnTo>
                  <ns0:pt x="1311429" y="368220"/>
                </ns0:lnTo>
                <ns0:lnTo>
                  <ns0:pt x="1312457" y="368183"/>
                </ns0:lnTo>
                <ns0:lnTo>
                  <ns0:pt x="1313486" y="367229"/>
                </ns0:lnTo>
                <ns0:lnTo>
                  <ns0:pt x="1314514" y="365960"/>
                </ns0:lnTo>
                <ns0:lnTo>
                  <ns0:pt x="1315543" y="365075"/>
                </ns0:lnTo>
                <ns0:lnTo>
                  <ns0:pt x="1316571" y="363147"/>
                </ns0:lnTo>
                <ns0:lnTo>
                  <ns0:pt x="1317600" y="359135"/>
                </ns0:lnTo>
                <ns0:lnTo>
                  <ns0:pt x="1318629" y="355084"/>
                </ns0:lnTo>
                <ns0:lnTo>
                  <ns0:pt x="1319657" y="353219"/>
                </ns0:lnTo>
                <ns0:lnTo>
                  <ns0:pt x="1320686" y="354521"/>
                </ns0:lnTo>
                <ns0:lnTo>
                  <ns0:pt x="1321714" y="356719"/>
                </ns0:lnTo>
                <ns0:lnTo>
                  <ns0:pt x="1322743" y="358189"/>
                </ns0:lnTo>
                <ns0:lnTo>
                  <ns0:pt x="1323771" y="358924"/>
                </ns0:lnTo>
                <ns0:lnTo>
                  <ns0:pt x="1324800" y="358658"/>
                </ns0:lnTo>
                <ns0:lnTo>
                  <ns0:pt x="1325829" y="359086"/>
                </ns0:lnTo>
                <ns0:lnTo>
                  <ns0:pt x="1326857" y="361373"/>
                </ns0:lnTo>
                <ns0:lnTo>
                  <ns0:pt x="1327886" y="364474"/>
                </ns0:lnTo>
                <ns0:lnTo>
                  <ns0:pt x="1328914" y="367145"/>
                </ns0:lnTo>
                <ns0:lnTo>
                  <ns0:pt x="1329943" y="367977"/>
                </ns0:lnTo>
                <ns0:lnTo>
                  <ns0:pt x="1330971" y="367057"/>
                </ns0:lnTo>
                <ns0:lnTo>
                  <ns0:pt x="1332000" y="365790"/>
                </ns0:lnTo>
                <ns0:lnTo>
                  <ns0:pt x="1333029" y="364412"/>
                </ns0:lnTo>
                <ns0:lnTo>
                  <ns0:pt x="1334057" y="363590"/>
                </ns0:lnTo>
                <ns0:lnTo>
                  <ns0:pt x="1335086" y="363411"/>
                </ns0:lnTo>
                <ns0:lnTo>
                  <ns0:pt x="1336114" y="363006"/>
                </ns0:lnTo>
                <ns0:lnTo>
                  <ns0:pt x="1337143" y="362553"/>
                </ns0:lnTo>
                <ns0:lnTo>
                  <ns0:pt x="1338171" y="362415"/>
                </ns0:lnTo>
                <ns0:lnTo>
                  <ns0:pt x="1339200" y="362389"/>
                </ns0:lnTo>
                <ns0:lnTo>
                  <ns0:pt x="1340229" y="362364"/>
                </ns0:lnTo>
                <ns0:lnTo>
                  <ns0:pt x="1341257" y="362455"/>
                </ns0:lnTo>
                <ns0:lnTo>
                  <ns0:pt x="1342286" y="362409"/>
                </ns0:lnTo>
                <ns0:lnTo>
                  <ns0:pt x="1343314" y="362464"/>
                </ns0:lnTo>
                <ns0:lnTo>
                  <ns0:pt x="1344343" y="362271"/>
                </ns0:lnTo>
                <ns0:lnTo>
                  <ns0:pt x="1345371" y="361965"/>
                </ns0:lnTo>
                <ns0:lnTo>
                  <ns0:pt x="1346400" y="362524"/>
                </ns0:lnTo>
                <ns0:lnTo>
                  <ns0:pt x="1347429" y="364442"/>
                </ns0:lnTo>
                <ns0:lnTo>
                  <ns0:pt x="1348457" y="366711"/>
                </ns0:lnTo>
                <ns0:lnTo>
                  <ns0:pt x="1349486" y="368208"/>
                </ns0:lnTo>
                <ns0:lnTo>
                  <ns0:pt x="1350514" y="369177"/>
                </ns0:lnTo>
                <ns0:lnTo>
                  <ns0:pt x="1351543" y="368756"/>
                </ns0:lnTo>
                <ns0:lnTo>
                  <ns0:pt x="1352571" y="367174"/>
                </ns0:lnTo>
                <ns0:lnTo>
                  <ns0:pt x="1353600" y="364203"/>
                </ns0:lnTo>
                <ns0:lnTo>
                  <ns0:pt x="1354629" y="360824"/>
                </ns0:lnTo>
                <ns0:lnTo>
                  <ns0:pt x="1355657" y="360539"/>
                </ns0:lnTo>
                <ns0:lnTo>
                  <ns0:pt x="1356686" y="362185"/>
                </ns0:lnTo>
                <ns0:lnTo>
                  <ns0:pt x="1357714" y="365697"/>
                </ns0:lnTo>
                <ns0:lnTo>
                  <ns0:pt x="1358743" y="369317"/>
                </ns0:lnTo>
                <ns0:lnTo>
                  <ns0:pt x="1359771" y="372225"/>
                </ns0:lnTo>
                <ns0:lnTo>
                  <ns0:pt x="1360800" y="373975"/>
                </ns0:lnTo>
                <ns0:lnTo>
                  <ns0:pt x="1361829" y="374813"/>
                </ns0:lnTo>
                <ns0:lnTo>
                  <ns0:pt x="1362857" y="375749"/>
                </ns0:lnTo>
                <ns0:lnTo>
                  <ns0:pt x="1363886" y="376705"/>
                </ns0:lnTo>
                <ns0:lnTo>
                  <ns0:pt x="1364914" y="377015"/>
                </ns0:lnTo>
                <ns0:lnTo>
                  <ns0:pt x="1365943" y="377501"/>
                </ns0:lnTo>
                <ns0:lnTo>
                  <ns0:pt x="1366971" y="378164"/>
                </ns0:lnTo>
                <ns0:lnTo>
                  <ns0:pt x="1368000" y="377637"/>
                </ns0:lnTo>
                <ns0:lnTo>
                  <ns0:pt x="1369029" y="376770"/>
                </ns0:lnTo>
                <ns0:lnTo>
                  <ns0:pt x="1370057" y="376221"/>
                </ns0:lnTo>
                <ns0:lnTo>
                  <ns0:pt x="1371086" y="376260"/>
                </ns0:lnTo>
                <ns0:lnTo>
                  <ns0:pt x="1372114" y="375596"/>
                </ns0:lnTo>
                <ns0:lnTo>
                  <ns0:pt x="1373143" y="373660"/>
                </ns0:lnTo>
                <ns0:lnTo>
                  <ns0:pt x="1374171" y="371820"/>
                </ns0:lnTo>
                <ns0:lnTo>
                  <ns0:pt x="1375200" y="371782"/>
                </ns0:lnTo>
                <ns0:lnTo>
                  <ns0:pt x="1376229" y="372807"/>
                </ns0:lnTo>
                <ns0:lnTo>
                  <ns0:pt x="1377257" y="373590"/>
                </ns0:lnTo>
                <ns0:lnTo>
                  <ns0:pt x="1378286" y="373373"/>
                </ns0:lnTo>
                <ns0:lnTo>
                  <ns0:pt x="1379314" y="373472"/>
                </ns0:lnTo>
                <ns0:lnTo>
                  <ns0:pt x="1380343" y="374025"/>
                </ns0:lnTo>
                <ns0:lnTo>
                  <ns0:pt x="1381371" y="373783"/>
                </ns0:lnTo>
                <ns0:lnTo>
                  <ns0:pt x="1382400" y="372914"/>
                </ns0:lnTo>
                <ns0:lnTo>
                  <ns0:pt x="1383429" y="371871"/>
                </ns0:lnTo>
                <ns0:lnTo>
                  <ns0:pt x="1384457" y="370331"/>
                </ns0:lnTo>
                <ns0:lnTo>
                  <ns0:pt x="1385486" y="368303"/>
                </ns0:lnTo>
                <ns0:lnTo>
                  <ns0:pt x="1386514" y="366701"/>
                </ns0:lnTo>
                <ns0:lnTo>
                  <ns0:pt x="1387543" y="365998"/>
                </ns0:lnTo>
                <ns0:lnTo>
                  <ns0:pt x="1388571" y="365036"/>
                </ns0:lnTo>
                <ns0:lnTo>
                  <ns0:pt x="1389600" y="363805"/>
                </ns0:lnTo>
                <ns0:lnTo>
                  <ns0:pt x="1390629" y="364195"/>
                </ns0:lnTo>
                <ns0:lnTo>
                  <ns0:pt x="1391657" y="364316"/>
                </ns0:lnTo>
                <ns0:lnTo>
                  <ns0:pt x="1392686" y="364499"/>
                </ns0:lnTo>
                <ns0:lnTo>
                  <ns0:pt x="1393714" y="365425"/>
                </ns0:lnTo>
                <ns0:lnTo>
                  <ns0:pt x="1394743" y="365676"/>
                </ns0:lnTo>
                <ns0:lnTo>
                  <ns0:pt x="1395771" y="365387"/>
                </ns0:lnTo>
                <ns0:lnTo>
                  <ns0:pt x="1396800" y="365128"/>
                </ns0:lnTo>
                <ns0:lnTo>
                  <ns0:pt x="1397829" y="364782"/>
                </ns0:lnTo>
                <ns0:lnTo>
                  <ns0:pt x="1398857" y="364482"/>
                </ns0:lnTo>
                <ns0:lnTo>
                  <ns0:pt x="1399886" y="364193"/>
                </ns0:lnTo>
                <ns0:lnTo>
                  <ns0:pt x="1400914" y="364176"/>
                </ns0:lnTo>
                <ns0:lnTo>
                  <ns0:pt x="1401943" y="363655"/>
                </ns0:lnTo>
                <ns0:lnTo>
                  <ns0:pt x="1402971" y="362822"/>
                </ns0:lnTo>
                <ns0:lnTo>
                  <ns0:pt x="1404000" y="362805"/>
                </ns0:lnTo>
                <ns0:lnTo>
                  <ns0:pt x="1405029" y="363248"/>
                </ns0:lnTo>
                <ns0:lnTo>
                  <ns0:pt x="1406057" y="363285"/>
                </ns0:lnTo>
                <ns0:lnTo>
                  <ns0:pt x="1407086" y="362931"/>
                </ns0:lnTo>
                <ns0:lnTo>
                  <ns0:pt x="1408114" y="363049"/>
                </ns0:lnTo>
                <ns0:lnTo>
                  <ns0:pt x="1409143" y="361380"/>
                </ns0:lnTo>
                <ns0:lnTo>
                  <ns0:pt x="1410171" y="359590"/>
                </ns0:lnTo>
                <ns0:lnTo>
                  <ns0:pt x="1411200" y="358758"/>
                </ns0:lnTo>
                <ns0:lnTo>
                  <ns0:pt x="1412229" y="358720"/>
                </ns0:lnTo>
                <ns0:lnTo>
                  <ns0:pt x="1413257" y="358812"/>
                </ns0:lnTo>
                <ns0:lnTo>
                  <ns0:pt x="1414286" y="359071"/>
                </ns0:lnTo>
                <ns0:lnTo>
                  <ns0:pt x="1415314" y="360549"/>
                </ns0:lnTo>
                <ns0:lnTo>
                  <ns0:pt x="1416343" y="359676"/>
                </ns0:lnTo>
                <ns0:lnTo>
                  <ns0:pt x="1417371" y="358223"/>
                </ns0:lnTo>
                <ns0:lnTo>
                  <ns0:pt x="1418400" y="357659"/>
                </ns0:lnTo>
                <ns0:lnTo>
                  <ns0:pt x="1419429" y="357882"/>
                </ns0:lnTo>
                <ns0:lnTo>
                  <ns0:pt x="1420457" y="358740"/>
                </ns0:lnTo>
                <ns0:lnTo>
                  <ns0:pt x="1421486" y="359451"/>
                </ns0:lnTo>
                <ns0:lnTo>
                  <ns0:pt x="1422514" y="359861"/>
                </ns0:lnTo>
                <ns0:lnTo>
                  <ns0:pt x="1423543" y="359379"/>
                </ns0:lnTo>
                <ns0:lnTo>
                  <ns0:pt x="1424571" y="358783"/>
                </ns0:lnTo>
                <ns0:lnTo>
                  <ns0:pt x="1425600" y="358381"/>
                </ns0:lnTo>
                <ns0:lnTo>
                  <ns0:pt x="1426629" y="359221"/>
                </ns0:lnTo>
                <ns0:lnTo>
                  <ns0:pt x="1427657" y="360345"/>
                </ns0:lnTo>
                <ns0:lnTo>
                  <ns0:pt x="1428686" y="361090"/>
                </ns0:lnTo>
                <ns0:lnTo>
                  <ns0:pt x="1429714" y="361546"/>
                </ns0:lnTo>
                <ns0:lnTo>
                  <ns0:pt x="1430743" y="361249"/>
                </ns0:lnTo>
                <ns0:lnTo>
                  <ns0:pt x="1431771" y="360596"/>
                </ns0:lnTo>
                <ns0:lnTo>
                  <ns0:pt x="1432800" y="359923"/>
                </ns0:lnTo>
                <ns0:lnTo>
                  <ns0:pt x="1433829" y="358993"/>
                </ns0:lnTo>
                <ns0:lnTo>
                  <ns0:pt x="1434857" y="358917"/>
                </ns0:lnTo>
                <ns0:lnTo>
                  <ns0:pt x="1435886" y="359304"/>
                </ns0:lnTo>
                <ns0:lnTo>
                  <ns0:pt x="1436914" y="359975"/>
                </ns0:lnTo>
                <ns0:lnTo>
                  <ns0:pt x="1437943" y="361196"/>
                </ns0:lnTo>
                <ns0:lnTo>
                  <ns0:pt x="1438971" y="362620"/>
                </ns0:lnTo>
                <ns0:lnTo>
                  <ns0:pt x="1440000" y="364246"/>
                </ns0:lnTo>
                <ns0:lnTo>
                  <ns0:pt x="1440000" y="320414"/>
                </ns0:lnTo>
                <ns0:lnTo>
                  <ns0:pt x="1440000" y="320414"/>
                </ns0:lnTo>
                <ns0:lnTo>
                  <ns0:pt x="1438971" y="318741"/>
                </ns0:lnTo>
                <ns0:lnTo>
                  <ns0:pt x="1437943" y="318117"/>
                </ns0:lnTo>
                <ns0:lnTo>
                  <ns0:pt x="1436914" y="317887"/>
                </ns0:lnTo>
                <ns0:lnTo>
                  <ns0:pt x="1435886" y="318472"/>
                </ns0:lnTo>
                <ns0:lnTo>
                  <ns0:pt x="1434857" y="319208"/>
                </ns0:lnTo>
                <ns0:lnTo>
                  <ns0:pt x="1433829" y="320118"/>
                </ns0:lnTo>
                <ns0:lnTo>
                  <ns0:pt x="1432800" y="321114"/>
                </ns0:lnTo>
                <ns0:lnTo>
                  <ns0:pt x="1431771" y="322047"/>
                </ns0:lnTo>
                <ns0:lnTo>
                  <ns0:pt x="1430743" y="322932"/>
                </ns0:lnTo>
                <ns0:lnTo>
                  <ns0:pt x="1429714" y="323725"/>
                </ns0:lnTo>
                <ns0:lnTo>
                  <ns0:pt x="1428686" y="324060"/>
                </ns0:lnTo>
                <ns0:lnTo>
                  <ns0:pt x="1427657" y="323532"/>
                </ns0:lnTo>
                <ns0:lnTo>
                  <ns0:pt x="1426629" y="321865"/>
                </ns0:lnTo>
                <ns0:lnTo>
                  <ns0:pt x="1425600" y="321379"/>
                </ns0:lnTo>
                <ns0:lnTo>
                  <ns0:pt x="1424571" y="321818"/>
                </ns0:lnTo>
                <ns0:lnTo>
                  <ns0:pt x="1423543" y="322564"/>
                </ns0:lnTo>
                <ns0:lnTo>
                  <ns0:pt x="1422514" y="323004"/>
                </ns0:lnTo>
                <ns0:lnTo>
                  <ns0:pt x="1421486" y="322891"/>
                </ns0:lnTo>
                <ns0:lnTo>
                  <ns0:pt x="1420457" y="322789"/>
                </ns0:lnTo>
                <ns0:lnTo>
                  <ns0:pt x="1419429" y="322886"/>
                </ns0:lnTo>
                <ns0:lnTo>
                  <ns0:pt x="1418400" y="322934"/>
                </ns0:lnTo>
                <ns0:lnTo>
                  <ns0:pt x="1417371" y="322883"/>
                </ns0:lnTo>
                <ns0:lnTo>
                  <ns0:pt x="1416343" y="323712"/>
                </ns0:lnTo>
                <ns0:lnTo>
                  <ns0:pt x="1415314" y="327146"/>
                </ns0:lnTo>
                <ns0:lnTo>
                  <ns0:pt x="1414286" y="331970"/>
                </ns0:lnTo>
                <ns0:lnTo>
                  <ns0:pt x="1413257" y="333095"/>
                </ns0:lnTo>
                <ns0:lnTo>
                  <ns0:pt x="1412229" y="333632"/>
                </ns0:lnTo>
                <ns0:lnTo>
                  <ns0:pt x="1411200" y="334708"/>
                </ns0:lnTo>
                <ns0:lnTo>
                  <ns0:pt x="1410171" y="335434"/>
                </ns0:lnTo>
                <ns0:lnTo>
                  <ns0:pt x="1409143" y="335849"/>
                </ns0:lnTo>
                <ns0:lnTo>
                  <ns0:pt x="1408114" y="336012"/>
                </ns0:lnTo>
                <ns0:lnTo>
                  <ns0:pt x="1407086" y="335985"/>
                </ns0:lnTo>
                <ns0:lnTo>
                  <ns0:pt x="1406057" y="336032"/>
                </ns0:lnTo>
                <ns0:lnTo>
                  <ns0:pt x="1405029" y="336023"/>
                </ns0:lnTo>
                <ns0:lnTo>
                  <ns0:pt x="1404000" y="335542"/>
                </ns0:lnTo>
                <ns0:lnTo>
                  <ns0:pt x="1402971" y="334465"/>
                </ns0:lnTo>
                <ns0:lnTo>
                  <ns0:pt x="1401943" y="332092"/>
                </ns0:lnTo>
                <ns0:lnTo>
                  <ns0:pt x="1400914" y="330590"/>
                </ns0:lnTo>
                <ns0:lnTo>
                  <ns0:pt x="1399886" y="329388"/>
                </ns0:lnTo>
                <ns0:lnTo>
                  <ns0:pt x="1398857" y="329646"/>
                </ns0:lnTo>
                <ns0:lnTo>
                  <ns0:pt x="1397829" y="329858"/>
                </ns0:lnTo>
                <ns0:lnTo>
                  <ns0:pt x="1396800" y="330079"/>
                </ns0:lnTo>
                <ns0:lnTo>
                  <ns0:pt x="1395771" y="330253"/>
                </ns0:lnTo>
                <ns0:lnTo>
                  <ns0:pt x="1394743" y="330426"/>
                </ns0:lnTo>
                <ns0:lnTo>
                  <ns0:pt x="1393714" y="330331"/>
                </ns0:lnTo>
                <ns0:lnTo>
                  <ns0:pt x="1392686" y="330147"/>
                </ns0:lnTo>
                <ns0:lnTo>
                  <ns0:pt x="1391657" y="330142"/>
                </ns0:lnTo>
                <ns0:lnTo>
                  <ns0:pt x="1390629" y="330122"/>
                </ns0:lnTo>
                <ns0:lnTo>
                  <ns0:pt x="1389600" y="330005"/>
                </ns0:lnTo>
                <ns0:lnTo>
                  <ns0:pt x="1388571" y="330883"/>
                </ns0:lnTo>
                <ns0:lnTo>
                  <ns0:pt x="1387543" y="332332"/>
                </ns0:lnTo>
                <ns0:lnTo>
                  <ns0:pt x="1386514" y="333745"/>
                </ns0:lnTo>
                <ns0:lnTo>
                  <ns0:pt x="1385486" y="334506"/>
                </ns0:lnTo>
                <ns0:lnTo>
                  <ns0:pt x="1384457" y="334463"/>
                </ns0:lnTo>
                <ns0:lnTo>
                  <ns0:pt x="1383429" y="334227"/>
                </ns0:lnTo>
                <ns0:lnTo>
                  <ns0:pt x="1382400" y="334112"/>
                </ns0:lnTo>
                <ns0:lnTo>
                  <ns0:pt x="1381371" y="334381"/>
                </ns0:lnTo>
                <ns0:lnTo>
                  <ns0:pt x="1380343" y="334458"/>
                </ns0:lnTo>
                <ns0:lnTo>
                  <ns0:pt x="1379314" y="333406"/>
                </ns0:lnTo>
                <ns0:lnTo>
                  <ns0:pt x="1378286" y="332631"/>
                </ns0:lnTo>
                <ns0:lnTo>
                  <ns0:pt x="1377257" y="334106"/>
                </ns0:lnTo>
                <ns0:lnTo>
                  <ns0:pt x="1376229" y="337932"/>
                </ns0:lnTo>
                <ns0:lnTo>
                  <ns0:pt x="1375200" y="342773"/>
                </ns0:lnTo>
                <ns0:lnTo>
                  <ns0:pt x="1374171" y="346378"/>
                </ns0:lnTo>
                <ns0:lnTo>
                  <ns0:pt x="1373143" y="346959"/>
                </ns0:lnTo>
                <ns0:lnTo>
                  <ns0:pt x="1372114" y="347487"/>
                </ns0:lnTo>
                <ns0:lnTo>
                  <ns0:pt x="1371086" y="348075"/>
                </ns0:lnTo>
                <ns0:lnTo>
                  <ns0:pt x="1370057" y="347379"/>
                </ns0:lnTo>
                <ns0:lnTo>
                  <ns0:pt x="1369029" y="344268"/>
                </ns0:lnTo>
                <ns0:lnTo>
                  <ns0:pt x="1368000" y="340085"/>
                </ns0:lnTo>
                <ns0:lnTo>
                  <ns0:pt x="1366971" y="336280"/>
                </ns0:lnTo>
                <ns0:lnTo>
                  <ns0:pt x="1365943" y="334461"/>
                </ns0:lnTo>
                <ns0:lnTo>
                  <ns0:pt x="1364914" y="332123"/>
                </ns0:lnTo>
                <ns0:lnTo>
                  <ns0:pt x="1363886" y="329745"/>
                </ns0:lnTo>
                <ns0:lnTo>
                  <ns0:pt x="1362857" y="327168"/>
                </ns0:lnTo>
                <ns0:lnTo>
                  <ns0:pt x="1361829" y="325125"/>
                </ns0:lnTo>
                <ns0:lnTo>
                  <ns0:pt x="1360800" y="323798"/>
                </ns0:lnTo>
                <ns0:lnTo>
                  <ns0:pt x="1359771" y="322667"/>
                </ns0:lnTo>
                <ns0:lnTo>
                  <ns0:pt x="1358743" y="321575"/>
                </ns0:lnTo>
                <ns0:lnTo>
                  <ns0:pt x="1357714" y="319655"/>
                </ns0:lnTo>
                <ns0:lnTo>
                  <ns0:pt x="1356686" y="318986"/>
                </ns0:lnTo>
                <ns0:lnTo>
                  <ns0:pt x="1355657" y="318964"/>
                </ns0:lnTo>
                <ns0:lnTo>
                  <ns0:pt x="1354629" y="318922"/>
                </ns0:lnTo>
                <ns0:lnTo>
                  <ns0:pt x="1353600" y="319128"/>
                </ns0:lnTo>
                <ns0:lnTo>
                  <ns0:pt x="1352571" y="319940"/>
                </ns0:lnTo>
                <ns0:lnTo>
                  <ns0:pt x="1351543" y="320221"/>
                </ns0:lnTo>
                <ns0:lnTo>
                  <ns0:pt x="1350514" y="320495"/>
                </ns0:lnTo>
                <ns0:lnTo>
                  <ns0:pt x="1349486" y="319379"/>
                </ns0:lnTo>
                <ns0:lnTo>
                  <ns0:pt x="1348457" y="318862"/>
                </ns0:lnTo>
                <ns0:lnTo>
                  <ns0:pt x="1347429" y="318982"/>
                </ns0:lnTo>
                <ns0:lnTo>
                  <ns0:pt x="1346400" y="319365"/>
                </ns0:lnTo>
                <ns0:lnTo>
                  <ns0:pt x="1345371" y="319426"/>
                </ns0:lnTo>
                <ns0:lnTo>
                  <ns0:pt x="1344343" y="319584"/>
                </ns0:lnTo>
                <ns0:lnTo>
                  <ns0:pt x="1343314" y="320303"/>
                </ns0:lnTo>
                <ns0:lnTo>
                  <ns0:pt x="1342286" y="320765"/>
                </ns0:lnTo>
                <ns0:lnTo>
                  <ns0:pt x="1341257" y="320534"/>
                </ns0:lnTo>
                <ns0:lnTo>
                  <ns0:pt x="1340229" y="320134"/>
                </ns0:lnTo>
                <ns0:lnTo>
                  <ns0:pt x="1339200" y="319332"/>
                </ns0:lnTo>
                <ns0:lnTo>
                  <ns0:pt x="1338171" y="318861"/>
                </ns0:lnTo>
                <ns0:lnTo>
                  <ns0:pt x="1337143" y="319698"/>
                </ns0:lnTo>
                <ns0:lnTo>
                  <ns0:pt x="1336114" y="320796"/>
                </ns0:lnTo>
                <ns0:lnTo>
                  <ns0:pt x="1335086" y="321467"/>
                </ns0:lnTo>
                <ns0:lnTo>
                  <ns0:pt x="1334057" y="321737"/>
                </ns0:lnTo>
                <ns0:lnTo>
                  <ns0:pt x="1333029" y="322576"/>
                </ns0:lnTo>
                <ns0:lnTo>
                  <ns0:pt x="1332000" y="324837"/>
                </ns0:lnTo>
                <ns0:lnTo>
                  <ns0:pt x="1330971" y="326064"/>
                </ns0:lnTo>
                <ns0:lnTo>
                  <ns0:pt x="1329943" y="326345"/>
                </ns0:lnTo>
                <ns0:lnTo>
                  <ns0:pt x="1328914" y="326258"/>
                </ns0:lnTo>
                <ns0:lnTo>
                  <ns0:pt x="1327886" y="326249"/>
                </ns0:lnTo>
                <ns0:lnTo>
                  <ns0:pt x="1326857" y="325092"/>
                </ns0:lnTo>
                <ns0:lnTo>
                  <ns0:pt x="1325829" y="322120"/>
                </ns0:lnTo>
                <ns0:lnTo>
                  <ns0:pt x="1324800" y="317606"/>
                </ns0:lnTo>
                <ns0:lnTo>
                  <ns0:pt x="1323771" y="314531"/>
                </ns0:lnTo>
                <ns0:lnTo>
                  <ns0:pt x="1322743" y="312975"/>
                </ns0:lnTo>
                <ns0:lnTo>
                  <ns0:pt x="1321714" y="311987"/>
                </ns0:lnTo>
                <ns0:lnTo>
                  <ns0:pt x="1320686" y="311572"/>
                </ns0:lnTo>
                <ns0:lnTo>
                  <ns0:pt x="1319657" y="311653"/>
                </ns0:lnTo>
                <ns0:lnTo>
                  <ns0:pt x="1318629" y="311408"/>
                </ns0:lnTo>
                <ns0:lnTo>
                  <ns0:pt x="1317600" y="311250"/>
                </ns0:lnTo>
                <ns0:lnTo>
                  <ns0:pt x="1316571" y="312439"/>
                </ns0:lnTo>
                <ns0:lnTo>
                  <ns0:pt x="1315543" y="314844"/>
                </ns0:lnTo>
                <ns0:lnTo>
                  <ns0:pt x="1314514" y="315960"/>
                </ns0:lnTo>
                <ns0:lnTo>
                  <ns0:pt x="1313486" y="318160"/>
                </ns0:lnTo>
                <ns0:lnTo>
                  <ns0:pt x="1312457" y="320393"/>
                </ns0:lnTo>
                <ns0:lnTo>
                  <ns0:pt x="1311429" y="320504"/>
                </ns0:lnTo>
                <ns0:lnTo>
                  <ns0:pt x="1310400" y="320189"/>
                </ns0:lnTo>
                <ns0:lnTo>
                  <ns0:pt x="1309371" y="320277"/>
                </ns0:lnTo>
                <ns0:lnTo>
                  <ns0:pt x="1308343" y="320843"/>
                </ns0:lnTo>
                <ns0:lnTo>
                  <ns0:pt x="1307314" y="320977"/>
                </ns0:lnTo>
                <ns0:lnTo>
                  <ns0:pt x="1306286" y="320690"/>
                </ns0:lnTo>
                <ns0:lnTo>
                  <ns0:pt x="1305257" y="320741"/>
                </ns0:lnTo>
                <ns0:lnTo>
                  <ns0:pt x="1304229" y="320540"/>
                </ns0:lnTo>
                <ns0:lnTo>
                  <ns0:pt x="1303200" y="320118"/>
                </ns0:lnTo>
                <ns0:lnTo>
                  <ns0:pt x="1302171" y="318657"/>
                </ns0:lnTo>
                <ns0:lnTo>
                  <ns0:pt x="1301143" y="317433"/>
                </ns0:lnTo>
                <ns0:lnTo>
                  <ns0:pt x="1300114" y="317166"/>
                </ns0:lnTo>
                <ns0:lnTo>
                  <ns0:pt x="1299086" y="321279"/>
                </ns0:lnTo>
                <ns0:lnTo>
                  <ns0:pt x="1298057" y="325274"/>
                </ns0:lnTo>
                <ns0:lnTo>
                  <ns0:pt x="1297029" y="327592"/>
                </ns0:lnTo>
                <ns0:lnTo>
                  <ns0:pt x="1296000" y="329327"/>
                </ns0:lnTo>
                <ns0:lnTo>
                  <ns0:pt x="1294971" y="330677"/>
                </ns0:lnTo>
                <ns0:lnTo>
                  <ns0:pt x="1293943" y="331090"/>
                </ns0:lnTo>
                <ns0:lnTo>
                  <ns0:pt x="1292914" y="331067"/>
                </ns0:lnTo>
                <ns0:lnTo>
                  <ns0:pt x="1291886" y="331086"/>
                </ns0:lnTo>
                <ns0:lnTo>
                  <ns0:pt x="1290857" y="331027"/>
                </ns0:lnTo>
                <ns0:lnTo>
                  <ns0:pt x="1289829" y="331136"/>
                </ns0:lnTo>
                <ns0:lnTo>
                  <ns0:pt x="1288800" y="331491"/>
                </ns0:lnTo>
                <ns0:lnTo>
                  <ns0:pt x="1287771" y="330576"/>
                </ns0:lnTo>
                <ns0:lnTo>
                  <ns0:pt x="1286743" y="326391"/>
                </ns0:lnTo>
                <ns0:lnTo>
                  <ns0:pt x="1285714" y="319041"/>
                </ns0:lnTo>
                <ns0:lnTo>
                  <ns0:pt x="1284686" y="313866"/>
                </ns0:lnTo>
                <ns0:lnTo>
                  <ns0:pt x="1283657" y="310355"/>
                </ns0:lnTo>
                <ns0:lnTo>
                  <ns0:pt x="1282629" y="308813"/>
                </ns0:lnTo>
                <ns0:lnTo>
                  <ns0:pt x="1281600" y="307810"/>
                </ns0:lnTo>
                <ns0:lnTo>
                  <ns0:pt x="1280571" y="308000"/>
                </ns0:lnTo>
                <ns0:lnTo>
                  <ns0:pt x="1279543" y="307988"/>
                </ns0:lnTo>
                <ns0:lnTo>
                  <ns0:pt x="1278514" y="307959"/>
                </ns0:lnTo>
                <ns0:lnTo>
                  <ns0:pt x="1277486" y="308466"/>
                </ns0:lnTo>
                <ns0:lnTo>
                  <ns0:pt x="1276457" y="309348"/>
                </ns0:lnTo>
                <ns0:lnTo>
                  <ns0:pt x="1275429" y="311208"/>
                </ns0:lnTo>
                <ns0:lnTo>
                  <ns0:pt x="1274400" y="313682"/>
                </ns0:lnTo>
                <ns0:lnTo>
                  <ns0:pt x="1273371" y="313982"/>
                </ns0:lnTo>
                <ns0:lnTo>
                  <ns0:pt x="1272343" y="314822"/>
                </ns0:lnTo>
                <ns0:lnTo>
                  <ns0:pt x="1271314" y="314702"/>
                </ns0:lnTo>
                <ns0:lnTo>
                  <ns0:pt x="1270286" y="314565"/>
                </ns0:lnTo>
                <ns0:lnTo>
                  <ns0:pt x="1269257" y="314439"/>
                </ns0:lnTo>
                <ns0:lnTo>
                  <ns0:pt x="1268229" y="314539"/>
                </ns0:lnTo>
                <ns0:lnTo>
                  <ns0:pt x="1267200" y="314606"/>
                </ns0:lnTo>
                <ns0:lnTo>
                  <ns0:pt x="1266171" y="314532"/>
                </ns0:lnTo>
                <ns0:lnTo>
                  <ns0:pt x="1265143" y="314371"/>
                </ns0:lnTo>
                <ns0:lnTo>
                  <ns0:pt x="1264114" y="313711"/>
                </ns0:lnTo>
                <ns0:lnTo>
                  <ns0:pt x="1263086" y="312158"/>
                </ns0:lnTo>
                <ns0:lnTo>
                  <ns0:pt x="1262057" y="311120"/>
                </ns0:lnTo>
                <ns0:lnTo>
                  <ns0:pt x="1261029" y="312453"/>
                </ns0:lnTo>
                <ns0:lnTo>
                  <ns0:pt x="1260000" y="318275"/>
                </ns0:lnTo>
                <ns0:lnTo>
                  <ns0:pt x="1258971" y="320671"/>
                </ns0:lnTo>
                <ns0:lnTo>
                  <ns0:pt x="1257943" y="323523"/>
                </ns0:lnTo>
                <ns0:lnTo>
                  <ns0:pt x="1256914" y="325157"/>
                </ns0:lnTo>
                <ns0:lnTo>
                  <ns0:pt x="1255886" y="326065"/>
                </ns0:lnTo>
                <ns0:lnTo>
                  <ns0:pt x="1254857" y="326137"/>
                </ns0:lnTo>
                <ns0:lnTo>
                  <ns0:pt x="1253829" y="326313"/>
                </ns0:lnTo>
                <ns0:lnTo>
                  <ns0:pt x="1252800" y="326779"/>
                </ns0:lnTo>
                <ns0:lnTo>
                  <ns0:pt x="1251771" y="326626"/>
                </ns0:lnTo>
                <ns0:lnTo>
                  <ns0:pt x="1250743" y="325210"/>
                </ns0:lnTo>
                <ns0:lnTo>
                  <ns0:pt x="1249714" y="322534"/>
                </ns0:lnTo>
                <ns0:lnTo>
                  <ns0:pt x="1248686" y="321343"/>
                </ns0:lnTo>
                <ns0:lnTo>
                  <ns0:pt x="1247657" y="320607"/>
                </ns0:lnTo>
                <ns0:lnTo>
                  <ns0:pt x="1246629" y="319901"/>
                </ns0:lnTo>
                <ns0:lnTo>
                  <ns0:pt x="1245600" y="319898"/>
                </ns0:lnTo>
                <ns0:lnTo>
                  <ns0:pt x="1244571" y="319857"/>
                </ns0:lnTo>
                <ns0:lnTo>
                  <ns0:pt x="1243543" y="319671"/>
                </ns0:lnTo>
                <ns0:lnTo>
                  <ns0:pt x="1242514" y="319432"/>
                </ns0:lnTo>
                <ns0:lnTo>
                  <ns0:pt x="1241486" y="319552"/>
                </ns0:lnTo>
                <ns0:lnTo>
                  <ns0:pt x="1240457" y="319590"/>
                </ns0:lnTo>
                <ns0:lnTo>
                  <ns0:pt x="1239429" y="319587"/>
                </ns0:lnTo>
                <ns0:lnTo>
                  <ns0:pt x="1238400" y="319901"/>
                </ns0:lnTo>
                <ns0:lnTo>
                  <ns0:pt x="1237371" y="321222"/>
                </ns0:lnTo>
                <ns0:lnTo>
                  <ns0:pt x="1236343" y="321280"/>
                </ns0:lnTo>
                <ns0:lnTo>
                  <ns0:pt x="1235314" y="320544"/>
                </ns0:lnTo>
                <ns0:lnTo>
                  <ns0:pt x="1234286" y="320910"/>
                </ns0:lnTo>
                <ns0:lnTo>
                  <ns0:pt x="1233257" y="324483"/>
                </ns0:lnTo>
                <ns0:lnTo>
                  <ns0:pt x="1232229" y="325958"/>
                </ns0:lnTo>
                <ns0:lnTo>
                  <ns0:pt x="1231200" y="326021"/>
                </ns0:lnTo>
                <ns0:lnTo>
                  <ns0:pt x="1230171" y="325896"/>
                </ns0:lnTo>
                <ns0:lnTo>
                  <ns0:pt x="1229143" y="325952"/>
                </ns0:lnTo>
                <ns0:lnTo>
                  <ns0:pt x="1228114" y="326155"/>
                </ns0:lnTo>
                <ns0:lnTo>
                  <ns0:pt x="1227086" y="326118"/>
                </ns0:lnTo>
                <ns0:lnTo>
                  <ns0:pt x="1226057" y="323569"/>
                </ns0:lnTo>
                <ns0:lnTo>
                  <ns0:pt x="1225029" y="322483"/>
                </ns0:lnTo>
                <ns0:lnTo>
                  <ns0:pt x="1224000" y="323621"/>
                </ns0:lnTo>
                <ns0:lnTo>
                  <ns0:pt x="1222971" y="323532"/>
                </ns0:lnTo>
                <ns0:lnTo>
                  <ns0:pt x="1221943" y="323837"/>
                </ns0:lnTo>
                <ns0:lnTo>
                  <ns0:pt x="1220914" y="324085"/>
                </ns0:lnTo>
                <ns0:lnTo>
                  <ns0:pt x="1219886" y="324399"/>
                </ns0:lnTo>
                <ns0:lnTo>
                  <ns0:pt x="1218857" y="324493"/>
                </ns0:lnTo>
                <ns0:lnTo>
                  <ns0:pt x="1217829" y="324731"/>
                </ns0:lnTo>
                <ns0:lnTo>
                  <ns0:pt x="1216800" y="324954"/>
                </ns0:lnTo>
                <ns0:lnTo>
                  <ns0:pt x="1215771" y="325031"/>
                </ns0:lnTo>
                <ns0:lnTo>
                  <ns0:pt x="1214743" y="324632"/>
                </ns0:lnTo>
                <ns0:lnTo>
                  <ns0:pt x="1213714" y="323368"/>
                </ns0:lnTo>
                <ns0:lnTo>
                  <ns0:pt x="1212686" y="321898"/>
                </ns0:lnTo>
                <ns0:lnTo>
                  <ns0:pt x="1211657" y="319402"/>
                </ns0:lnTo>
                <ns0:lnTo>
                  <ns0:pt x="1210629" y="319976"/>
                </ns0:lnTo>
                <ns0:lnTo>
                  <ns0:pt x="1209600" y="322190"/>
                </ns0:lnTo>
                <ns0:lnTo>
                  <ns0:pt x="1208571" y="323056"/>
                </ns0:lnTo>
                <ns0:lnTo>
                  <ns0:pt x="1207543" y="323104"/>
                </ns0:lnTo>
                <ns0:lnTo>
                  <ns0:pt x="1206514" y="322846"/>
                </ns0:lnTo>
                <ns0:lnTo>
                  <ns0:pt x="1205486" y="322384"/>
                </ns0:lnTo>
                <ns0:lnTo>
                  <ns0:pt x="1204457" y="322243"/>
                </ns0:lnTo>
                <ns0:lnTo>
                  <ns0:pt x="1203429" y="322224"/>
                </ns0:lnTo>
                <ns0:lnTo>
                  <ns0:pt x="1202400" y="322209"/>
                </ns0:lnTo>
                <ns0:lnTo>
                  <ns0:pt x="1201371" y="322154"/>
                </ns0:lnTo>
                <ns0:lnTo>
                  <ns0:pt x="1200343" y="323324"/>
                </ns0:lnTo>
                <ns0:lnTo>
                  <ns0:pt x="1199314" y="325812"/>
                </ns0:lnTo>
                <ns0:lnTo>
                  <ns0:pt x="1198286" y="327587"/>
                </ns0:lnTo>
                <ns0:lnTo>
                  <ns0:pt x="1197257" y="329503"/>
                </ns0:lnTo>
                <ns0:lnTo>
                  <ns0:pt x="1196229" y="330035"/>
                </ns0:lnTo>
                <ns0:lnTo>
                  <ns0:pt x="1195200" y="330433"/>
                </ns0:lnTo>
                <ns0:lnTo>
                  <ns0:pt x="1194171" y="330420"/>
                </ns0:lnTo>
                <ns0:lnTo>
                  <ns0:pt x="1193143" y="330506"/>
                </ns0:lnTo>
                <ns0:lnTo>
                  <ns0:pt x="1192114" y="330460"/>
                </ns0:lnTo>
                <ns0:lnTo>
                  <ns0:pt x="1191086" y="330476"/>
                </ns0:lnTo>
                <ns0:lnTo>
                  <ns0:pt x="1190057" y="330338"/>
                </ns0:lnTo>
                <ns0:lnTo>
                  <ns0:pt x="1189029" y="328876"/>
                </ns0:lnTo>
                <ns0:lnTo>
                  <ns0:pt x="1188000" y="327311"/>
                </ns0:lnTo>
                <ns0:lnTo>
                  <ns0:pt x="1186971" y="327414"/>
                </ns0:lnTo>
                <ns0:lnTo>
                  <ns0:pt x="1185943" y="329463"/>
                </ns0:lnTo>
                <ns0:lnTo>
                  <ns0:pt x="1184914" y="329983"/>
                </ns0:lnTo>
                <ns0:lnTo>
                  <ns0:pt x="1183886" y="330002"/>
                </ns0:lnTo>
                <ns0:lnTo>
                  <ns0:pt x="1182857" y="330202"/>
                </ns0:lnTo>
                <ns0:lnTo>
                  <ns0:pt x="1181829" y="330255"/>
                </ns0:lnTo>
                <ns0:lnTo>
                  <ns0:pt x="1180800" y="330679"/>
                </ns0:lnTo>
                <ns0:lnTo>
                  <ns0:pt x="1179771" y="331408"/>
                </ns0:lnTo>
                <ns0:lnTo>
                  <ns0:pt x="1178743" y="331877"/>
                </ns0:lnTo>
                <ns0:lnTo>
                  <ns0:pt x="1177714" y="331844"/>
                </ns0:lnTo>
                <ns0:lnTo>
                  <ns0:pt x="1176686" y="331840"/>
                </ns0:lnTo>
                <ns0:lnTo>
                  <ns0:pt x="1175657" y="332292"/>
                </ns0:lnTo>
                <ns0:lnTo>
                  <ns0:pt x="1174629" y="333880"/>
                </ns0:lnTo>
                <ns0:lnTo>
                  <ns0:pt x="1173600" y="334244"/>
                </ns0:lnTo>
                <ns0:lnTo>
                  <ns0:pt x="1172571" y="334594"/>
                </ns0:lnTo>
                <ns0:lnTo>
                  <ns0:pt x="1171543" y="334679"/>
                </ns0:lnTo>
                <ns0:lnTo>
                  <ns0:pt x="1170514" y="334134"/>
                </ns0:lnTo>
                <ns0:lnTo>
                  <ns0:pt x="1169486" y="333671"/>
                </ns0:lnTo>
                <ns0:lnTo>
                  <ns0:pt x="1168457" y="333970"/>
                </ns0:lnTo>
                <ns0:lnTo>
                  <ns0:pt x="1167429" y="334054"/>
                </ns0:lnTo>
                <ns0:lnTo>
                  <ns0:pt x="1166400" y="334028"/>
                </ns0:lnTo>
                <ns0:lnTo>
                  <ns0:pt x="1165371" y="333798"/>
                </ns0:lnTo>
                <ns0:lnTo>
                  <ns0:pt x="1164343" y="333306"/>
                </ns0:lnTo>
                <ns0:lnTo>
                  <ns0:pt x="1163314" y="333842"/>
                </ns0:lnTo>
                <ns0:lnTo>
                  <ns0:pt x="1162286" y="333734"/>
                </ns0:lnTo>
                <ns0:lnTo>
                  <ns0:pt x="1161257" y="333650"/>
                </ns0:lnTo>
                <ns0:lnTo>
                  <ns0:pt x="1160229" y="334529"/>
                </ns0:lnTo>
                <ns0:lnTo>
                  <ns0:pt x="1159200" y="334437"/>
                </ns0:lnTo>
                <ns0:lnTo>
                  <ns0:pt x="1158171" y="333571"/>
                </ns0:lnTo>
                <ns0:lnTo>
                  <ns0:pt x="1157143" y="330362"/>
                </ns0:lnTo>
                <ns0:lnTo>
                  <ns0:pt x="1156114" y="326999"/>
                </ns0:lnTo>
                <ns0:lnTo>
                  <ns0:pt x="1155086" y="325332"/>
                </ns0:lnTo>
                <ns0:lnTo>
                  <ns0:pt x="1154057" y="325206"/>
                </ns0:lnTo>
                <ns0:lnTo>
                  <ns0:pt x="1153029" y="325246"/>
                </ns0:lnTo>
                <ns0:lnTo>
                  <ns0:pt x="1152000" y="325147"/>
                </ns0:lnTo>
                <ns0:lnTo>
                  <ns0:pt x="1150971" y="324953"/>
                </ns0:lnTo>
                <ns0:lnTo>
                  <ns0:pt x="1149943" y="325331"/>
                </ns0:lnTo>
                <ns0:lnTo>
                  <ns0:pt x="1148914" y="325668"/>
                </ns0:lnTo>
                <ns0:lnTo>
                  <ns0:pt x="1147886" y="326234"/>
                </ns0:lnTo>
                <ns0:lnTo>
                  <ns0:pt x="1146857" y="326385"/>
                </ns0:lnTo>
                <ns0:lnTo>
                  <ns0:pt x="1145829" y="325444"/>
                </ns0:lnTo>
                <ns0:lnTo>
                  <ns0:pt x="1144800" y="324834"/>
                </ns0:lnTo>
                <ns0:lnTo>
                  <ns0:pt x="1143771" y="324972"/>
                </ns0:lnTo>
                <ns0:lnTo>
                  <ns0:pt x="1142743" y="324951"/>
                </ns0:lnTo>
                <ns0:lnTo>
                  <ns0:pt x="1141714" y="324608"/>
                </ns0:lnTo>
                <ns0:lnTo>
                  <ns0:pt x="1140686" y="324176"/>
                </ns0:lnTo>
                <ns0:lnTo>
                  <ns0:pt x="1139657" y="324560"/>
                </ns0:lnTo>
                <ns0:lnTo>
                  <ns0:pt x="1138629" y="325265"/>
                </ns0:lnTo>
                <ns0:lnTo>
                  <ns0:pt x="1137600" y="325527"/>
                </ns0:lnTo>
                <ns0:lnTo>
                  <ns0:pt x="1136571" y="325162"/>
                </ns0:lnTo>
                <ns0:lnTo>
                  <ns0:pt x="1135543" y="324036"/>
                </ns0:lnTo>
                <ns0:lnTo>
                  <ns0:pt x="1134514" y="323345"/>
                </ns0:lnTo>
                <ns0:lnTo>
                  <ns0:pt x="1133486" y="323832"/>
                </ns0:lnTo>
                <ns0:lnTo>
                  <ns0:pt x="1132457" y="325055"/>
                </ns0:lnTo>
                <ns0:lnTo>
                  <ns0:pt x="1131429" y="328282"/>
                </ns0:lnTo>
                <ns0:lnTo>
                  <ns0:pt x="1130400" y="331639"/>
                </ns0:lnTo>
                <ns0:lnTo>
                  <ns0:pt x="1129371" y="333460"/>
                </ns0:lnTo>
                <ns0:lnTo>
                  <ns0:pt x="1128343" y="333520"/>
                </ns0:lnTo>
                <ns0:lnTo>
                  <ns0:pt x="1127314" y="333523"/>
                </ns0:lnTo>
                <ns0:lnTo>
                  <ns0:pt x="1126286" y="333536"/>
                </ns0:lnTo>
                <ns0:lnTo>
                  <ns0:pt x="1125257" y="333635"/>
                </ns0:lnTo>
                <ns0:lnTo>
                  <ns0:pt x="1124229" y="333463"/>
                </ns0:lnTo>
                <ns0:lnTo>
                  <ns0:pt x="1123200" y="332044"/>
                </ns0:lnTo>
                <ns0:lnTo>
                  <ns0:pt x="1122171" y="331072"/>
                </ns0:lnTo>
                <ns0:lnTo>
                  <ns0:pt x="1121143" y="329113"/>
                </ns0:lnTo>
                <ns0:lnTo>
                  <ns0:pt x="1120114" y="328218"/>
                </ns0:lnTo>
                <ns0:lnTo>
                  <ns0:pt x="1119086" y="327675"/>
                </ns0:lnTo>
                <ns0:lnTo>
                  <ns0:pt x="1118057" y="327224"/>
                </ns0:lnTo>
                <ns0:lnTo>
                  <ns0:pt x="1117029" y="327105"/>
                </ns0:lnTo>
                <ns0:lnTo>
                  <ns0:pt x="1116000" y="327465"/>
                </ns0:lnTo>
                <ns0:lnTo>
                  <ns0:pt x="1114971" y="328176"/>
                </ns0:lnTo>
                <ns0:lnTo>
                  <ns0:pt x="1113943" y="328028"/>
                </ns0:lnTo>
                <ns0:lnTo>
                  <ns0:pt x="1112914" y="328101"/>
                </ns0:lnTo>
                <ns0:lnTo>
                  <ns0:pt x="1111886" y="329651"/>
                </ns0:lnTo>
                <ns0:lnTo>
                  <ns0:pt x="1110857" y="333864"/>
                </ns0:lnTo>
                <ns0:lnTo>
                  <ns0:pt x="1109829" y="338135"/>
                </ns0:lnTo>
                <ns0:lnTo>
                  <ns0:pt x="1108800" y="340534"/>
                </ns0:lnTo>
                <ns0:lnTo>
                  <ns0:pt x="1107771" y="341689"/>
                </ns0:lnTo>
                <ns0:lnTo>
                  <ns0:pt x="1106743" y="342379"/>
                </ns0:lnTo>
                <ns0:lnTo>
                  <ns0:pt x="1105714" y="342363"/>
                </ns0:lnTo>
                <ns0:lnTo>
                  <ns0:pt x="1104686" y="343946"/>
                </ns0:lnTo>
                <ns0:lnTo>
                  <ns0:pt x="1103657" y="344866"/>
                </ns0:lnTo>
                <ns0:lnTo>
                  <ns0:pt x="1102629" y="344231"/>
                </ns0:lnTo>
                <ns0:lnTo>
                  <ns0:pt x="1101600" y="344313"/>
                </ns0:lnTo>
                <ns0:lnTo>
                  <ns0:pt x="1100571" y="344447"/>
                </ns0:lnTo>
                <ns0:lnTo>
                  <ns0:pt x="1099543" y="344203"/>
                </ns0:lnTo>
                <ns0:lnTo>
                  <ns0:pt x="1098514" y="344017"/>
                </ns0:lnTo>
                <ns0:lnTo>
                  <ns0:pt x="1097486" y="345687"/>
                </ns0:lnTo>
                <ns0:lnTo>
                  <ns0:pt x="1096457" y="347617"/>
                </ns0:lnTo>
                <ns0:lnTo>
                  <ns0:pt x="1095429" y="351860"/>
                </ns0:lnTo>
                <ns0:lnTo>
                  <ns0:pt x="1094400" y="356127"/>
                </ns0:lnTo>
                <ns0:lnTo>
                  <ns0:pt x="1093371" y="359961"/>
                </ns0:lnTo>
                <ns0:lnTo>
                  <ns0:pt x="1092343" y="362734"/>
                </ns0:lnTo>
                <ns0:lnTo>
                  <ns0:pt x="1091314" y="364222"/>
                </ns0:lnTo>
                <ns0:lnTo>
                  <ns0:pt x="1090286" y="365146"/>
                </ns0:lnTo>
                <ns0:lnTo>
                  <ns0:pt x="1089257" y="365552"/>
                </ns0:lnTo>
                <ns0:lnTo>
                  <ns0:pt x="1088229" y="366035"/>
                </ns0:lnTo>
                <ns0:lnTo>
                  <ns0:pt x="1087200" y="366627"/>
                </ns0:lnTo>
                <ns0:lnTo>
                  <ns0:pt x="1086171" y="367671"/>
                </ns0:lnTo>
                <ns0:lnTo>
                  <ns0:pt x="1085143" y="369166"/>
                </ns0:lnTo>
                <ns0:lnTo>
                  <ns0:pt x="1084114" y="370845"/>
                </ns0:lnTo>
                <ns0:lnTo>
                  <ns0:pt x="1083086" y="372381"/>
                </ns0:lnTo>
                <ns0:lnTo>
                  <ns0:pt x="1082057" y="372302"/>
                </ns0:lnTo>
                <ns0:lnTo>
                  <ns0:pt x="1081029" y="372942"/>
                </ns0:lnTo>
                <ns0:lnTo>
                  <ns0:pt x="1080000" y="376159"/>
                </ns0:lnTo>
                <ns0:lnTo>
                  <ns0:pt x="1078971" y="378244"/>
                </ns0:lnTo>
                <ns0:lnTo>
                  <ns0:pt x="1077943" y="378328"/>
                </ns0:lnTo>
                <ns0:lnTo>
                  <ns0:pt x="1076914" y="378658"/>
                </ns0:lnTo>
                <ns0:lnTo>
                  <ns0:pt x="1075886" y="378367"/>
                </ns0:lnTo>
                <ns0:lnTo>
                  <ns0:pt x="1074857" y="377238"/>
                </ns0:lnTo>
                <ns0:lnTo>
                  <ns0:pt x="1073829" y="376600"/>
                </ns0:lnTo>
                <ns0:lnTo>
                  <ns0:pt x="1072800" y="378574"/>
                </ns0:lnTo>
                <ns0:lnTo>
                  <ns0:pt x="1071771" y="383418"/>
                </ns0:lnTo>
                <ns0:lnTo>
                  <ns0:pt x="1070743" y="386548"/>
                </ns0:lnTo>
                <ns0:lnTo>
                  <ns0:pt x="1069714" y="388517"/>
                </ns0:lnTo>
                <ns0:lnTo>
                  <ns0:pt x="1068686" y="389461"/>
                </ns0:lnTo>
                <ns0:lnTo>
                  <ns0:pt x="1067657" y="390169"/>
                </ns0:lnTo>
                <ns0:lnTo>
                  <ns0:pt x="1066629" y="391701"/>
                </ns0:lnTo>
                <ns0:lnTo>
                  <ns0:pt x="1065600" y="393504"/>
                </ns0:lnTo>
                <ns0:lnTo>
                  <ns0:pt x="1064571" y="395517"/>
                </ns0:lnTo>
                <ns0:lnTo>
                  <ns0:pt x="1063543" y="397933"/>
                </ns0:lnTo>
                <ns0:lnTo>
                  <ns0:pt x="1062514" y="400692"/>
                </ns0:lnTo>
                <ns0:lnTo>
                  <ns0:pt x="1061486" y="403532"/>
                </ns0:lnTo>
                <ns0:lnTo>
                  <ns0:pt x="1060457" y="406435"/>
                </ns0:lnTo>
                <ns0:lnTo>
                  <ns0:pt x="1059429" y="410401"/>
                </ns0:lnTo>
                <ns0:lnTo>
                  <ns0:pt x="1058400" y="414691"/>
                </ns0:lnTo>
                <ns0:lnTo>
                  <ns0:pt x="1057371" y="419192"/>
                </ns0:lnTo>
                <ns0:lnTo>
                  <ns0:pt x="1056343" y="426154"/>
                </ns0:lnTo>
                <ns0:lnTo>
                  <ns0:pt x="1055314" y="433393"/>
                </ns0:lnTo>
                <ns0:lnTo>
                  <ns0:pt x="1054286" y="440791"/>
                </ns0:lnTo>
                <ns0:lnTo>
                  <ns0:pt x="1053257" y="448154"/>
                </ns0:lnTo>
                <ns0:lnTo>
                  <ns0:pt x="1052229" y="455331"/>
                </ns0:lnTo>
                <ns0:lnTo>
                  <ns0:pt x="1051200" y="461586"/>
                </ns0:lnTo>
                <ns0:lnTo>
                  <ns0:pt x="1050171" y="467451"/>
                </ns0:lnTo>
                <ns0:lnTo>
                  <ns0:pt x="1049143" y="471486"/>
                </ns0:lnTo>
                <ns0:lnTo>
                  <ns0:pt x="1048114" y="473595"/>
                </ns0:lnTo>
                <ns0:lnTo>
                  <ns0:pt x="1047086" y="476192"/>
                </ns0:lnTo>
                <ns0:lnTo>
                  <ns0:pt x="1046057" y="481311"/>
                </ns0:lnTo>
                <ns0:lnTo>
                  <ns0:pt x="1045029" y="486397"/>
                </ns0:lnTo>
                <ns0:lnTo>
                  <ns0:pt x="1044000" y="491273"/>
                </ns0:lnTo>
                <ns0:lnTo>
                  <ns0:pt x="1042971" y="495355"/>
                </ns0:lnTo>
                <ns0:lnTo>
                  <ns0:pt x="1041943" y="498419"/>
                </ns0:lnTo>
                <ns0:lnTo>
                  <ns0:pt x="1040914" y="500159"/>
                </ns0:lnTo>
                <ns0:lnTo>
                  <ns0:pt x="1039886" y="503000"/>
                </ns0:lnTo>
                <ns0:lnTo>
                  <ns0:pt x="1038857" y="505813"/>
                </ns0:lnTo>
                <ns0:lnTo>
                  <ns0:pt x="1037829" y="510534"/>
                </ns0:lnTo>
                <ns0:lnTo>
                  <ns0:pt x="1036800" y="515303"/>
                </ns0:lnTo>
                <ns0:lnTo>
                  <ns0:pt x="1035771" y="518504"/>
                </ns0:lnTo>
                <ns0:lnTo>
                  <ns0:pt x="1034743" y="520124"/>
                </ns0:lnTo>
                <ns0:lnTo>
                  <ns0:pt x="1033714" y="524316"/>
                </ns0:lnTo>
                <ns0:lnTo>
                  <ns0:pt x="1032686" y="532465"/>
                </ns0:lnTo>
                <ns0:lnTo>
                  <ns0:pt x="1031657" y="546146"/>
                </ns0:lnTo>
                <ns0:lnTo>
                  <ns0:pt x="1030629" y="555244"/>
                </ns0:lnTo>
                <ns0:lnTo>
                  <ns0:pt x="1029600" y="562394"/>
                </ns0:lnTo>
                <ns0:lnTo>
                  <ns0:pt x="1028571" y="601235"/>
                </ns0:lnTo>
                <ns0:lnTo>
                  <ns0:pt x="1027543" y="600704"/>
                </ns0:lnTo>
                <ns0:lnTo>
                  <ns0:pt x="1026514" y="597704"/>
                </ns0:lnTo>
                <ns0:lnTo>
                  <ns0:pt x="1025486" y="595284"/>
                </ns0:lnTo>
                <ns0:lnTo>
                  <ns0:pt x="1024457" y="590760"/>
                </ns0:lnTo>
                <ns0:lnTo>
                  <ns0:pt x="1023429" y="584121"/>
                </ns0:lnTo>
                <ns0:lnTo>
                  <ns0:pt x="1022400" y="581144"/>
                </ns0:lnTo>
                <ns0:lnTo>
                  <ns0:pt x="1021371" y="580215"/>
                </ns0:lnTo>
                <ns0:lnTo>
                  <ns0:pt x="1020343" y="578591"/>
                </ns0:lnTo>
                <ns0:lnTo>
                  <ns0:pt x="1019314" y="577110"/>
                </ns0:lnTo>
                <ns0:lnTo>
                  <ns0:pt x="1018286" y="577633"/>
                </ns0:lnTo>
                <ns0:lnTo>
                  <ns0:pt x="1017257" y="578275"/>
                </ns0:lnTo>
                <ns0:lnTo>
                  <ns0:pt x="1016229" y="578649"/>
                </ns0:lnTo>
                <ns0:lnTo>
                  <ns0:pt x="1015200" y="579907"/>
                </ns0:lnTo>
                <ns0:lnTo>
                  <ns0:pt x="1014171" y="580127"/>
                </ns0:lnTo>
                <ns0:lnTo>
                  <ns0:pt x="1013143" y="579726"/>
                </ns0:lnTo>
                <ns0:lnTo>
                  <ns0:pt x="1012114" y="579101"/>
                </ns0:lnTo>
                <ns0:lnTo>
                  <ns0:pt x="1011086" y="578666"/>
                </ns0:lnTo>
                <ns0:lnTo>
                  <ns0:pt x="1010057" y="578357"/>
                </ns0:lnTo>
                <ns0:lnTo>
                  <ns0:pt x="1009029" y="578249"/>
                </ns0:lnTo>
                <ns0:lnTo>
                  <ns0:pt x="1008000" y="578211"/>
                </ns0:lnTo>
                <ns0:lnTo>
                  <ns0:pt x="1006971" y="577891"/>
                </ns0:lnTo>
                <ns0:lnTo>
                  <ns0:pt x="1005943" y="577654"/>
                </ns0:lnTo>
                <ns0:lnTo>
                  <ns0:pt x="1004914" y="577741"/>
                </ns0:lnTo>
                <ns0:lnTo>
                  <ns0:pt x="1003886" y="578201"/>
                </ns0:lnTo>
                <ns0:lnTo>
                  <ns0:pt x="1002857" y="578444"/>
                </ns0:lnTo>
                <ns0:lnTo>
                  <ns0:pt x="1001829" y="578410"/>
                </ns0:lnTo>
                <ns0:lnTo>
                  <ns0:pt x="1000800" y="578683"/>
                </ns0:lnTo>
                <ns0:lnTo>
                  <ns0:pt x="999771" y="579136"/>
                </ns0:lnTo>
                <ns0:lnTo>
                  <ns0:pt x="998743" y="581030"/>
                </ns0:lnTo>
                <ns0:lnTo>
                  <ns0:pt x="997714" y="585558"/>
                </ns0:lnTo>
                <ns0:lnTo>
                  <ns0:pt x="996686" y="588598"/>
                </ns0:lnTo>
                <ns0:lnTo>
                  <ns0:pt x="995657" y="590038"/>
                </ns0:lnTo>
                <ns0:lnTo>
                  <ns0:pt x="994629" y="592693"/>
                </ns0:lnTo>
                <ns0:lnTo>
                  <ns0:pt x="993600" y="595007"/>
                </ns0:lnTo>
                <ns0:lnTo>
                  <ns0:pt x="992571" y="592081"/>
                </ns0:lnTo>
                <ns0:lnTo>
                  <ns0:pt x="991543" y="589181"/>
                </ns0:lnTo>
                <ns0:lnTo>
                  <ns0:pt x="990514" y="588688"/>
                </ns0:lnTo>
                <ns0:lnTo>
                  <ns0:pt x="989486" y="588746"/>
                </ns0:lnTo>
                <ns0:lnTo>
                  <ns0:pt x="988457" y="588441"/>
                </ns0:lnTo>
                <ns0:lnTo>
                  <ns0:pt x="987429" y="588744"/>
                </ns0:lnTo>
                <ns0:lnTo>
                  <ns0:pt x="986400" y="589041"/>
                </ns0:lnTo>
                <ns0:lnTo>
                  <ns0:pt x="985371" y="589485"/>
                </ns0:lnTo>
                <ns0:lnTo>
                  <ns0:pt x="984343" y="590039"/>
                </ns0:lnTo>
                <ns0:lnTo>
                  <ns0:pt x="983314" y="590236"/>
                </ns0:lnTo>
                <ns0:lnTo>
                  <ns0:pt x="982286" y="590147"/>
                </ns0:lnTo>
                <ns0:lnTo>
                  <ns0:pt x="981257" y="590691"/>
                </ns0:lnTo>
                <ns0:lnTo>
                  <ns0:pt x="980229" y="590728"/>
                </ns0:lnTo>
                <ns0:lnTo>
                  <ns0:pt x="979200" y="589638"/>
                </ns0:lnTo>
                <ns0:lnTo>
                  <ns0:pt x="978171" y="589573"/>
                </ns0:lnTo>
                <ns0:lnTo>
                  <ns0:pt x="977143" y="589370"/>
                </ns0:lnTo>
                <ns0:lnTo>
                  <ns0:pt x="976114" y="589120"/>
                </ns0:lnTo>
                <ns0:lnTo>
                  <ns0:pt x="975086" y="589741"/>
                </ns0:lnTo>
                <ns0:lnTo>
                  <ns0:pt x="974057" y="589817"/>
                </ns0:lnTo>
                <ns0:lnTo>
                  <ns0:pt x="973029" y="588061"/>
                </ns0:lnTo>
                <ns0:lnTo>
                  <ns0:pt x="972000" y="586081"/>
                </ns0:lnTo>
                <ns0:lnTo>
                  <ns0:pt x="970971" y="584991"/>
                </ns0:lnTo>
                <ns0:lnTo>
                  <ns0:pt x="969943" y="584071"/>
                </ns0:lnTo>
                <ns0:lnTo>
                  <ns0:pt x="968914" y="583489"/>
                </ns0:lnTo>
                <ns0:lnTo>
                  <ns0:pt x="967886" y="583793"/>
                </ns0:lnTo>
                <ns0:lnTo>
                  <ns0:pt x="966857" y="584941"/>
                </ns0:lnTo>
                <ns0:lnTo>
                  <ns0:pt x="965829" y="585354"/>
                </ns0:lnTo>
                <ns0:lnTo>
                  <ns0:pt x="964800" y="584496"/>
                </ns0:lnTo>
                <ns0:lnTo>
                  <ns0:pt x="963771" y="584120"/>
                </ns0:lnTo>
                <ns0:lnTo>
                  <ns0:pt x="962743" y="584246"/>
                </ns0:lnTo>
                <ns0:lnTo>
                  <ns0:pt x="961714" y="584446"/>
                </ns0:lnTo>
                <ns0:lnTo>
                  <ns0:pt x="960686" y="584893"/>
                </ns0:lnTo>
                <ns0:lnTo>
                  <ns0:pt x="959657" y="584575"/>
                </ns0:lnTo>
                <ns0:lnTo>
                  <ns0:pt x="958629" y="583977"/>
                </ns0:lnTo>
                <ns0:lnTo>
                  <ns0:pt x="957600" y="583344"/>
                </ns0:lnTo>
                <ns0:lnTo>
                  <ns0:pt x="956571" y="583048"/>
                </ns0:lnTo>
                <ns0:lnTo>
                  <ns0:pt x="955543" y="583000"/>
                </ns0:lnTo>
                <ns0:lnTo>
                  <ns0:pt x="954514" y="583031"/>
                </ns0:lnTo>
                <ns0:lnTo>
                  <ns0:pt x="953486" y="583483"/>
                </ns0:lnTo>
                <ns0:lnTo>
                  <ns0:pt x="952457" y="583490"/>
                </ns0:lnTo>
                <ns0:lnTo>
                  <ns0:pt x="951429" y="583441"/>
                </ns0:lnTo>
                <ns0:lnTo>
                  <ns0:pt x="950400" y="582553"/>
                </ns0:lnTo>
                <ns0:lnTo>
                  <ns0:pt x="949371" y="581787"/>
                </ns0:lnTo>
                <ns0:lnTo>
                  <ns0:pt x="948343" y="581792"/>
                </ns0:lnTo>
                <ns0:lnTo>
                  <ns0:pt x="947314" y="582619"/>
                </ns0:lnTo>
                <ns0:lnTo>
                  <ns0:pt x="946286" y="583799"/>
                </ns0:lnTo>
                <ns0:lnTo>
                  <ns0:pt x="945257" y="584285"/>
                </ns0:lnTo>
                <ns0:lnTo>
                  <ns0:pt x="944229" y="584918"/>
                </ns0:lnTo>
                <ns0:lnTo>
                  <ns0:pt x="943200" y="584660"/>
                </ns0:lnTo>
                <ns0:lnTo>
                  <ns0:pt x="942171" y="583416"/>
                </ns0:lnTo>
                <ns0:lnTo>
                  <ns0:pt x="941143" y="582675"/>
                </ns0:lnTo>
                <ns0:lnTo>
                  <ns0:pt x="940114" y="583848"/>
                </ns0:lnTo>
                <ns0:lnTo>
                  <ns0:pt x="939086" y="584917"/>
                </ns0:lnTo>
                <ns0:lnTo>
                  <ns0:pt x="938057" y="584872"/>
                </ns0:lnTo>
                <ns0:lnTo>
                  <ns0:pt x="937029" y="584761"/>
                </ns0:lnTo>
                <ns0:lnTo>
                  <ns0:pt x="936000" y="584971"/>
                </ns0:lnTo>
                <ns0:lnTo>
                  <ns0:pt x="934971" y="584810"/>
                </ns0:lnTo>
                <ns0:lnTo>
                  <ns0:pt x="933943" y="584813"/>
                </ns0:lnTo>
                <ns0:lnTo>
                  <ns0:pt x="932914" y="582784"/>
                </ns0:lnTo>
                <ns0:lnTo>
                  <ns0:pt x="931886" y="581383"/>
                </ns0:lnTo>
                <ns0:lnTo>
                  <ns0:pt x="930857" y="579972"/>
                </ns0:lnTo>
                <ns0:lnTo>
                  <ns0:pt x="929829" y="579887"/>
                </ns0:lnTo>
                <ns0:lnTo>
                  <ns0:pt x="928800" y="579888"/>
                </ns0:lnTo>
                <ns0:lnTo>
                  <ns0:pt x="927771" y="579822"/>
                </ns0:lnTo>
                <ns0:lnTo>
                  <ns0:pt x="926743" y="578563"/>
                </ns0:lnTo>
                <ns0:lnTo>
                  <ns0:pt x="925714" y="577019"/>
                </ns0:lnTo>
                <ns0:lnTo>
                  <ns0:pt x="924686" y="576493"/>
                </ns0:lnTo>
                <ns0:lnTo>
                  <ns0:pt x="923657" y="575372"/>
                </ns0:lnTo>
                <ns0:lnTo>
                  <ns0:pt x="922629" y="573867"/>
                </ns0:lnTo>
                <ns0:lnTo>
                  <ns0:pt x="921600" y="572445"/>
                </ns0:lnTo>
                <ns0:lnTo>
                  <ns0:pt x="920571" y="570515"/>
                </ns0:lnTo>
                <ns0:lnTo>
                  <ns0:pt x="919543" y="569272"/>
                </ns0:lnTo>
                <ns0:lnTo>
                  <ns0:pt x="918514" y="569112"/>
                </ns0:lnTo>
                <ns0:lnTo>
                  <ns0:pt x="917486" y="569080"/>
                </ns0:lnTo>
                <ns0:lnTo>
                  <ns0:pt x="916457" y="569610"/>
                </ns0:lnTo>
                <ns0:lnTo>
                  <ns0:pt x="915429" y="570025"/>
                </ns0:lnTo>
                <ns0:lnTo>
                  <ns0:pt x="914400" y="569896"/>
                </ns0:lnTo>
                <ns0:lnTo>
                  <ns0:pt x="913371" y="569946"/>
                </ns0:lnTo>
                <ns0:lnTo>
                  <ns0:pt x="912343" y="569942"/>
                </ns0:lnTo>
                <ns0:lnTo>
                  <ns0:pt x="911314" y="569854"/>
                </ns0:lnTo>
                <ns0:lnTo>
                  <ns0:pt x="910286" y="569861"/>
                </ns0:lnTo>
                <ns0:lnTo>
                  <ns0:pt x="909257" y="569905"/>
                </ns0:lnTo>
                <ns0:lnTo>
                  <ns0:pt x="908229" y="570226"/>
                </ns0:lnTo>
                <ns0:lnTo>
                  <ns0:pt x="907200" y="571630"/>
                </ns0:lnTo>
                <ns0:lnTo>
                  <ns0:pt x="906171" y="572702"/>
                </ns0:lnTo>
                <ns0:lnTo>
                  <ns0:pt x="905143" y="573919"/>
                </ns0:lnTo>
                <ns0:lnTo>
                  <ns0:pt x="904114" y="573904"/>
                </ns0:lnTo>
                <ns0:lnTo>
                  <ns0:pt x="903086" y="573924"/>
                </ns0:lnTo>
                <ns0:lnTo>
                  <ns0:pt x="902057" y="573957"/>
                </ns0:lnTo>
                <ns0:lnTo>
                  <ns0:pt x="901029" y="575114"/>
                </ns0:lnTo>
                <ns0:lnTo>
                  <ns0:pt x="900000" y="576824"/>
                </ns0:lnTo>
                <ns0:lnTo>
                  <ns0:pt x="898971" y="578407"/>
                </ns0:lnTo>
                <ns0:lnTo>
                  <ns0:pt x="897943" y="580595"/>
                </ns0:lnTo>
                <ns0:lnTo>
                  <ns0:pt x="896914" y="582944"/>
                </ns0:lnTo>
                <ns0:lnTo>
                  <ns0:pt x="895886" y="585528"/>
                </ns0:lnTo>
                <ns0:lnTo>
                  <ns0:pt x="894857" y="589398"/>
                </ns0:lnTo>
                <ns0:lnTo>
                  <ns0:pt x="893829" y="592391"/>
                </ns0:lnTo>
                <ns0:lnTo>
                  <ns0:pt x="892800" y="591637"/>
                </ns0:lnTo>
                <ns0:lnTo>
                  <ns0:pt x="891771" y="585938"/>
                </ns0:lnTo>
                <ns0:lnTo>
                  <ns0:pt x="890743" y="580153"/>
                </ns0:lnTo>
                <ns0:lnTo>
                  <ns0:pt x="889714" y="577066"/>
                </ns0:lnTo>
                <ns0:lnTo>
                  <ns0:pt x="888686" y="572815"/>
                </ns0:lnTo>
                <ns0:lnTo>
                  <ns0:pt x="887657" y="569252"/>
                </ns0:lnTo>
                <ns0:lnTo>
                  <ns0:pt x="886629" y="568190"/>
                </ns0:lnTo>
                <ns0:lnTo>
                  <ns0:pt x="885600" y="567891"/>
                </ns0:lnTo>
                <ns0:lnTo>
                  <ns0:pt x="884571" y="567692"/>
                </ns0:lnTo>
                <ns0:lnTo>
                  <ns0:pt x="883543" y="567735"/>
                </ns0:lnTo>
                <ns0:lnTo>
                  <ns0:pt x="882514" y="567771"/>
                </ns0:lnTo>
                <ns0:lnTo>
                  <ns0:pt x="881486" y="567097"/>
                </ns0:lnTo>
                <ns0:lnTo>
                  <ns0:pt x="880457" y="566745"/>
                </ns0:lnTo>
                <ns0:lnTo>
                  <ns0:pt x="879429" y="565859"/>
                </ns0:lnTo>
                <ns0:lnTo>
                  <ns0:pt x="878400" y="564638"/>
                </ns0:lnTo>
                <ns0:lnTo>
                  <ns0:pt x="877371" y="563833"/>
                </ns0:lnTo>
                <ns0:lnTo>
                  <ns0:pt x="876343" y="563242"/>
                </ns0:lnTo>
                <ns0:lnTo>
                  <ns0:pt x="875314" y="562695"/>
                </ns0:lnTo>
                <ns0:lnTo>
                  <ns0:pt x="874286" y="562384"/>
                </ns0:lnTo>
                <ns0:lnTo>
                  <ns0:pt x="873257" y="562282"/>
                </ns0:lnTo>
                <ns0:lnTo>
                  <ns0:pt x="872229" y="562695"/>
                </ns0:lnTo>
                <ns0:lnTo>
                  <ns0:pt x="871200" y="563292"/>
                </ns0:lnTo>
                <ns0:lnTo>
                  <ns0:pt x="870171" y="563424"/>
                </ns0:lnTo>
                <ns0:lnTo>
                  <ns0:pt x="869143" y="563473"/>
                </ns0:lnTo>
                <ns0:lnTo>
                  <ns0:pt x="868114" y="563584"/>
                </ns0:lnTo>
                <ns0:lnTo>
                  <ns0:pt x="867086" y="564203"/>
                </ns0:lnTo>
                <ns0:lnTo>
                  <ns0:pt x="866057" y="566679"/>
                </ns0:lnTo>
                <ns0:lnTo>
                  <ns0:pt x="865029" y="570537"/>
                </ns0:lnTo>
                <ns0:lnTo>
                  <ns0:pt x="864000" y="572315"/>
                </ns0:lnTo>
                <ns0:lnTo>
                  <ns0:pt x="862971" y="575842"/>
                </ns0:lnTo>
                <ns0:lnTo>
                  <ns0:pt x="861943" y="579857"/>
                </ns0:lnTo>
                <ns0:lnTo>
                  <ns0:pt x="860914" y="580952"/>
                </ns0:lnTo>
                <ns0:lnTo>
                  <ns0:pt x="859886" y="581237"/>
                </ns0:lnTo>
                <ns0:lnTo>
                  <ns0:pt x="858857" y="580631"/>
                </ns0:lnTo>
                <ns0:lnTo>
                  <ns0:pt x="857829" y="580445"/>
                </ns0:lnTo>
                <ns0:lnTo>
                  <ns0:pt x="856800" y="580432"/>
                </ns0:lnTo>
                <ns0:lnTo>
                  <ns0:pt x="855771" y="581434"/>
                </ns0:lnTo>
                <ns0:lnTo>
                  <ns0:pt x="854743" y="582308"/>
                </ns0:lnTo>
                <ns0:lnTo>
                  <ns0:pt x="853714" y="583064"/>
                </ns0:lnTo>
                <ns0:lnTo>
                  <ns0:pt x="852686" y="583754"/>
                </ns0:lnTo>
                <ns0:lnTo>
                  <ns0:pt x="851657" y="583083"/>
                </ns0:lnTo>
                <ns0:lnTo>
                  <ns0:pt x="850629" y="584081"/>
                </ns0:lnTo>
                <ns0:lnTo>
                  <ns0:pt x="849600" y="585117"/>
                </ns0:lnTo>
                <ns0:lnTo>
                  <ns0:pt x="848571" y="585837"/>
                </ns0:lnTo>
                <ns0:lnTo>
                  <ns0:pt x="847543" y="586475"/>
                </ns0:lnTo>
                <ns0:lnTo>
                  <ns0:pt x="846514" y="586373"/>
                </ns0:lnTo>
                <ns0:lnTo>
                  <ns0:pt x="845486" y="586310"/>
                </ns0:lnTo>
                <ns0:lnTo>
                  <ns0:pt x="844457" y="585222"/>
                </ns0:lnTo>
                <ns0:lnTo>
                  <ns0:pt x="843429" y="582402"/>
                </ns0:lnTo>
                <ns0:lnTo>
                  <ns0:pt x="842400" y="578458"/>
                </ns0:lnTo>
                <ns0:lnTo>
                  <ns0:pt x="841371" y="575827"/>
                </ns0:lnTo>
                <ns0:lnTo>
                  <ns0:pt x="840343" y="575527"/>
                </ns0:lnTo>
                <ns0:lnTo>
                  <ns0:pt x="839314" y="575629"/>
                </ns0:lnTo>
                <ns0:lnTo>
                  <ns0:pt x="838286" y="576046"/>
                </ns0:lnTo>
                <ns0:lnTo>
                  <ns0:pt x="837257" y="576574"/>
                </ns0:lnTo>
                <ns0:lnTo>
                  <ns0:pt x="836229" y="576893"/>
                </ns0:lnTo>
                <ns0:lnTo>
                  <ns0:pt x="835200" y="575889"/>
                </ns0:lnTo>
                <ns0:lnTo>
                  <ns0:pt x="834171" y="574835"/>
                </ns0:lnTo>
                <ns0:lnTo>
                  <ns0:pt x="833143" y="574122"/>
                </ns0:lnTo>
                <ns0:lnTo>
                  <ns0:pt x="832114" y="573543"/>
                </ns0:lnTo>
                <ns0:lnTo>
                  <ns0:pt x="831086" y="572940"/>
                </ns0:lnTo>
                <ns0:lnTo>
                  <ns0:pt x="830057" y="572534"/>
                </ns0:lnTo>
                <ns0:lnTo>
                  <ns0:pt x="829029" y="572500"/>
                </ns0:lnTo>
                <ns0:lnTo>
                  <ns0:pt x="828000" y="572562"/>
                </ns0:lnTo>
                <ns0:lnTo>
                  <ns0:pt x="826971" y="572934"/>
                </ns0:lnTo>
                <ns0:lnTo>
                  <ns0:pt x="825943" y="573894"/>
                </ns0:lnTo>
                <ns0:lnTo>
                  <ns0:pt x="824914" y="573856"/>
                </ns0:lnTo>
                <ns0:lnTo>
                  <ns0:pt x="823886" y="573744"/>
                </ns0:lnTo>
                <ns0:lnTo>
                  <ns0:pt x="822857" y="573266"/>
                </ns0:lnTo>
                <ns0:lnTo>
                  <ns0:pt x="821829" y="572383"/>
                </ns0:lnTo>
                <ns0:lnTo>
                  <ns0:pt x="820800" y="572004"/>
                </ns0:lnTo>
                <ns0:lnTo>
                  <ns0:pt x="819771" y="571968"/>
                </ns0:lnTo>
                <ns0:lnTo>
                  <ns0:pt x="818743" y="572152"/>
                </ns0:lnTo>
                <ns0:lnTo>
                  <ns0:pt x="817714" y="571227"/>
                </ns0:lnTo>
                <ns0:lnTo>
                  <ns0:pt x="816686" y="572546"/>
                </ns0:lnTo>
                <ns0:lnTo>
                  <ns0:pt x="815657" y="573766"/>
                </ns0:lnTo>
                <ns0:lnTo>
                  <ns0:pt x="814629" y="573894"/>
                </ns0:lnTo>
                <ns0:lnTo>
                  <ns0:pt x="813600" y="573199"/>
                </ns0:lnTo>
                <ns0:lnTo>
                  <ns0:pt x="812571" y="572559"/>
                </ns0:lnTo>
                <ns0:lnTo>
                  <ns0:pt x="811543" y="572179"/>
                </ns0:lnTo>
                <ns0:lnTo>
                  <ns0:pt x="810514" y="571428"/>
                </ns0:lnTo>
                <ns0:lnTo>
                  <ns0:pt x="809486" y="572237"/>
                </ns0:lnTo>
                <ns0:lnTo>
                  <ns0:pt x="808457" y="572136"/>
                </ns0:lnTo>
                <ns0:lnTo>
                  <ns0:pt x="807429" y="572663"/>
                </ns0:lnTo>
                <ns0:lnTo>
                  <ns0:pt x="806400" y="572971"/>
                </ns0:lnTo>
                <ns0:lnTo>
                  <ns0:pt x="805371" y="573551"/>
                </ns0:lnTo>
                <ns0:lnTo>
                  <ns0:pt x="804343" y="573629"/>
                </ns0:lnTo>
                <ns0:lnTo>
                  <ns0:pt x="803314" y="573469"/>
                </ns0:lnTo>
                <ns0:lnTo>
                  <ns0:pt x="802286" y="573451"/>
                </ns0:lnTo>
                <ns0:lnTo>
                  <ns0:pt x="801257" y="573664"/>
                </ns0:lnTo>
                <ns0:lnTo>
                  <ns0:pt x="800229" y="573882"/>
                </ns0:lnTo>
                <ns0:lnTo>
                  <ns0:pt x="799200" y="573932"/>
                </ns0:lnTo>
                <ns0:lnTo>
                  <ns0:pt x="798171" y="573820"/>
                </ns0:lnTo>
                <ns0:lnTo>
                  <ns0:pt x="797143" y="573741"/>
                </ns0:lnTo>
                <ns0:lnTo>
                  <ns0:pt x="796114" y="574367"/>
                </ns0:lnTo>
                <ns0:lnTo>
                  <ns0:pt x="795086" y="575143"/>
                </ns0:lnTo>
                <ns0:lnTo>
                  <ns0:pt x="794057" y="575429"/>
                </ns0:lnTo>
                <ns0:lnTo>
                  <ns0:pt x="793029" y="575977"/>
                </ns0:lnTo>
                <ns0:lnTo>
                  <ns0:pt x="792000" y="578121"/>
                </ns0:lnTo>
                <ns0:lnTo>
                  <ns0:pt x="790971" y="579518"/>
                </ns0:lnTo>
                <ns0:lnTo>
                  <ns0:pt x="789943" y="579718"/>
                </ns0:lnTo>
                <ns0:lnTo>
                  <ns0:pt x="788914" y="579444"/>
                </ns0:lnTo>
                <ns0:lnTo>
                  <ns0:pt x="787886" y="579546"/>
                </ns0:lnTo>
                <ns0:lnTo>
                  <ns0:pt x="786857" y="579418"/>
                </ns0:lnTo>
                <ns0:lnTo>
                  <ns0:pt x="785829" y="580296"/>
                </ns0:lnTo>
                <ns0:lnTo>
                  <ns0:pt x="784800" y="581754"/>
                </ns0:lnTo>
                <ns0:lnTo>
                  <ns0:pt x="783771" y="582192"/>
                </ns0:lnTo>
                <ns0:lnTo>
                  <ns0:pt x="782743" y="583776"/>
                </ns0:lnTo>
                <ns0:lnTo>
                  <ns0:pt x="781714" y="584262"/>
                </ns0:lnTo>
                <ns0:lnTo>
                  <ns0:pt x="780686" y="584201"/>
                </ns0:lnTo>
                <ns0:lnTo>
                  <ns0:pt x="779657" y="583974"/>
                </ns0:lnTo>
                <ns0:lnTo>
                  <ns0:pt x="778629" y="584532"/>
                </ns0:lnTo>
                <ns0:lnTo>
                  <ns0:pt x="777600" y="585132"/>
                </ns0:lnTo>
                <ns0:lnTo>
                  <ns0:pt x="776571" y="585384"/>
                </ns0:lnTo>
                <ns0:lnTo>
                  <ns0:pt x="775543" y="585287"/>
                </ns0:lnTo>
                <ns0:lnTo>
                  <ns0:pt x="774514" y="585148"/>
                </ns0:lnTo>
                <ns0:lnTo>
                  <ns0:pt x="773486" y="585362"/>
                </ns0:lnTo>
                <ns0:lnTo>
                  <ns0:pt x="772457" y="586215"/>
                </ns0:lnTo>
                <ns0:lnTo>
                  <ns0:pt x="771429" y="588081"/>
                </ns0:lnTo>
                <ns0:lnTo>
                  <ns0:pt x="770400" y="589728"/>
                </ns0:lnTo>
                <ns0:lnTo>
                  <ns0:pt x="769371" y="589771"/>
                </ns0:lnTo>
                <ns0:lnTo>
                  <ns0:pt x="768343" y="588727"/>
                </ns0:lnTo>
                <ns0:lnTo>
                  <ns0:pt x="767314" y="588106"/>
                </ns0:lnTo>
                <ns0:lnTo>
                  <ns0:pt x="766286" y="589140"/>
                </ns0:lnTo>
                <ns0:lnTo>
                  <ns0:pt x="765257" y="590021"/>
                </ns0:lnTo>
                <ns0:lnTo>
                  <ns0:pt x="764229" y="591944"/>
                </ns0:lnTo>
                <ns0:lnTo>
                  <ns0:pt x="763200" y="592347"/>
                </ns0:lnTo>
                <ns0:lnTo>
                  <ns0:pt x="762171" y="590098"/>
                </ns0:lnTo>
                <ns0:lnTo>
                  <ns0:pt x="761143" y="586454"/>
                </ns0:lnTo>
                <ns0:lnTo>
                  <ns0:pt x="760114" y="584989"/>
                </ns0:lnTo>
                <ns0:lnTo>
                  <ns0:pt x="759086" y="583947"/>
                </ns0:lnTo>
                <ns0:lnTo>
                  <ns0:pt x="758057" y="583527"/>
                </ns0:lnTo>
                <ns0:lnTo>
                  <ns0:pt x="757029" y="583530"/>
                </ns0:lnTo>
                <ns0:lnTo>
                  <ns0:pt x="756000" y="583453"/>
                </ns0:lnTo>
                <ns0:lnTo>
                  <ns0:pt x="754971" y="583456"/>
                </ns0:lnTo>
                <ns0:lnTo>
                  <ns0:pt x="753943" y="583599"/>
                </ns0:lnTo>
                <ns0:lnTo>
                  <ns0:pt x="752914" y="583901"/>
                </ns0:lnTo>
                <ns0:lnTo>
                  <ns0:pt x="751886" y="583368"/>
                </ns0:lnTo>
                <ns0:lnTo>
                  <ns0:pt x="750857" y="582005"/>
                </ns0:lnTo>
                <ns0:lnTo>
                  <ns0:pt x="749829" y="579669"/>
                </ns0:lnTo>
                <ns0:lnTo>
                  <ns0:pt x="748800" y="578461"/>
                </ns0:lnTo>
                <ns0:lnTo>
                  <ns0:pt x="747771" y="577597"/>
                </ns0:lnTo>
                <ns0:lnTo>
                  <ns0:pt x="746743" y="577415"/>
                </ns0:lnTo>
                <ns0:lnTo>
                  <ns0:pt x="745714" y="576184"/>
                </ns0:lnTo>
                <ns0:lnTo>
                  <ns0:pt x="744686" y="575914"/>
                </ns0:lnTo>
                <ns0:lnTo>
                  <ns0:pt x="743657" y="575807"/>
                </ns0:lnTo>
                <ns0:lnTo>
                  <ns0:pt x="742629" y="576069"/>
                </ns0:lnTo>
                <ns0:lnTo>
                  <ns0:pt x="741600" y="576194"/>
                </ns0:lnTo>
                <ns0:lnTo>
                  <ns0:pt x="740571" y="576375"/>
                </ns0:lnTo>
                <ns0:lnTo>
                  <ns0:pt x="739543" y="574399"/>
                </ns0:lnTo>
                <ns0:lnTo>
                  <ns0:pt x="738514" y="573967"/>
                </ns0:lnTo>
                <ns0:lnTo>
                  <ns0:pt x="737486" y="573979"/>
                </ns0:lnTo>
                <ns0:lnTo>
                  <ns0:pt x="736457" y="574663"/>
                </ns0:lnTo>
                <ns0:lnTo>
                  <ns0:pt x="735429" y="576764"/>
                </ns0:lnTo>
                <ns0:lnTo>
                  <ns0:pt x="734400" y="577551"/>
                </ns0:lnTo>
                <ns0:lnTo>
                  <ns0:pt x="733371" y="578455"/>
                </ns0:lnTo>
                <ns0:lnTo>
                  <ns0:pt x="732343" y="578241"/>
                </ns0:lnTo>
                <ns0:lnTo>
                  <ns0:pt x="731314" y="578079"/>
                </ns0:lnTo>
                <ns0:lnTo>
                  <ns0:pt x="730286" y="578193"/>
                </ns0:lnTo>
                <ns0:lnTo>
                  <ns0:pt x="729257" y="578192"/>
                </ns0:lnTo>
                <ns0:lnTo>
                  <ns0:pt x="728229" y="578242"/>
                </ns0:lnTo>
                <ns0:lnTo>
                  <ns0:pt x="727200" y="578240"/>
                </ns0:lnTo>
                <ns0:lnTo>
                  <ns0:pt x="726171" y="578557"/>
                </ns0:lnTo>
                <ns0:lnTo>
                  <ns0:pt x="725143" y="579561"/>
                </ns0:lnTo>
                <ns0:lnTo>
                  <ns0:pt x="724114" y="581676"/>
                </ns0:lnTo>
                <ns0:lnTo>
                  <ns0:pt x="723086" y="583003"/>
                </ns0:lnTo>
                <ns0:lnTo>
                  <ns0:pt x="722057" y="583866"/>
                </ns0:lnTo>
                <ns0:lnTo>
                  <ns0:pt x="721029" y="583731"/>
                </ns0:lnTo>
                <ns0:lnTo>
                  <ns0:pt x="720000" y="585097"/>
                </ns0:lnTo>
                <ns0:lnTo>
                  <ns0:pt x="718971" y="585861"/>
                </ns0:lnTo>
                <ns0:lnTo>
                  <ns0:pt x="717943" y="586688"/>
                </ns0:lnTo>
                <ns0:lnTo>
                  <ns0:pt x="716914" y="586207"/>
                </ns0:lnTo>
                <ns0:lnTo>
                  <ns0:pt x="715886" y="583637"/>
                </ns0:lnTo>
                <ns0:lnTo>
                  <ns0:pt x="714857" y="582879"/>
                </ns0:lnTo>
                <ns0:lnTo>
                  <ns0:pt x="713829" y="586429"/>
                </ns0:lnTo>
                <ns0:lnTo>
                  <ns0:pt x="712800" y="587522"/>
                </ns0:lnTo>
                <ns0:lnTo>
                  <ns0:pt x="711771" y="586933"/>
                </ns0:lnTo>
                <ns0:lnTo>
                  <ns0:pt x="710743" y="587779"/>
                </ns0:lnTo>
                <ns0:lnTo>
                  <ns0:pt x="709714" y="588703"/>
                </ns0:lnTo>
                <ns0:lnTo>
                  <ns0:pt x="708686" y="588488"/>
                </ns0:lnTo>
                <ns0:lnTo>
                  <ns0:pt x="707657" y="587776"/>
                </ns0:lnTo>
                <ns0:lnTo>
                  <ns0:pt x="706629" y="587807"/>
                </ns0:lnTo>
                <ns0:lnTo>
                  <ns0:pt x="705600" y="587764"/>
                </ns0:lnTo>
                <ns0:lnTo>
                  <ns0:pt x="704571" y="588354"/>
                </ns0:lnTo>
                <ns0:lnTo>
                  <ns0:pt x="703543" y="588450"/>
                </ns0:lnTo>
                <ns0:lnTo>
                  <ns0:pt x="702514" y="587988"/>
                </ns0:lnTo>
                <ns0:lnTo>
                  <ns0:pt x="701486" y="588399"/>
                </ns0:lnTo>
                <ns0:lnTo>
                  <ns0:pt x="700457" y="589633"/>
                </ns0:lnTo>
                <ns0:lnTo>
                  <ns0:pt x="699429" y="590329"/>
                </ns0:lnTo>
                <ns0:lnTo>
                  <ns0:pt x="698400" y="590306"/>
                </ns0:lnTo>
                <ns0:lnTo>
                  <ns0:pt x="697371" y="590193"/>
                </ns0:lnTo>
                <ns0:lnTo>
                  <ns0:pt x="696343" y="589686"/>
                </ns0:lnTo>
                <ns0:lnTo>
                  <ns0:pt x="695314" y="588880"/>
                </ns0:lnTo>
                <ns0:lnTo>
                  <ns0:pt x="694286" y="588201"/>
                </ns0:lnTo>
                <ns0:lnTo>
                  <ns0:pt x="693257" y="587924"/>
                </ns0:lnTo>
                <ns0:lnTo>
                  <ns0:pt x="692229" y="588155"/>
                </ns0:lnTo>
                <ns0:lnTo>
                  <ns0:pt x="691200" y="589885"/>
                </ns0:lnTo>
                <ns0:lnTo>
                  <ns0:pt x="690171" y="593932"/>
                </ns0:lnTo>
                <ns0:lnTo>
                  <ns0:pt x="689143" y="595655"/>
                </ns0:lnTo>
                <ns0:lnTo>
                  <ns0:pt x="688114" y="595189"/>
                </ns0:lnTo>
                <ns0:lnTo>
                  <ns0:pt x="687086" y="596268"/>
                </ns0:lnTo>
                <ns0:lnTo>
                  <ns0:pt x="686057" y="597882"/>
                </ns0:lnTo>
                <ns0:lnTo>
                  <ns0:pt x="685029" y="598590"/>
                </ns0:lnTo>
                <ns0:lnTo>
                  <ns0:pt x="684000" y="598581"/>
                </ns0:lnTo>
                <ns0:lnTo>
                  <ns0:pt x="682971" y="599491"/>
                </ns0:lnTo>
                <ns0:lnTo>
                  <ns0:pt x="681943" y="601742"/>
                </ns0:lnTo>
                <ns0:lnTo>
                  <ns0:pt x="680914" y="604631"/>
                </ns0:lnTo>
                <ns0:lnTo>
                  <ns0:pt x="679886" y="606816"/>
                </ns0:lnTo>
                <ns0:lnTo>
                  <ns0:pt x="678857" y="607259"/>
                </ns0:lnTo>
                <ns0:lnTo>
                  <ns0:pt x="677829" y="606937"/>
                </ns0:lnTo>
                <ns0:lnTo>
                  <ns0:pt x="676800" y="606740"/>
                </ns0:lnTo>
                <ns0:lnTo>
                  <ns0:pt x="675771" y="606591"/>
                </ns0:lnTo>
                <ns0:lnTo>
                  <ns0:pt x="674743" y="606659"/>
                </ns0:lnTo>
                <ns0:lnTo>
                  <ns0:pt x="673714" y="607401"/>
                </ns0:lnTo>
                <ns0:lnTo>
                  <ns0:pt x="672686" y="608143"/>
                </ns0:lnTo>
                <ns0:lnTo>
                  <ns0:pt x="671657" y="609140"/>
                </ns0:lnTo>
                <ns0:lnTo>
                  <ns0:pt x="670629" y="610372"/>
                </ns0:lnTo>
                <ns0:lnTo>
                  <ns0:pt x="669600" y="611959"/>
                </ns0:lnTo>
                <ns0:lnTo>
                  <ns0:pt x="668571" y="613696"/>
                </ns0:lnTo>
                <ns0:lnTo>
                  <ns0:pt x="667543" y="614807"/>
                </ns0:lnTo>
                <ns0:lnTo>
                  <ns0:pt x="666514" y="614653"/>
                </ns0:lnTo>
                <ns0:lnTo>
                  <ns0:pt x="665486" y="613657"/>
                </ns0:lnTo>
                <ns0:lnTo>
                  <ns0:pt x="664457" y="613479"/>
                </ns0:lnTo>
                <ns0:lnTo>
                  <ns0:pt x="663429" y="615221"/>
                </ns0:lnTo>
                <ns0:lnTo>
                  <ns0:pt x="662400" y="617404"/>
                </ns0:lnTo>
                <ns0:lnTo>
                  <ns0:pt x="661371" y="617476"/>
                </ns0:lnTo>
                <ns0:lnTo>
                  <ns0:pt x="660343" y="617410"/>
                </ns0:lnTo>
                <ns0:lnTo>
                  <ns0:pt x="659314" y="617565"/>
                </ns0:lnTo>
                <ns0:lnTo>
                  <ns0:pt x="658286" y="619122"/>
                </ns0:lnTo>
                <ns0:lnTo>
                  <ns0:pt x="657257" y="619566"/>
                </ns0:lnTo>
                <ns0:lnTo>
                  <ns0:pt x="656229" y="619312"/>
                </ns0:lnTo>
                <ns0:lnTo>
                  <ns0:pt x="655200" y="617988"/>
                </ns0:lnTo>
                <ns0:lnTo>
                  <ns0:pt x="654171" y="616325"/>
                </ns0:lnTo>
                <ns0:lnTo>
                  <ns0:pt x="653143" y="615139"/>
                </ns0:lnTo>
                <ns0:lnTo>
                  <ns0:pt x="652114" y="615886"/>
                </ns0:lnTo>
                <ns0:lnTo>
                  <ns0:pt x="651086" y="617658"/>
                </ns0:lnTo>
                <ns0:lnTo>
                  <ns0:pt x="650057" y="619334"/>
                </ns0:lnTo>
                <ns0:lnTo>
                  <ns0:pt x="649029" y="620235"/>
                </ns0:lnTo>
                <ns0:lnTo>
                  <ns0:pt x="648000" y="620753"/>
                </ns0:lnTo>
                <ns0:lnTo>
                  <ns0:pt x="646971" y="621978"/>
                </ns0:lnTo>
                <ns0:lnTo>
                  <ns0:pt x="645943" y="623615"/>
                </ns0:lnTo>
                <ns0:lnTo>
                  <ns0:pt x="644914" y="626098"/>
                </ns0:lnTo>
                <ns0:lnTo>
                  <ns0:pt x="643886" y="629342"/>
                </ns0:lnTo>
                <ns0:lnTo>
                  <ns0:pt x="642857" y="632819"/>
                </ns0:lnTo>
                <ns0:lnTo>
                  <ns0:pt x="641829" y="635866"/>
                </ns0:lnTo>
                <ns0:lnTo>
                  <ns0:pt x="640800" y="638807"/>
                </ns0:lnTo>
                <ns0:lnTo>
                  <ns0:pt x="639771" y="644638"/>
                </ns0:lnTo>
                <ns0:lnTo>
                  <ns0:pt x="638743" y="650719"/>
                </ns0:lnTo>
                <ns0:lnTo>
                  <ns0:pt x="637714" y="657346"/>
                </ns0:lnTo>
                <ns0:lnTo>
                  <ns0:pt x="636686" y="663259"/>
                </ns0:lnTo>
                <ns0:lnTo>
                  <ns0:pt x="635657" y="667781"/>
                </ns0:lnTo>
                <ns0:lnTo>
                  <ns0:pt x="634629" y="672212"/>
                </ns0:lnTo>
                <ns0:lnTo>
                  <ns0:pt x="633600" y="679830"/>
                </ns0:lnTo>
                <ns0:lnTo>
                  <ns0:pt x="632571" y="686865"/>
                </ns0:lnTo>
                <ns0:lnTo>
                  <ns0:pt x="631543" y="693146"/>
                </ns0:lnTo>
                <ns0:lnTo>
                  <ns0:pt x="630514" y="698405"/>
                </ns0:lnTo>
                <ns0:lnTo>
                  <ns0:pt x="629486" y="701269"/>
                </ns0:lnTo>
                <ns0:lnTo>
                  <ns0:pt x="628457" y="703256"/>
                </ns0:lnTo>
                <ns0:lnTo>
                  <ns0:pt x="627429" y="705251"/>
                </ns0:lnTo>
                <ns0:lnTo>
                  <ns0:pt x="626400" y="708334"/>
                </ns0:lnTo>
                <ns0:lnTo>
                  <ns0:pt x="625371" y="712221"/>
                </ns0:lnTo>
                <ns0:lnTo>
                  <ns0:pt x="624343" y="715904"/>
                </ns0:lnTo>
                <ns0:lnTo>
                  <ns0:pt x="623314" y="718735"/>
                </ns0:lnTo>
                <ns0:lnTo>
                  <ns0:pt x="622286" y="720115"/>
                </ns0:lnTo>
                <ns0:lnTo>
                  <ns0:pt x="621257" y="721358"/>
                </ns0:lnTo>
                <ns0:lnTo>
                  <ns0:pt x="620229" y="723206"/>
                </ns0:lnTo>
                <ns0:lnTo>
                  <ns0:pt x="619200" y="726010"/>
                </ns0:lnTo>
                <ns0:lnTo>
                  <ns0:pt x="618171" y="731462"/>
                </ns0:lnTo>
                <ns0:lnTo>
                  <ns0:pt x="617143" y="742303"/>
                </ns0:lnTo>
                <ns0:lnTo>
                  <ns0:pt x="616114" y="740055"/>
                </ns0:lnTo>
                <ns0:lnTo>
                  <ns0:pt x="615086" y="739312"/>
                </ns0:lnTo>
                <ns0:lnTo>
                  <ns0:pt x="614057" y="739683"/>
                </ns0:lnTo>
                <ns0:lnTo>
                  <ns0:pt x="613029" y="740513"/>
                </ns0:lnTo>
                <ns0:lnTo>
                  <ns0:pt x="612000" y="741192"/>
                </ns0:lnTo>
                <ns0:lnTo>
                  <ns0:pt x="610971" y="741548"/>
                </ns0:lnTo>
                <ns0:lnTo>
                  <ns0:pt x="609943" y="741263"/>
                </ns0:lnTo>
                <ns0:lnTo>
                  <ns0:pt x="608914" y="741808"/>
                </ns0:lnTo>
                <ns0:lnTo>
                  <ns0:pt x="607886" y="742292"/>
                </ns0:lnTo>
                <ns0:lnTo>
                  <ns0:pt x="606857" y="742690"/>
                </ns0:lnTo>
                <ns0:lnTo>
                  <ns0:pt x="605829" y="743087"/>
                </ns0:lnTo>
                <ns0:lnTo>
                  <ns0:pt x="604800" y="743604"/>
                </ns0:lnTo>
                <ns0:lnTo>
                  <ns0:pt x="603771" y="744394"/>
                </ns0:lnTo>
                <ns0:lnTo>
                  <ns0:pt x="602743" y="745609"/>
                </ns0:lnTo>
                <ns0:lnTo>
                  <ns0:pt x="601714" y="746431"/>
                </ns0:lnTo>
                <ns0:lnTo>
                  <ns0:pt x="600686" y="746300"/>
                </ns0:lnTo>
                <ns0:lnTo>
                  <ns0:pt x="599657" y="745950"/>
                </ns0:lnTo>
                <ns0:lnTo>
                  <ns0:pt x="598629" y="746136"/>
                </ns0:lnTo>
                <ns0:lnTo>
                  <ns0:pt x="597600" y="746064"/>
                </ns0:lnTo>
                <ns0:lnTo>
                  <ns0:pt x="596571" y="744660"/>
                </ns0:lnTo>
                <ns0:lnTo>
                  <ns0:pt x="595543" y="742852"/>
                </ns0:lnTo>
                <ns0:lnTo>
                  <ns0:pt x="594514" y="742725"/>
                </ns0:lnTo>
                <ns0:lnTo>
                  <ns0:pt x="593486" y="742514"/>
                </ns0:lnTo>
                <ns0:lnTo>
                  <ns0:pt x="592457" y="742456"/>
                </ns0:lnTo>
                <ns0:lnTo>
                  <ns0:pt x="591429" y="744049"/>
                </ns0:lnTo>
                <ns0:lnTo>
                  <ns0:pt x="590400" y="745764"/>
                </ns0:lnTo>
                <ns0:lnTo>
                  <ns0:pt x="589371" y="746852"/>
                </ns0:lnTo>
                <ns0:lnTo>
                  <ns0:pt x="588343" y="747000"/>
                </ns0:lnTo>
                <ns0:lnTo>
                  <ns0:pt x="587314" y="746973"/>
                </ns0:lnTo>
                <ns0:lnTo>
                  <ns0:pt x="586286" y="747097"/>
                </ns0:lnTo>
                <ns0:lnTo>
                  <ns0:pt x="585257" y="747484"/>
                </ns0:lnTo>
                <ns0:lnTo>
                  <ns0:pt x="584229" y="748472"/>
                </ns0:lnTo>
                <ns0:lnTo>
                  <ns0:pt x="583200" y="747836"/>
                </ns0:lnTo>
                <ns0:lnTo>
                  <ns0:pt x="582171" y="747100"/>
                </ns0:lnTo>
                <ns0:lnTo>
                  <ns0:pt x="581143" y="746266"/>
                </ns0:lnTo>
                <ns0:lnTo>
                  <ns0:pt x="580114" y="745152"/>
                </ns0:lnTo>
                <ns0:lnTo>
                  <ns0:pt x="579086" y="743859"/>
                </ns0:lnTo>
                <ns0:lnTo>
                  <ns0:pt x="578057" y="742990"/>
                </ns0:lnTo>
                <ns0:lnTo>
                  <ns0:pt x="577029" y="743148"/>
                </ns0:lnTo>
                <ns0:lnTo>
                  <ns0:pt x="576000" y="743163"/>
                </ns0:lnTo>
                <ns0:lnTo>
                  <ns0:pt x="574971" y="743217"/>
                </ns0:lnTo>
                <ns0:lnTo>
                  <ns0:pt x="573943" y="743210"/>
                </ns0:lnTo>
                <ns0:lnTo>
                  <ns0:pt x="572914" y="741990"/>
                </ns0:lnTo>
                <ns0:lnTo>
                  <ns0:pt x="571886" y="740335"/>
                </ns0:lnTo>
                <ns0:lnTo>
                  <ns0:pt x="570857" y="739435"/>
                </ns0:lnTo>
                <ns0:lnTo>
                  <ns0:pt x="569829" y="739592"/>
                </ns0:lnTo>
                <ns0:lnTo>
                  <ns0:pt x="568800" y="739323"/>
                </ns0:lnTo>
                <ns0:lnTo>
                  <ns0:pt x="567771" y="739696"/>
                </ns0:lnTo>
                <ns0:lnTo>
                  <ns0:pt x="566743" y="739953"/>
                </ns0:lnTo>
                <ns0:lnTo>
                  <ns0:pt x="565714" y="740045"/>
                </ns0:lnTo>
                <ns0:lnTo>
                  <ns0:pt x="564686" y="740076"/>
                </ns0:lnTo>
                <ns0:lnTo>
                  <ns0:pt x="563657" y="739971"/>
                </ns0:lnTo>
                <ns0:lnTo>
                  <ns0:pt x="562629" y="739807"/>
                </ns0:lnTo>
                <ns0:lnTo>
                  <ns0:pt x="561600" y="739807"/>
                </ns0:lnTo>
                <ns0:lnTo>
                  <ns0:pt x="560571" y="739976"/>
                </ns0:lnTo>
                <ns0:lnTo>
                  <ns0:pt x="559543" y="739983"/>
                </ns0:lnTo>
                <ns0:lnTo>
                  <ns0:pt x="558514" y="739765"/>
                </ns0:lnTo>
                <ns0:lnTo>
                  <ns0:pt x="557486" y="739344"/>
                </ns0:lnTo>
                <ns0:lnTo>
                  <ns0:pt x="556457" y="738721"/>
                </ns0:lnTo>
                <ns0:lnTo>
                  <ns0:pt x="555429" y="738807"/>
                </ns0:lnTo>
                <ns0:lnTo>
                  <ns0:pt x="554400" y="739112"/>
                </ns0:lnTo>
                <ns0:lnTo>
                  <ns0:pt x="553371" y="739641"/>
                </ns0:lnTo>
                <ns0:lnTo>
                  <ns0:pt x="552343" y="739346"/>
                </ns0:lnTo>
                <ns0:lnTo>
                  <ns0:pt x="551314" y="738801"/>
                </ns0:lnTo>
                <ns0:lnTo>
                  <ns0:pt x="550286" y="738496"/>
                </ns0:lnTo>
                <ns0:lnTo>
                  <ns0:pt x="549257" y="737706"/>
                </ns0:lnTo>
                <ns0:lnTo>
                  <ns0:pt x="548229" y="737010"/>
                </ns0:lnTo>
                <ns0:lnTo>
                  <ns0:pt x="547200" y="737900"/>
                </ns0:lnTo>
                <ns0:lnTo>
                  <ns0:pt x="546171" y="738864"/>
                </ns0:lnTo>
                <ns0:lnTo>
                  <ns0:pt x="545143" y="739689"/>
                </ns0:lnTo>
                <ns0:lnTo>
                  <ns0:pt x="544114" y="740644"/>
                </ns0:lnTo>
                <ns0:lnTo>
                  <ns0:pt x="543086" y="741084"/>
                </ns0:lnTo>
                <ns0:lnTo>
                  <ns0:pt x="542057" y="741119"/>
                </ns0:lnTo>
                <ns0:lnTo>
                  <ns0:pt x="541029" y="741119"/>
                </ns0:lnTo>
                <ns0:lnTo>
                  <ns0:pt x="540000" y="741104"/>
                </ns0:lnTo>
                <ns0:lnTo>
                  <ns0:pt x="538971" y="741117"/>
                </ns0:lnTo>
                <ns0:lnTo>
                  <ns0:pt x="537943" y="741168"/>
                </ns0:lnTo>
                <ns0:lnTo>
                  <ns0:pt x="536914" y="740464"/>
                </ns0:lnTo>
                <ns0:lnTo>
                  <ns0:pt x="535886" y="739914"/>
                </ns0:lnTo>
                <ns0:lnTo>
                  <ns0:pt x="534857" y="739889"/>
                </ns0:lnTo>
                <ns0:lnTo>
                  <ns0:pt x="533829" y="738512"/>
                </ns0:lnTo>
                <ns0:lnTo>
                  <ns0:pt x="532800" y="735930"/>
                </ns0:lnTo>
                <ns0:lnTo>
                  <ns0:pt x="531771" y="734790"/>
                </ns0:lnTo>
                <ns0:lnTo>
                  <ns0:pt x="530743" y="734081"/>
                </ns0:lnTo>
                <ns0:lnTo>
                  <ns0:pt x="529714" y="733515"/>
                </ns0:lnTo>
                <ns0:lnTo>
                  <ns0:pt x="528686" y="732277"/>
                </ns0:lnTo>
                <ns0:lnTo>
                  <ns0:pt x="527657" y="731720"/>
                </ns0:lnTo>
                <ns0:lnTo>
                  <ns0:pt x="526629" y="732335"/>
                </ns0:lnTo>
                <ns0:lnTo>
                  <ns0:pt x="525600" y="732431"/>
                </ns0:lnTo>
                <ns0:lnTo>
                  <ns0:pt x="524571" y="732053"/>
                </ns0:lnTo>
                <ns0:lnTo>
                  <ns0:pt x="523543" y="732133"/>
                </ns0:lnTo>
                <ns0:lnTo>
                  <ns0:pt x="522514" y="732332"/>
                </ns0:lnTo>
                <ns0:lnTo>
                  <ns0:pt x="521486" y="732061"/>
                </ns0:lnTo>
                <ns0:lnTo>
                  <ns0:pt x="520457" y="732408"/>
                </ns0:lnTo>
                <ns0:lnTo>
                  <ns0:pt x="519429" y="733393"/>
                </ns0:lnTo>
                <ns0:lnTo>
                  <ns0:pt x="518400" y="732910"/>
                </ns0:lnTo>
                <ns0:lnTo>
                  <ns0:pt x="517371" y="731285"/>
                </ns0:lnTo>
                <ns0:lnTo>
                  <ns0:pt x="516343" y="729976"/>
                </ns0:lnTo>
                <ns0:lnTo>
                  <ns0:pt x="515314" y="729402"/>
                </ns0:lnTo>
                <ns0:lnTo>
                  <ns0:pt x="514286" y="729247"/>
                </ns0:lnTo>
                <ns0:lnTo>
                  <ns0:pt x="513257" y="729238"/>
                </ns0:lnTo>
                <ns0:lnTo>
                  <ns0:pt x="512229" y="729232"/>
                </ns0:lnTo>
                <ns0:lnTo>
                  <ns0:pt x="511200" y="729724"/>
                </ns0:lnTo>
                <ns0:lnTo>
                  <ns0:pt x="510171" y="731092"/>
                </ns0:lnTo>
                <ns0:lnTo>
                  <ns0:pt x="509143" y="731207"/>
                </ns0:lnTo>
                <ns0:lnTo>
                  <ns0:pt x="508114" y="731673"/>
                </ns0:lnTo>
                <ns0:lnTo>
                  <ns0:pt x="507086" y="733339"/>
                </ns0:lnTo>
                <ns0:lnTo>
                  <ns0:pt x="506057" y="733207"/>
                </ns0:lnTo>
                <ns0:lnTo>
                  <ns0:pt x="505029" y="732413"/>
                </ns0:lnTo>
                <ns0:lnTo>
                  <ns0:pt x="504000" y="731795"/>
                </ns0:lnTo>
                <ns0:lnTo>
                  <ns0:pt x="502971" y="732944"/>
                </ns0:lnTo>
                <ns0:lnTo>
                  <ns0:pt x="501943" y="733159"/>
                </ns0:lnTo>
                <ns0:lnTo>
                  <ns0:pt x="500914" y="733118"/>
                </ns0:lnTo>
                <ns0:lnTo>
                  <ns0:pt x="499886" y="732935"/>
                </ns0:lnTo>
                <ns0:lnTo>
                  <ns0:pt x="498857" y="733284"/>
                </ns0:lnTo>
                <ns0:lnTo>
                  <ns0:pt x="497829" y="733929"/>
                </ns0:lnTo>
                <ns0:lnTo>
                  <ns0:pt x="496800" y="733760"/>
                </ns0:lnTo>
                <ns0:lnTo>
                  <ns0:pt x="495771" y="733437"/>
                </ns0:lnTo>
                <ns0:lnTo>
                  <ns0:pt x="494743" y="733237"/>
                </ns0:lnTo>
                <ns0:lnTo>
                  <ns0:pt x="493714" y="732748"/>
                </ns0:lnTo>
                <ns0:lnTo>
                  <ns0:pt x="492686" y="733284"/>
                </ns0:lnTo>
                <ns0:lnTo>
                  <ns0:pt x="491657" y="734882"/>
                </ns0:lnTo>
                <ns0:lnTo>
                  <ns0:pt x="490629" y="736014"/>
                </ns0:lnTo>
                <ns0:lnTo>
                  <ns0:pt x="489600" y="736664"/>
                </ns0:lnTo>
                <ns0:lnTo>
                  <ns0:pt x="488571" y="736804"/>
                </ns0:lnTo>
                <ns0:lnTo>
                  <ns0:pt x="487543" y="736266"/>
                </ns0:lnTo>
                <ns0:lnTo>
                  <ns0:pt x="486514" y="735226"/>
                </ns0:lnTo>
                <ns0:lnTo>
                  <ns0:pt x="485486" y="734603"/>
                </ns0:lnTo>
                <ns0:lnTo>
                  <ns0:pt x="484457" y="733538"/>
                </ns0:lnTo>
                <ns0:lnTo>
                  <ns0:pt x="483429" y="732752"/>
                </ns0:lnTo>
                <ns0:lnTo>
                  <ns0:pt x="482400" y="732214"/>
                </ns0:lnTo>
                <ns0:lnTo>
                  <ns0:pt x="481371" y="732358"/>
                </ns0:lnTo>
                <ns0:lnTo>
                  <ns0:pt x="480343" y="733831"/>
                </ns0:lnTo>
                <ns0:lnTo>
                  <ns0:pt x="479314" y="736059"/>
                </ns0:lnTo>
                <ns0:lnTo>
                  <ns0:pt x="478286" y="737717"/>
                </ns0:lnTo>
                <ns0:lnTo>
                  <ns0:pt x="477257" y="737812"/>
                </ns0:lnTo>
                <ns0:lnTo>
                  <ns0:pt x="476229" y="737642"/>
                </ns0:lnTo>
                <ns0:lnTo>
                  <ns0:pt x="475200" y="737245"/>
                </ns0:lnTo>
                <ns0:lnTo>
                  <ns0:pt x="474171" y="737109"/>
                </ns0:lnTo>
                <ns0:lnTo>
                  <ns0:pt x="473143" y="737086"/>
                </ns0:lnTo>
                <ns0:lnTo>
                  <ns0:pt x="472114" y="736571"/>
                </ns0:lnTo>
                <ns0:lnTo>
                  <ns0:pt x="471086" y="736337"/>
                </ns0:lnTo>
                <ns0:lnTo>
                  <ns0:pt x="470057" y="735941"/>
                </ns0:lnTo>
                <ns0:lnTo>
                  <ns0:pt x="469029" y="735562"/>
                </ns0:lnTo>
                <ns0:lnTo>
                  <ns0:pt x="468000" y="735607"/>
                </ns0:lnTo>
                <ns0:lnTo>
                  <ns0:pt x="466971" y="735621"/>
                </ns0:lnTo>
                <ns0:lnTo>
                  <ns0:pt x="465943" y="735430"/>
                </ns0:lnTo>
                <ns0:lnTo>
                  <ns0:pt x="464914" y="734446"/>
                </ns0:lnTo>
                <ns0:lnTo>
                  <ns0:pt x="463886" y="732312"/>
                </ns0:lnTo>
                <ns0:lnTo>
                  <ns0:pt x="462857" y="731518"/>
                </ns0:lnTo>
                <ns0:lnTo>
                  <ns0:pt x="461829" y="731657"/>
                </ns0:lnTo>
                <ns0:lnTo>
                  <ns0:pt x="460800" y="732242"/>
                </ns0:lnTo>
                <ns0:lnTo>
                  <ns0:pt x="459771" y="733156"/>
                </ns0:lnTo>
                <ns0:lnTo>
                  <ns0:pt x="458743" y="732891"/>
                </ns0:lnTo>
                <ns0:lnTo>
                  <ns0:pt x="457714" y="733243"/>
                </ns0:lnTo>
                <ns0:lnTo>
                  <ns0:pt x="456686" y="734227"/>
                </ns0:lnTo>
                <ns0:lnTo>
                  <ns0:pt x="455657" y="734832"/>
                </ns0:lnTo>
                <ns0:lnTo>
                  <ns0:pt x="454629" y="734839"/>
                </ns0:lnTo>
                <ns0:lnTo>
                  <ns0:pt x="453600" y="733257"/>
                </ns0:lnTo>
                <ns0:lnTo>
                  <ns0:pt x="452571" y="730009"/>
                </ns0:lnTo>
                <ns0:lnTo>
                  <ns0:pt x="451543" y="726104"/>
                </ns0:lnTo>
                <ns0:lnTo>
                  <ns0:pt x="450514" y="723073"/>
                </ns0:lnTo>
                <ns0:lnTo>
                  <ns0:pt x="449486" y="722211"/>
                </ns0:lnTo>
                <ns0:lnTo>
                  <ns0:pt x="448457" y="722483"/>
                </ns0:lnTo>
                <ns0:lnTo>
                  <ns0:pt x="447429" y="722744"/>
                </ns0:lnTo>
                <ns0:lnTo>
                  <ns0:pt x="446400" y="723246"/>
                </ns0:lnTo>
                <ns0:lnTo>
                  <ns0:pt x="445371" y="723988"/>
                </ns0:lnTo>
                <ns0:lnTo>
                  <ns0:pt x="444343" y="724971"/>
                </ns0:lnTo>
                <ns0:lnTo>
                  <ns0:pt x="443314" y="725738"/>
                </ns0:lnTo>
                <ns0:lnTo>
                  <ns0:pt x="442286" y="726441"/>
                </ns0:lnTo>
                <ns0:lnTo>
                  <ns0:pt x="441257" y="726961"/>
                </ns0:lnTo>
                <ns0:lnTo>
                  <ns0:pt x="440229" y="727590"/>
                </ns0:lnTo>
                <ns0:lnTo>
                  <ns0:pt x="439200" y="729110"/>
                </ns0:lnTo>
                <ns0:lnTo>
                  <ns0:pt x="438171" y="730973"/>
                </ns0:lnTo>
                <ns0:lnTo>
                  <ns0:pt x="437143" y="731589"/>
                </ns0:lnTo>
                <ns0:lnTo>
                  <ns0:pt x="436114" y="731308"/>
                </ns0:lnTo>
                <ns0:lnTo>
                  <ns0:pt x="435086" y="730992"/>
                </ns0:lnTo>
                <ns0:lnTo>
                  <ns0:pt x="434057" y="728035"/>
                </ns0:lnTo>
                <ns0:lnTo>
                  <ns0:pt x="433029" y="724431"/>
                </ns0:lnTo>
                <ns0:lnTo>
                  <ns0:pt x="432000" y="719687"/>
                </ns0:lnTo>
                <ns0:lnTo>
                  <ns0:pt x="430971" y="715768"/>
                </ns0:lnTo>
                <ns0:lnTo>
                  <ns0:pt x="429943" y="713595"/>
                </ns0:lnTo>
                <ns0:lnTo>
                  <ns0:pt x="428914" y="711388"/>
                </ns0:lnTo>
                <ns0:lnTo>
                  <ns0:pt x="427886" y="710010"/>
                </ns0:lnTo>
                <ns0:lnTo>
                  <ns0:pt x="426857" y="710369"/>
                </ns0:lnTo>
                <ns0:lnTo>
                  <ns0:pt x="425829" y="712237"/>
                </ns0:lnTo>
                <ns0:lnTo>
                  <ns0:pt x="424800" y="714064"/>
                </ns0:lnTo>
                <ns0:lnTo>
                  <ns0:pt x="423771" y="714336"/>
                </ns0:lnTo>
                <ns0:lnTo>
                  <ns0:pt x="422743" y="713467"/>
                </ns0:lnTo>
                <ns0:lnTo>
                  <ns0:pt x="421714" y="713000"/>
                </ns0:lnTo>
                <ns0:lnTo>
                  <ns0:pt x="420686" y="712546"/>
                </ns0:lnTo>
                <ns0:lnTo>
                  <ns0:pt x="419657" y="712408"/>
                </ns0:lnTo>
                <ns0:lnTo>
                  <ns0:pt x="418629" y="712500"/>
                </ns0:lnTo>
                <ns0:lnTo>
                  <ns0:pt x="417600" y="712743"/>
                </ns0:lnTo>
                <ns0:lnTo>
                  <ns0:pt x="416571" y="712924"/>
                </ns0:lnTo>
                <ns0:lnTo>
                  <ns0:pt x="415543" y="713014"/>
                </ns0:lnTo>
                <ns0:lnTo>
                  <ns0:pt x="414514" y="713092"/>
                </ns0:lnTo>
                <ns0:lnTo>
                  <ns0:pt x="413486" y="713257"/>
                </ns0:lnTo>
                <ns0:lnTo>
                  <ns0:pt x="412457" y="712743"/>
                </ns0:lnTo>
                <ns0:lnTo>
                  <ns0:pt x="411429" y="712721"/>
                </ns0:lnTo>
                <ns0:lnTo>
                  <ns0:pt x="410400" y="712631"/>
                </ns0:lnTo>
                <ns0:lnTo>
                  <ns0:pt x="409371" y="712258"/>
                </ns0:lnTo>
                <ns0:lnTo>
                  <ns0:pt x="408343" y="713966"/>
                </ns0:lnTo>
                <ns0:lnTo>
                  <ns0:pt x="407314" y="716691"/>
                </ns0:lnTo>
                <ns0:lnTo>
                  <ns0:pt x="406286" y="721134"/>
                </ns0:lnTo>
                <ns0:lnTo>
                  <ns0:pt x="405257" y="725385"/>
                </ns0:lnTo>
                <ns0:lnTo>
                  <ns0:pt x="404229" y="727947"/>
                </ns0:lnTo>
                <ns0:lnTo>
                  <ns0:pt x="403200" y="730461"/>
                </ns0:lnTo>
                <ns0:lnTo>
                  <ns0:pt x="402171" y="730555"/>
                </ns0:lnTo>
                <ns0:lnTo>
                  <ns0:pt x="401143" y="729737"/>
                </ns0:lnTo>
                <ns0:lnTo>
                  <ns0:pt x="400114" y="727835"/>
                </ns0:lnTo>
                <ns0:lnTo>
                  <ns0:pt x="399086" y="727337"/>
                </ns0:lnTo>
                <ns0:lnTo>
                  <ns0:pt x="398057" y="726124"/>
                </ns0:lnTo>
                <ns0:lnTo>
                  <ns0:pt x="397029" y="725263"/>
                </ns0:lnTo>
                <ns0:lnTo>
                  <ns0:pt x="396000" y="724065"/>
                </ns0:lnTo>
                <ns0:lnTo>
                  <ns0:pt x="394971" y="723953"/>
                </ns0:lnTo>
                <ns0:lnTo>
                  <ns0:pt x="393943" y="723534"/>
                </ns0:lnTo>
                <ns0:lnTo>
                  <ns0:pt x="392914" y="723230"/>
                </ns0:lnTo>
                <ns0:lnTo>
                  <ns0:pt x="391886" y="723184"/>
                </ns0:lnTo>
                <ns0:lnTo>
                  <ns0:pt x="390857" y="723193"/>
                </ns0:lnTo>
                <ns0:lnTo>
                  <ns0:pt x="389829" y="723457"/>
                </ns0:lnTo>
                <ns0:lnTo>
                  <ns0:pt x="388800" y="724159"/>
                </ns0:lnTo>
                <ns0:lnTo>
                  <ns0:pt x="387771" y="724524"/>
                </ns0:lnTo>
                <ns0:lnTo>
                  <ns0:pt x="386743" y="724303"/>
                </ns0:lnTo>
                <ns0:lnTo>
                  <ns0:pt x="385714" y="723746"/>
                </ns0:lnTo>
                <ns0:lnTo>
                  <ns0:pt x="384686" y="723351"/>
                </ns0:lnTo>
                <ns0:lnTo>
                  <ns0:pt x="383657" y="723816"/>
                </ns0:lnTo>
                <ns0:lnTo>
                  <ns0:pt x="382629" y="723972"/>
                </ns0:lnTo>
                <ns0:lnTo>
                  <ns0:pt x="381600" y="723973"/>
                </ns0:lnTo>
                <ns0:lnTo>
                  <ns0:pt x="380571" y="723976"/>
                </ns0:lnTo>
                <ns0:lnTo>
                  <ns0:pt x="379543" y="723791"/>
                </ns0:lnTo>
                <ns0:lnTo>
                  <ns0:pt x="378514" y="724003"/>
                </ns0:lnTo>
                <ns0:lnTo>
                  <ns0:pt x="377486" y="724412"/>
                </ns0:lnTo>
                <ns0:lnTo>
                  <ns0:pt x="376457" y="727426"/>
                </ns0:lnTo>
                <ns0:lnTo>
                  <ns0:pt x="375429" y="730660"/>
                </ns0:lnTo>
                <ns0:lnTo>
                  <ns0:pt x="374400" y="733455"/>
                </ns0:lnTo>
                <ns0:lnTo>
                  <ns0:pt x="373371" y="734594"/>
                </ns0:lnTo>
                <ns0:lnTo>
                  <ns0:pt x="372343" y="737274"/>
                </ns0:lnTo>
                <ns0:lnTo>
                  <ns0:pt x="371314" y="740012"/>
                </ns0:lnTo>
                <ns0:lnTo>
                  <ns0:pt x="370286" y="743183"/>
                </ns0:lnTo>
                <ns0:lnTo>
                  <ns0:pt x="369257" y="744524"/>
                </ns0:lnTo>
                <ns0:lnTo>
                  <ns0:pt x="368229" y="746317"/>
                </ns0:lnTo>
                <ns0:lnTo>
                  <ns0:pt x="367200" y="747265"/>
                </ns0:lnTo>
                <ns0:lnTo>
                  <ns0:pt x="366171" y="746575"/>
                </ns0:lnTo>
                <ns0:lnTo>
                  <ns0:pt x="365143" y="745528"/>
                </ns0:lnTo>
                <ns0:lnTo>
                  <ns0:pt x="364114" y="744995"/>
                </ns0:lnTo>
                <ns0:lnTo>
                  <ns0:pt x="363086" y="744515"/>
                </ns0:lnTo>
                <ns0:lnTo>
                  <ns0:pt x="362057" y="743150"/>
                </ns0:lnTo>
                <ns0:lnTo>
                  <ns0:pt x="361029" y="740904"/>
                </ns0:lnTo>
                <ns0:lnTo>
                  <ns0:pt x="360000" y="739474"/>
                </ns0:lnTo>
                <ns0:lnTo>
                  <ns0:pt x="358971" y="739161"/>
                </ns0:lnTo>
                <ns0:lnTo>
                  <ns0:pt x="357943" y="738616"/>
                </ns0:lnTo>
                <ns0:lnTo>
                  <ns0:pt x="356914" y="737918"/>
                </ns0:lnTo>
                <ns0:lnTo>
                  <ns0:pt x="355886" y="735678"/>
                </ns0:lnTo>
                <ns0:lnTo>
                  <ns0:pt x="354857" y="732432"/>
                </ns0:lnTo>
                <ns0:lnTo>
                  <ns0:pt x="353829" y="731742"/>
                </ns0:lnTo>
                <ns0:lnTo>
                  <ns0:pt x="352800" y="730486"/>
                </ns0:lnTo>
                <ns0:lnTo>
                  <ns0:pt x="351771" y="730104"/>
                </ns0:lnTo>
                <ns0:lnTo>
                  <ns0:pt x="350743" y="729993"/>
                </ns0:lnTo>
                <ns0:lnTo>
                  <ns0:pt x="349714" y="729686"/>
                </ns0:lnTo>
                <ns0:lnTo>
                  <ns0:pt x="348686" y="730075"/>
                </ns0:lnTo>
                <ns0:lnTo>
                  <ns0:pt x="347657" y="730275"/>
                </ns0:lnTo>
                <ns0:lnTo>
                  <ns0:pt x="346629" y="729656"/>
                </ns0:lnTo>
                <ns0:lnTo>
                  <ns0:pt x="345600" y="729316"/>
                </ns0:lnTo>
                <ns0:lnTo>
                  <ns0:pt x="344571" y="729241"/>
                </ns0:lnTo>
                <ns0:lnTo>
                  <ns0:pt x="343543" y="728346"/>
                </ns0:lnTo>
                <ns0:lnTo>
                  <ns0:pt x="342514" y="727508"/>
                </ns0:lnTo>
                <ns0:lnTo>
                  <ns0:pt x="341486" y="725596"/>
                </ns0:lnTo>
                <ns0:lnTo>
                  <ns0:pt x="340457" y="723446"/>
                </ns0:lnTo>
                <ns0:lnTo>
                  <ns0:pt x="339429" y="722701"/>
                </ns0:lnTo>
                <ns0:lnTo>
                  <ns0:pt x="338400" y="722692"/>
                </ns0:lnTo>
                <ns0:lnTo>
                  <ns0:pt x="337371" y="721915"/>
                </ns0:lnTo>
                <ns0:lnTo>
                  <ns0:pt x="336343" y="721399"/>
                </ns0:lnTo>
                <ns0:lnTo>
                  <ns0:pt x="335314" y="721764"/>
                </ns0:lnTo>
                <ns0:lnTo>
                  <ns0:pt x="334286" y="722534"/>
                </ns0:lnTo>
                <ns0:lnTo>
                  <ns0:pt x="333257" y="722515"/>
                </ns0:lnTo>
                <ns0:lnTo>
                  <ns0:pt x="332229" y="722652"/>
                </ns0:lnTo>
                <ns0:lnTo>
                  <ns0:pt x="331200" y="722777"/>
                </ns0:lnTo>
                <ns0:lnTo>
                  <ns0:pt x="330171" y="723903"/>
                </ns0:lnTo>
                <ns0:lnTo>
                  <ns0:pt x="329143" y="726124"/>
                </ns0:lnTo>
                <ns0:lnTo>
                  <ns0:pt x="328114" y="726867"/>
                </ns0:lnTo>
                <ns0:lnTo>
                  <ns0:pt x="327086" y="727840"/>
                </ns0:lnTo>
                <ns0:lnTo>
                  <ns0:pt x="326057" y="728760"/>
                </ns0:lnTo>
                <ns0:lnTo>
                  <ns0:pt x="325029" y="729382"/>
                </ns0:lnTo>
                <ns0:lnTo>
                  <ns0:pt x="324000" y="729791"/>
                </ns0:lnTo>
                <ns0:lnTo>
                  <ns0:pt x="322971" y="729603"/>
                </ns0:lnTo>
                <ns0:lnTo>
                  <ns0:pt x="321943" y="729630"/>
                </ns0:lnTo>
                <ns0:lnTo>
                  <ns0:pt x="320914" y="730487"/>
                </ns0:lnTo>
                <ns0:lnTo>
                  <ns0:pt x="319886" y="730828"/>
                </ns0:lnTo>
                <ns0:lnTo>
                  <ns0:pt x="318857" y="731197"/>
                </ns0:lnTo>
                <ns0:lnTo>
                  <ns0:pt x="317829" y="732291"/>
                </ns0:lnTo>
                <ns0:lnTo>
                  <ns0:pt x="316800" y="733664"/>
                </ns0:lnTo>
                <ns0:lnTo>
                  <ns0:pt x="315771" y="736206"/>
                </ns0:lnTo>
                <ns0:lnTo>
                  <ns0:pt x="314743" y="738777"/>
                </ns0:lnTo>
                <ns0:lnTo>
                  <ns0:pt x="313714" y="739891"/>
                </ns0:lnTo>
                <ns0:lnTo>
                  <ns0:pt x="312686" y="740655"/>
                </ns0:lnTo>
                <ns0:lnTo>
                  <ns0:pt x="311657" y="740492"/>
                </ns0:lnTo>
                <ns0:lnTo>
                  <ns0:pt x="310629" y="739074"/>
                </ns0:lnTo>
                <ns0:lnTo>
                  <ns0:pt x="309600" y="738189"/>
                </ns0:lnTo>
                <ns0:lnTo>
                  <ns0:pt x="308571" y="738562"/>
                </ns0:lnTo>
                <ns0:lnTo>
                  <ns0:pt x="307543" y="739739"/>
                </ns0:lnTo>
                <ns0:lnTo>
                  <ns0:pt x="306514" y="740228"/>
                </ns0:lnTo>
                <ns0:lnTo>
                  <ns0:pt x="305486" y="740666"/>
                </ns0:lnTo>
                <ns0:lnTo>
                  <ns0:pt x="304457" y="740624"/>
                </ns0:lnTo>
                <ns0:lnTo>
                  <ns0:pt x="303429" y="740131"/>
                </ns0:lnTo>
                <ns0:lnTo>
                  <ns0:pt x="302400" y="740004"/>
                </ns0:lnTo>
                <ns0:lnTo>
                  <ns0:pt x="301371" y="740222"/>
                </ns0:lnTo>
                <ns0:lnTo>
                  <ns0:pt x="300343" y="740427"/>
                </ns0:lnTo>
                <ns0:lnTo>
                  <ns0:pt x="299314" y="740848"/>
                </ns0:lnTo>
                <ns0:lnTo>
                  <ns0:pt x="298286" y="741397"/>
                </ns0:lnTo>
                <ns0:lnTo>
                  <ns0:pt x="297257" y="742139"/>
                </ns0:lnTo>
                <ns0:lnTo>
                  <ns0:pt x="296229" y="742582"/>
                </ns0:lnTo>
                <ns0:lnTo>
                  <ns0:pt x="295200" y="742872"/>
                </ns0:lnTo>
                <ns0:lnTo>
                  <ns0:pt x="294171" y="743446"/>
                </ns0:lnTo>
                <ns0:lnTo>
                  <ns0:pt x="293143" y="744410"/>
                </ns0:lnTo>
                <ns0:lnTo>
                  <ns0:pt x="292114" y="745784"/>
                </ns0:lnTo>
                <ns0:lnTo>
                  <ns0:pt x="291086" y="747439"/>
                </ns0:lnTo>
                <ns0:lnTo>
                  <ns0:pt x="290057" y="749797"/>
                </ns0:lnTo>
                <ns0:lnTo>
                  <ns0:pt x="289029" y="752828"/>
                </ns0:lnTo>
                <ns0:lnTo>
                  <ns0:pt x="288000" y="756140"/>
                </ns0:lnTo>
                <ns0:lnTo>
                  <ns0:pt x="286971" y="757366"/>
                </ns0:lnTo>
                <ns0:lnTo>
                  <ns0:pt x="285943" y="757336"/>
                </ns0:lnTo>
                <ns0:lnTo>
                  <ns0:pt x="284914" y="757051"/>
                </ns0:lnTo>
                <ns0:lnTo>
                  <ns0:pt x="283886" y="757090"/>
                </ns0:lnTo>
                <ns0:lnTo>
                  <ns0:pt x="282857" y="757059"/>
                </ns0:lnTo>
                <ns0:lnTo>
                  <ns0:pt x="281829" y="757060"/>
                </ns0:lnTo>
                <ns0:lnTo>
                  <ns0:pt x="280800" y="757704"/>
                </ns0:lnTo>
                <ns0:lnTo>
                  <ns0:pt x="279771" y="758611"/>
                </ns0:lnTo>
                <ns0:lnTo>
                  <ns0:pt x="278743" y="759523"/>
                </ns0:lnTo>
                <ns0:lnTo>
                  <ns0:pt x="277714" y="762168"/>
                </ns0:lnTo>
                <ns0:lnTo>
                  <ns0:pt x="276686" y="764197"/>
                </ns0:lnTo>
                <ns0:lnTo>
                  <ns0:pt x="275657" y="765228"/>
                </ns0:lnTo>
                <ns0:lnTo>
                  <ns0:pt x="274629" y="765521"/>
                </ns0:lnTo>
                <ns0:lnTo>
                  <ns0:pt x="273600" y="765816"/>
                </ns0:lnTo>
                <ns0:lnTo>
                  <ns0:pt x="272571" y="767316"/>
                </ns0:lnTo>
                <ns0:lnTo>
                  <ns0:pt x="271543" y="769390"/>
                </ns0:lnTo>
                <ns0:lnTo>
                  <ns0:pt x="270514" y="771411"/>
                </ns0:lnTo>
                <ns0:lnTo>
                  <ns0:pt x="269486" y="773339"/>
                </ns0:lnTo>
                <ns0:lnTo>
                  <ns0:pt x="268457" y="776389"/>
                </ns0:lnTo>
                <ns0:lnTo>
                  <ns0:pt x="267429" y="775725"/>
                </ns0:lnTo>
                <ns0:lnTo>
                  <ns0:pt x="266400" y="773087"/>
                </ns0:lnTo>
                <ns0:lnTo>
                  <ns0:pt x="265371" y="767527"/>
                </ns0:lnTo>
                <ns0:lnTo>
                  <ns0:pt x="264343" y="763425"/>
                </ns0:lnTo>
                <ns0:lnTo>
                  <ns0:pt x="263314" y="759730"/>
                </ns0:lnTo>
                <ns0:lnTo>
                  <ns0:pt x="262286" y="755914"/>
                </ns0:lnTo>
                <ns0:lnTo>
                  <ns0:pt x="261257" y="752494"/>
                </ns0:lnTo>
                <ns0:lnTo>
                  <ns0:pt x="260229" y="749688"/>
                </ns0:lnTo>
                <ns0:lnTo>
                  <ns0:pt x="259200" y="746734"/>
                </ns0:lnTo>
                <ns0:lnTo>
                  <ns0:pt x="258171" y="743785"/>
                </ns0:lnTo>
                <ns0:lnTo>
                  <ns0:pt x="257143" y="741774"/>
                </ns0:lnTo>
                <ns0:lnTo>
                  <ns0:pt x="256114" y="740073"/>
                </ns0:lnTo>
                <ns0:lnTo>
                  <ns0:pt x="255086" y="738973"/>
                </ns0:lnTo>
                <ns0:lnTo>
                  <ns0:pt x="254057" y="738237"/>
                </ns0:lnTo>
                <ns0:lnTo>
                  <ns0:pt x="253029" y="737590"/>
                </ns0:lnTo>
                <ns0:lnTo>
                  <ns0:pt x="252000" y="736339"/>
                </ns0:lnTo>
                <ns0:lnTo>
                  <ns0:pt x="250971" y="733317"/>
                </ns0:lnTo>
                <ns0:lnTo>
                  <ns0:pt x="249943" y="731217"/>
                </ns0:lnTo>
                <ns0:lnTo>
                  <ns0:pt x="248914" y="730904"/>
                </ns0:lnTo>
                <ns0:lnTo>
                  <ns0:pt x="247886" y="730703"/>
                </ns0:lnTo>
                <ns0:lnTo>
                  <ns0:pt x="246857" y="730842"/>
                </ns0:lnTo>
                <ns0:lnTo>
                  <ns0:pt x="245829" y="731042"/>
                </ns0:lnTo>
                <ns0:lnTo>
                  <ns0:pt x="244800" y="731310"/>
                </ns0:lnTo>
                <ns0:lnTo>
                  <ns0:pt x="243771" y="731093"/>
                </ns0:lnTo>
                <ns0:lnTo>
                  <ns0:pt x="242743" y="729552"/>
                </ns0:lnTo>
                <ns0:lnTo>
                  <ns0:pt x="241714" y="728654"/>
                </ns0:lnTo>
                <ns0:lnTo>
                  <ns0:pt x="240686" y="729282"/>
                </ns0:lnTo>
                <ns0:lnTo>
                  <ns0:pt x="239657" y="732369"/>
                </ns0:lnTo>
                <ns0:lnTo>
                  <ns0:pt x="238629" y="735020"/>
                </ns0:lnTo>
                <ns0:lnTo>
                  <ns0:pt x="237600" y="737726"/>
                </ns0:lnTo>
                <ns0:lnTo>
                  <ns0:pt x="236571" y="741149"/>
                </ns0:lnTo>
                <ns0:lnTo>
                  <ns0:pt x="235543" y="744849"/>
                </ns0:lnTo>
                <ns0:lnTo>
                  <ns0:pt x="234514" y="748269"/>
                </ns0:lnTo>
                <ns0:lnTo>
                  <ns0:pt x="233486" y="752673"/>
                </ns0:lnTo>
                <ns0:lnTo>
                  <ns0:pt x="232457" y="756977"/>
                </ns0:lnTo>
                <ns0:lnTo>
                  <ns0:pt x="231429" y="760602"/>
                </ns0:lnTo>
                <ns0:lnTo>
                  <ns0:pt x="230400" y="764691"/>
                </ns0:lnTo>
                <ns0:lnTo>
                  <ns0:pt x="229371" y="769151"/>
                </ns0:lnTo>
                <ns0:lnTo>
                  <ns0:pt x="228343" y="774893"/>
                </ns0:lnTo>
                <ns0:lnTo>
                  <ns0:pt x="227314" y="782405"/>
                </ns0:lnTo>
                <ns0:lnTo>
                  <ns0:pt x="226286" y="791111"/>
                </ns0:lnTo>
                <ns0:lnTo>
                  <ns0:pt x="225257" y="802628"/>
                </ns0:lnTo>
                <ns0:lnTo>
                  <ns0:pt x="224229" y="812884"/>
                </ns0:lnTo>
                <ns0:lnTo>
                  <ns0:pt x="223200" y="820326"/>
                </ns0:lnTo>
                <ns0:lnTo>
                  <ns0:pt x="222171" y="823406"/>
                </ns0:lnTo>
                <ns0:lnTo>
                  <ns0:pt x="221143" y="828305"/>
                </ns0:lnTo>
                <ns0:lnTo>
                  <ns0:pt x="220114" y="836168"/>
                </ns0:lnTo>
                <ns0:lnTo>
                  <ns0:pt x="219086" y="843851"/>
                </ns0:lnTo>
                <ns0:lnTo>
                  <ns0:pt x="218057" y="848551"/>
                </ns0:lnTo>
                <ns0:lnTo>
                  <ns0:pt x="217029" y="851847"/>
                </ns0:lnTo>
                <ns0:lnTo>
                  <ns0:pt x="216000" y="853891"/>
                </ns0:lnTo>
                <ns0:lnTo>
                  <ns0:pt x="214971" y="856675"/>
                </ns0:lnTo>
                <ns0:lnTo>
                  <ns0:pt x="213943" y="861056"/>
                </ns0:lnTo>
                <ns0:lnTo>
                  <ns0:pt x="212914" y="865165"/>
                </ns0:lnTo>
                <ns0:lnTo>
                  <ns0:pt x="211886" y="869324"/>
                </ns0:lnTo>
                <ns0:lnTo>
                  <ns0:pt x="210857" y="872795"/>
                </ns0:lnTo>
                <ns0:lnTo>
                  <ns0:pt x="209829" y="874786"/>
                </ns0:lnTo>
                <ns0:lnTo>
                  <ns0:pt x="208800" y="873899"/>
                </ns0:lnTo>
                <ns0:lnTo>
                  <ns0:pt x="207771" y="871909"/>
                </ns0:lnTo>
                <ns0:lnTo>
                  <ns0:pt x="206743" y="868309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6" name="Isaac Sim / PhysX vx baseline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1045630"/>
                </ns0:lnTo>
                <ns0:lnTo>
                  <ns0:pt x="207771" y="1046315"/>
                </ns0:lnTo>
                <ns0:lnTo>
                  <ns0:pt x="208800" y="1046395"/>
                </ns0:lnTo>
                <ns0:lnTo>
                  <ns0:pt x="209829" y="1046095"/>
                </ns0:lnTo>
                <ns0:lnTo>
                  <ns0:pt x="210857" y="1045548"/>
                </ns0:lnTo>
                <ns0:lnTo>
                  <ns0:pt x="211886" y="1044831"/>
                </ns0:lnTo>
                <ns0:lnTo>
                  <ns0:pt x="212914" y="1043995"/>
                </ns0:lnTo>
                <ns0:lnTo>
                  <ns0:pt x="213943" y="1043084"/>
                </ns0:lnTo>
                <ns0:lnTo>
                  <ns0:pt x="214971" y="1042149"/>
                </ns0:lnTo>
                <ns0:lnTo>
                  <ns0:pt x="216000" y="1041244"/>
                </ns0:lnTo>
                <ns0:lnTo>
                  <ns0:pt x="217029" y="1040421"/>
                </ns0:lnTo>
                <ns0:lnTo>
                  <ns0:pt x="218057" y="1039724"/>
                </ns0:lnTo>
                <ns0:lnTo>
                  <ns0:pt x="219086" y="1039175"/>
                </ns0:lnTo>
                <ns0:lnTo>
                  <ns0:pt x="220114" y="1039522"/>
                </ns0:lnTo>
                <ns0:lnTo>
                  <ns0:pt x="221143" y="1040103"/>
                </ns0:lnTo>
                <ns0:lnTo>
                  <ns0:pt x="222171" y="1040904"/>
                </ns0:lnTo>
                <ns0:lnTo>
                  <ns0:pt x="223200" y="1041825"/>
                </ns0:lnTo>
                <ns0:lnTo>
                  <ns0:pt x="224229" y="1042630"/>
                </ns0:lnTo>
                <ns0:lnTo>
                  <ns0:pt x="225257" y="1042796"/>
                </ns0:lnTo>
                <ns0:lnTo>
                  <ns0:pt x="226286" y="1041884"/>
                </ns0:lnTo>
                <ns0:lnTo>
                  <ns0:pt x="227314" y="1039711"/>
                </ns0:lnTo>
                <ns0:lnTo>
                  <ns0:pt x="228343" y="1036339"/>
                </ns0:lnTo>
                <ns0:lnTo>
                  <ns0:pt x="229371" y="1032010"/>
                </ns0:lnTo>
                <ns0:lnTo>
                  <ns0:pt x="230400" y="1027044"/>
                </ns0:lnTo>
                <ns0:lnTo>
                  <ns0:pt x="231429" y="1021715"/>
                </ns0:lnTo>
                <ns0:lnTo>
                  <ns0:pt x="232457" y="1016182"/>
                </ns0:lnTo>
                <ns0:lnTo>
                  <ns0:pt x="233486" y="1010480"/>
                </ns0:lnTo>
                <ns0:lnTo>
                  <ns0:pt x="234514" y="1004573"/>
                </ns0:lnTo>
                <ns0:lnTo>
                  <ns0:pt x="235543" y="998408"/>
                </ns0:lnTo>
                <ns0:lnTo>
                  <ns0:pt x="236571" y="991949"/>
                </ns0:lnTo>
                <ns0:lnTo>
                  <ns0:pt x="237600" y="985194"/>
                </ns0:lnTo>
                <ns0:lnTo>
                  <ns0:pt x="238629" y="978163"/>
                </ns0:lnTo>
                <ns0:lnTo>
                  <ns0:pt x="239657" y="970902"/>
                </ns0:lnTo>
                <ns0:lnTo>
                  <ns0:pt x="240686" y="963475"/>
                </ns0:lnTo>
                <ns0:lnTo>
                  <ns0:pt x="241714" y="955964"/>
                </ns0:lnTo>
                <ns0:lnTo>
                  <ns0:pt x="242743" y="948470"/>
                </ns0:lnTo>
                <ns0:lnTo>
                  <ns0:pt x="243771" y="941092"/>
                </ns0:lnTo>
                <ns0:lnTo>
                  <ns0:pt x="244800" y="933918"/>
                </ns0:lnTo>
                <ns0:lnTo>
                  <ns0:pt x="245829" y="927021"/>
                </ns0:lnTo>
                <ns0:lnTo>
                  <ns0:pt x="246857" y="920450"/>
                </ns0:lnTo>
                <ns0:lnTo>
                  <ns0:pt x="247886" y="914237"/>
                </ns0:lnTo>
                <ns0:lnTo>
                  <ns0:pt x="248914" y="908392"/>
                </ns0:lnTo>
                <ns0:lnTo>
                  <ns0:pt x="249943" y="902910"/>
                </ns0:lnTo>
                <ns0:lnTo>
                  <ns0:pt x="250971" y="897806"/>
                </ns0:lnTo>
                <ns0:lnTo>
                  <ns0:pt x="252000" y="893078"/>
                </ns0:lnTo>
                <ns0:lnTo>
                  <ns0:pt x="253029" y="888698"/>
                </ns0:lnTo>
                <ns0:lnTo>
                  <ns0:pt x="254057" y="884647"/>
                </ns0:lnTo>
                <ns0:lnTo>
                  <ns0:pt x="255086" y="880947"/>
                </ns0:lnTo>
                <ns0:lnTo>
                  <ns0:pt x="256114" y="877614"/>
                </ns0:lnTo>
                <ns0:lnTo>
                  <ns0:pt x="257143" y="874649"/>
                </ns0:lnTo>
                <ns0:lnTo>
                  <ns0:pt x="258171" y="872053"/>
                </ns0:lnTo>
                <ns0:lnTo>
                  <ns0:pt x="259200" y="869828"/>
                </ns0:lnTo>
                <ns0:lnTo>
                  <ns0:pt x="260229" y="867954"/>
                </ns0:lnTo>
                <ns0:lnTo>
                  <ns0:pt x="261257" y="866355"/>
                </ns0:lnTo>
                <ns0:lnTo>
                  <ns0:pt x="262286" y="864885"/>
                </ns0:lnTo>
                <ns0:lnTo>
                  <ns0:pt x="263314" y="863454"/>
                </ns0:lnTo>
                <ns0:lnTo>
                  <ns0:pt x="264343" y="861693"/>
                </ns0:lnTo>
                <ns0:lnTo>
                  <ns0:pt x="265371" y="859475"/>
                </ns0:lnTo>
                <ns0:lnTo>
                  <ns0:pt x="266400" y="856883"/>
                </ns0:lnTo>
                <ns0:lnTo>
                  <ns0:pt x="267429" y="853994"/>
                </ns0:lnTo>
                <ns0:lnTo>
                  <ns0:pt x="268457" y="850838"/>
                </ns0:lnTo>
                <ns0:lnTo>
                  <ns0:pt x="269486" y="847427"/>
                </ns0:lnTo>
                <ns0:lnTo>
                  <ns0:pt x="270514" y="843797"/>
                </ns0:lnTo>
                <ns0:lnTo>
                  <ns0:pt x="271543" y="840032"/>
                </ns0:lnTo>
                <ns0:lnTo>
                  <ns0:pt x="272571" y="836267"/>
                </ns0:lnTo>
                <ns0:lnTo>
                  <ns0:pt x="273600" y="832550"/>
                </ns0:lnTo>
                <ns0:lnTo>
                  <ns0:pt x="274629" y="828870"/>
                </ns0:lnTo>
                <ns0:lnTo>
                  <ns0:pt x="275657" y="825112"/>
                </ns0:lnTo>
                <ns0:lnTo>
                  <ns0:pt x="276686" y="821517"/>
                </ns0:lnTo>
                <ns0:lnTo>
                  <ns0:pt x="277714" y="818059"/>
                </ns0:lnTo>
                <ns0:lnTo>
                  <ns0:pt x="278743" y="814619"/>
                </ns0:lnTo>
                <ns0:lnTo>
                  <ns0:pt x="279771" y="811150"/>
                </ns0:lnTo>
                <ns0:lnTo>
                  <ns0:pt x="280800" y="807759"/>
                </ns0:lnTo>
                <ns0:lnTo>
                  <ns0:pt x="281829" y="804526"/>
                </ns0:lnTo>
                <ns0:lnTo>
                  <ns0:pt x="282857" y="801524"/>
                </ns0:lnTo>
                <ns0:lnTo>
                  <ns0:pt x="283886" y="798874"/>
                </ns0:lnTo>
                <ns0:lnTo>
                  <ns0:pt x="284914" y="796774"/>
                </ns0:lnTo>
                <ns0:lnTo>
                  <ns0:pt x="285943" y="795356"/>
                </ns0:lnTo>
                <ns0:lnTo>
                  <ns0:pt x="286971" y="794587"/>
                </ns0:lnTo>
                <ns0:lnTo>
                  <ns0:pt x="288000" y="794217"/>
                </ns0:lnTo>
                <ns0:lnTo>
                  <ns0:pt x="289029" y="794033"/>
                </ns0:lnTo>
                <ns0:lnTo>
                  <ns0:pt x="290057" y="793706"/>
                </ns0:lnTo>
                <ns0:lnTo>
                  <ns0:pt x="291086" y="792972"/>
                </ns0:lnTo>
                <ns0:lnTo>
                  <ns0:pt x="292114" y="791623"/>
                </ns0:lnTo>
                <ns0:lnTo>
                  <ns0:pt x="293143" y="789607"/>
                </ns0:lnTo>
                <ns0:lnTo>
                  <ns0:pt x="294171" y="786892"/>
                </ns0:lnTo>
                <ns0:lnTo>
                  <ns0:pt x="295200" y="783700"/>
                </ns0:lnTo>
                <ns0:lnTo>
                  <ns0:pt x="296229" y="780417"/>
                </ns0:lnTo>
                <ns0:lnTo>
                  <ns0:pt x="297257" y="777471"/>
                </ns0:lnTo>
                <ns0:lnTo>
                  <ns0:pt x="298286" y="775116"/>
                </ns0:lnTo>
                <ns0:lnTo>
                  <ns0:pt x="299314" y="773336"/>
                </ns0:lnTo>
                <ns0:lnTo>
                  <ns0:pt x="300343" y="771909"/>
                </ns0:lnTo>
                <ns0:lnTo>
                  <ns0:pt x="301371" y="770396"/>
                </ns0:lnTo>
                <ns0:lnTo>
                  <ns0:pt x="302400" y="768830"/>
                </ns0:lnTo>
                <ns0:lnTo>
                  <ns0:pt x="303429" y="767149"/>
                </ns0:lnTo>
                <ns0:lnTo>
                  <ns0:pt x="304457" y="765429"/>
                </ns0:lnTo>
                <ns0:lnTo>
                  <ns0:pt x="305486" y="763636"/>
                </ns0:lnTo>
                <ns0:lnTo>
                  <ns0:pt x="306514" y="761673"/>
                </ns0:lnTo>
                <ns0:lnTo>
                  <ns0:pt x="307543" y="759450"/>
                </ns0:lnTo>
                <ns0:lnTo>
                  <ns0:pt x="308571" y="756997"/>
                </ns0:lnTo>
                <ns0:lnTo>
                  <ns0:pt x="309600" y="754495"/>
                </ns0:lnTo>
                <ns0:lnTo>
                  <ns0:pt x="310629" y="752203"/>
                </ns0:lnTo>
                <ns0:lnTo>
                  <ns0:pt x="311657" y="750314"/>
                </ns0:lnTo>
                <ns0:lnTo>
                  <ns0:pt x="312686" y="748838"/>
                </ns0:lnTo>
                <ns0:lnTo>
                  <ns0:pt x="313714" y="747568"/>
                </ns0:lnTo>
                <ns0:lnTo>
                  <ns0:pt x="314743" y="746182"/>
                </ns0:lnTo>
                <ns0:lnTo>
                  <ns0:pt x="315771" y="744686"/>
                </ns0:lnTo>
                <ns0:lnTo>
                  <ns0:pt x="316800" y="743102"/>
                </ns0:lnTo>
                <ns0:lnTo>
                  <ns0:pt x="317829" y="741485"/>
                </ns0:lnTo>
                <ns0:lnTo>
                  <ns0:pt x="318857" y="739935"/>
                </ns0:lnTo>
                <ns0:lnTo>
                  <ns0:pt x="319886" y="738548"/>
                </ns0:lnTo>
                <ns0:lnTo>
                  <ns0:pt x="320914" y="737454"/>
                </ns0:lnTo>
                <ns0:lnTo>
                  <ns0:pt x="321943" y="736774"/>
                </ns0:lnTo>
                <ns0:lnTo>
                  <ns0:pt x="322971" y="736516"/>
                </ns0:lnTo>
                <ns0:lnTo>
                  <ns0:pt x="324000" y="736556"/>
                </ns0:lnTo>
                <ns0:lnTo>
                  <ns0:pt x="325029" y="736718"/>
                </ns0:lnTo>
                <ns0:lnTo>
                  <ns0:pt x="326057" y="736785"/>
                </ns0:lnTo>
                <ns0:lnTo>
                  <ns0:pt x="327086" y="736800"/>
                </ns0:lnTo>
                <ns0:lnTo>
                  <ns0:pt x="328114" y="736708"/>
                </ns0:lnTo>
                <ns0:lnTo>
                  <ns0:pt x="329143" y="736323"/>
                </ns0:lnTo>
                <ns0:lnTo>
                  <ns0:pt x="330171" y="735541"/>
                </ns0:lnTo>
                <ns0:lnTo>
                  <ns0:pt x="331200" y="734371"/>
                </ns0:lnTo>
                <ns0:lnTo>
                  <ns0:pt x="332229" y="732914"/>
                </ns0:lnTo>
                <ns0:lnTo>
                  <ns0:pt x="333257" y="731406"/>
                </ns0:lnTo>
                <ns0:lnTo>
                  <ns0:pt x="334286" y="730183"/>
                </ns0:lnTo>
                <ns0:lnTo>
                  <ns0:pt x="335314" y="729473"/>
                </ns0:lnTo>
                <ns0:lnTo>
                  <ns0:pt x="336343" y="729208"/>
                </ns0:lnTo>
                <ns0:lnTo>
                  <ns0:pt x="337371" y="729208"/>
                </ns0:lnTo>
                <ns0:lnTo>
                  <ns0:pt x="338400" y="729115"/>
                </ns0:lnTo>
                <ns0:lnTo>
                  <ns0:pt x="339429" y="728955"/>
                </ns0:lnTo>
                <ns0:lnTo>
                  <ns0:pt x="340457" y="728579"/>
                </ns0:lnTo>
                <ns0:lnTo>
                  <ns0:pt x="341486" y="727855"/>
                </ns0:lnTo>
                <ns0:lnTo>
                  <ns0:pt x="342514" y="726689"/>
                </ns0:lnTo>
                <ns0:lnTo>
                  <ns0:pt x="343543" y="725060"/>
                </ns0:lnTo>
                <ns0:lnTo>
                  <ns0:pt x="344571" y="723121"/>
                </ns0:lnTo>
                <ns0:lnTo>
                  <ns0:pt x="345600" y="721169"/>
                </ns0:lnTo>
                <ns0:lnTo>
                  <ns0:pt x="346629" y="719572"/>
                </ns0:lnTo>
                <ns0:lnTo>
                  <ns0:pt x="347657" y="718583"/>
                </ns0:lnTo>
                <ns0:lnTo>
                  <ns0:pt x="348686" y="718153"/>
                </ns0:lnTo>
                <ns0:lnTo>
                  <ns0:pt x="349714" y="718031"/>
                </ns0:lnTo>
                <ns0:lnTo>
                  <ns0:pt x="350743" y="717880"/>
                </ns0:lnTo>
                <ns0:lnTo>
                  <ns0:pt x="351771" y="717749"/>
                </ns0:lnTo>
                <ns0:lnTo>
                  <ns0:pt x="352800" y="717702"/>
                </ns0:lnTo>
                <ns0:lnTo>
                  <ns0:pt x="353829" y="717726"/>
                </ns0:lnTo>
                <ns0:lnTo>
                  <ns0:pt x="354857" y="717715"/>
                </ns0:lnTo>
                <ns0:lnTo>
                  <ns0:pt x="355886" y="717563"/>
                </ns0:lnTo>
                <ns0:lnTo>
                  <ns0:pt x="356914" y="717263"/>
                </ns0:lnTo>
                <ns0:lnTo>
                  <ns0:pt x="357943" y="716889"/>
                </ns0:lnTo>
                <ns0:lnTo>
                  <ns0:pt x="358971" y="716580"/>
                </ns0:lnTo>
                <ns0:lnTo>
                  <ns0:pt x="360000" y="716424"/>
                </ns0:lnTo>
                <ns0:lnTo>
                  <ns0:pt x="361029" y="716398"/>
                </ns0:lnTo>
                <ns0:lnTo>
                  <ns0:pt x="362057" y="716401"/>
                </ns0:lnTo>
                <ns0:lnTo>
                  <ns0:pt x="363086" y="716400"/>
                </ns0:lnTo>
                <ns0:lnTo>
                  <ns0:pt x="364114" y="716629"/>
                </ns0:lnTo>
                <ns0:lnTo>
                  <ns0:pt x="365143" y="717107"/>
                </ns0:lnTo>
                <ns0:lnTo>
                  <ns0:pt x="366171" y="717667"/>
                </ns0:lnTo>
                <ns0:lnTo>
                  <ns0:pt x="367200" y="718085"/>
                </ns0:lnTo>
                <ns0:lnTo>
                  <ns0:pt x="368229" y="718206"/>
                </ns0:lnTo>
                <ns0:lnTo>
                  <ns0:pt x="369257" y="718066"/>
                </ns0:lnTo>
                <ns0:lnTo>
                  <ns0:pt x="370286" y="717817"/>
                </ns0:lnTo>
                <ns0:lnTo>
                  <ns0:pt x="371314" y="717651"/>
                </ns0:lnTo>
                <ns0:lnTo>
                  <ns0:pt x="372343" y="717651"/>
                </ns0:lnTo>
                <ns0:lnTo>
                  <ns0:pt x="373371" y="717759"/>
                </ns0:lnTo>
                <ns0:lnTo>
                  <ns0:pt x="374400" y="717789"/>
                </ns0:lnTo>
                <ns0:lnTo>
                  <ns0:pt x="375429" y="717732"/>
                </ns0:lnTo>
                <ns0:lnTo>
                  <ns0:pt x="376457" y="717769"/>
                </ns0:lnTo>
                <ns0:lnTo>
                  <ns0:pt x="377486" y="717766"/>
                </ns0:lnTo>
                <ns0:lnTo>
                  <ns0:pt x="378514" y="717528"/>
                </ns0:lnTo>
                <ns0:lnTo>
                  <ns0:pt x="379543" y="716932"/>
                </ns0:lnTo>
                <ns0:lnTo>
                  <ns0:pt x="380571" y="716010"/>
                </ns0:lnTo>
                <ns0:lnTo>
                  <ns0:pt x="381600" y="714930"/>
                </ns0:lnTo>
                <ns0:lnTo>
                  <ns0:pt x="382629" y="713987"/>
                </ns0:lnTo>
                <ns0:lnTo>
                  <ns0:pt x="383657" y="713430"/>
                </ns0:lnTo>
                <ns0:lnTo>
                  <ns0:pt x="384686" y="713253"/>
                </ns0:lnTo>
                <ns0:lnTo>
                  <ns0:pt x="385714" y="713221"/>
                </ns0:lnTo>
                <ns0:lnTo>
                  <ns0:pt x="386743" y="713163"/>
                </ns0:lnTo>
                <ns0:lnTo>
                  <ns0:pt x="387771" y="713308"/>
                </ns0:lnTo>
                <ns0:lnTo>
                  <ns0:pt x="388800" y="713663"/>
                </ns0:lnTo>
                <ns0:lnTo>
                  <ns0:pt x="389829" y="713917"/>
                </ns0:lnTo>
                <ns0:lnTo>
                  <ns0:pt x="390857" y="713751"/>
                </ns0:lnTo>
                <ns0:lnTo>
                  <ns0:pt x="391886" y="713052"/>
                </ns0:lnTo>
                <ns0:lnTo>
                  <ns0:pt x="392914" y="711978"/>
                </ns0:lnTo>
                <ns0:lnTo>
                  <ns0:pt x="393943" y="710881"/>
                </ns0:lnTo>
                <ns0:lnTo>
                  <ns0:pt x="394971" y="710085"/>
                </ns0:lnTo>
                <ns0:lnTo>
                  <ns0:pt x="396000" y="709724"/>
                </ns0:lnTo>
                <ns0:lnTo>
                  <ns0:pt x="397029" y="709643"/>
                </ns0:lnTo>
                <ns0:lnTo>
                  <ns0:pt x="398057" y="709637"/>
                </ns0:lnTo>
                <ns0:lnTo>
                  <ns0:pt x="399086" y="709648"/>
                </ns0:lnTo>
                <ns0:lnTo>
                  <ns0:pt x="400114" y="709783"/>
                </ns0:lnTo>
                <ns0:lnTo>
                  <ns0:pt x="401143" y="710042"/>
                </ns0:lnTo>
                <ns0:lnTo>
                  <ns0:pt x="402171" y="710333"/>
                </ns0:lnTo>
                <ns0:lnTo>
                  <ns0:pt x="403200" y="710542"/>
                </ns0:lnTo>
                <ns0:lnTo>
                  <ns0:pt x="404229" y="710591"/>
                </ns0:lnTo>
                <ns0:lnTo>
                  <ns0:pt x="405257" y="710473"/>
                </ns0:lnTo>
                <ns0:lnTo>
                  <ns0:pt x="406286" y="710273"/>
                </ns0:lnTo>
                <ns0:lnTo>
                  <ns0:pt x="407314" y="710115"/>
                </ns0:lnTo>
                <ns0:lnTo>
                  <ns0:pt x="408343" y="710058"/>
                </ns0:lnTo>
                <ns0:lnTo>
                  <ns0:pt x="409371" y="710059"/>
                </ns0:lnTo>
                <ns0:lnTo>
                  <ns0:pt x="410400" y="710034"/>
                </ns0:lnTo>
                <ns0:lnTo>
                  <ns0:pt x="411429" y="710063"/>
                </ns0:lnTo>
                <ns0:lnTo>
                  <ns0:pt x="412457" y="710319"/>
                </ns0:lnTo>
                <ns0:lnTo>
                  <ns0:pt x="413486" y="710534"/>
                </ns0:lnTo>
                <ns0:lnTo>
                  <ns0:pt x="414514" y="710433"/>
                </ns0:lnTo>
                <ns0:lnTo>
                  <ns0:pt x="415543" y="709995"/>
                </ns0:lnTo>
                <ns0:lnTo>
                  <ns0:pt x="416571" y="709373"/>
                </ns0:lnTo>
                <ns0:lnTo>
                  <ns0:pt x="417600" y="708790"/>
                </ns0:lnTo>
                <ns0:lnTo>
                  <ns0:pt x="418629" y="708407"/>
                </ns0:lnTo>
                <ns0:lnTo>
                  <ns0:pt x="419657" y="708270"/>
                </ns0:lnTo>
                <ns0:lnTo>
                  <ns0:pt x="420686" y="708293"/>
                </ns0:lnTo>
                <ns0:lnTo>
                  <ns0:pt x="421714" y="708371"/>
                </ns0:lnTo>
                <ns0:lnTo>
                  <ns0:pt x="422743" y="708326"/>
                </ns0:lnTo>
                <ns0:lnTo>
                  <ns0:pt x="423771" y="708322"/>
                </ns0:lnTo>
                <ns0:lnTo>
                  <ns0:pt x="424800" y="708551"/>
                </ns0:lnTo>
                <ns0:lnTo>
                  <ns0:pt x="425829" y="708927"/>
                </ns0:lnTo>
                <ns0:lnTo>
                  <ns0:pt x="426857" y="709250"/>
                </ns0:lnTo>
                <ns0:lnTo>
                  <ns0:pt x="427886" y="709346"/>
                </ns0:lnTo>
                <ns0:lnTo>
                  <ns0:pt x="428914" y="709132"/>
                </ns0:lnTo>
                <ns0:lnTo>
                  <ns0:pt x="429943" y="708679"/>
                </ns0:lnTo>
                <ns0:lnTo>
                  <ns0:pt x="430971" y="708201"/>
                </ns0:lnTo>
                <ns0:lnTo>
                  <ns0:pt x="432000" y="707908"/>
                </ns0:lnTo>
                <ns0:lnTo>
                  <ns0:pt x="433029" y="707835"/>
                </ns0:lnTo>
                <ns0:lnTo>
                  <ns0:pt x="434057" y="707851"/>
                </ns0:lnTo>
                <ns0:lnTo>
                  <ns0:pt x="435086" y="707882"/>
                </ns0:lnTo>
                <ns0:lnTo>
                  <ns0:pt x="436114" y="708218"/>
                </ns0:lnTo>
                <ns0:lnTo>
                  <ns0:pt x="437143" y="708943"/>
                </ns0:lnTo>
                <ns0:lnTo>
                  <ns0:pt x="438171" y="709768"/>
                </ns0:lnTo>
                <ns0:lnTo>
                  <ns0:pt x="439200" y="710369"/>
                </ns0:lnTo>
                <ns0:lnTo>
                  <ns0:pt x="440229" y="710574"/>
                </ns0:lnTo>
                <ns0:lnTo>
                  <ns0:pt x="441257" y="710440"/>
                </ns0:lnTo>
                <ns0:lnTo>
                  <ns0:pt x="442286" y="710158"/>
                </ns0:lnTo>
                <ns0:lnTo>
                  <ns0:pt x="443314" y="709931"/>
                </ns0:lnTo>
                <ns0:lnTo>
                  <ns0:pt x="444343" y="709857"/>
                </ns0:lnTo>
                <ns0:lnTo>
                  <ns0:pt x="445371" y="709886"/>
                </ns0:lnTo>
                <ns0:lnTo>
                  <ns0:pt x="446400" y="709890"/>
                </ns0:lnTo>
                <ns0:lnTo>
                  <ns0:pt x="447429" y="709851"/>
                </ns0:lnTo>
                <ns0:lnTo>
                  <ns0:pt x="448457" y="709953"/>
                </ns0:lnTo>
                <ns0:lnTo>
                  <ns0:pt x="449486" y="710178"/>
                </ns0:lnTo>
                <ns0:lnTo>
                  <ns0:pt x="450514" y="710353"/>
                </ns0:lnTo>
                <ns0:lnTo>
                  <ns0:pt x="451543" y="710318"/>
                </ns0:lnTo>
                <ns0:lnTo>
                  <ns0:pt x="452571" y="710020"/>
                </ns0:lnTo>
                <ns0:lnTo>
                  <ns0:pt x="453600" y="709515"/>
                </ns0:lnTo>
                <ns0:lnTo>
                  <ns0:pt x="454629" y="708998"/>
                </ns0:lnTo>
                <ns0:lnTo>
                  <ns0:pt x="455657" y="708669"/>
                </ns0:lnTo>
                <ns0:lnTo>
                  <ns0:pt x="456686" y="708572"/>
                </ns0:lnTo>
                <ns0:lnTo>
                  <ns0:pt x="457714" y="708579"/>
                </ns0:lnTo>
                <ns0:lnTo>
                  <ns0:pt x="458743" y="708602"/>
                </ns0:lnTo>
                <ns0:lnTo>
                  <ns0:pt x="459771" y="708845"/>
                </ns0:lnTo>
                <ns0:lnTo>
                  <ns0:pt x="460800" y="709396"/>
                </ns0:lnTo>
                <ns0:lnTo>
                  <ns0:pt x="461829" y="709837"/>
                </ns0:lnTo>
                <ns0:lnTo>
                  <ns0:pt x="462857" y="709757"/>
                </ns0:lnTo>
                <ns0:lnTo>
                  <ns0:pt x="463886" y="709075"/>
                </ns0:lnTo>
                <ns0:lnTo>
                  <ns0:pt x="464914" y="708021"/>
                </ns0:lnTo>
                <ns0:lnTo>
                  <ns0:pt x="465943" y="706995"/>
                </ns0:lnTo>
                <ns0:lnTo>
                  <ns0:pt x="466971" y="706346"/>
                </ns0:lnTo>
                <ns0:lnTo>
                  <ns0:pt x="468000" y="706133"/>
                </ns0:lnTo>
                <ns0:lnTo>
                  <ns0:pt x="469029" y="706162"/>
                </ns0:lnTo>
                <ns0:lnTo>
                  <ns0:pt x="470057" y="706158"/>
                </ns0:lnTo>
                <ns0:lnTo>
                  <ns0:pt x="471086" y="706283"/>
                </ns0:lnTo>
                <ns0:lnTo>
                  <ns0:pt x="472114" y="706748"/>
                </ns0:lnTo>
                <ns0:lnTo>
                  <ns0:pt x="473143" y="707537"/>
                </ns0:lnTo>
                <ns0:lnTo>
                  <ns0:pt x="474171" y="708380"/>
                </ns0:lnTo>
                <ns0:lnTo>
                  <ns0:pt x="475200" y="708992"/>
                </ns0:lnTo>
                <ns0:lnTo>
                  <ns0:pt x="476229" y="709239"/>
                </ns0:lnTo>
                <ns0:lnTo>
                  <ns0:pt x="477257" y="709144"/>
                </ns0:lnTo>
                <ns0:lnTo>
                  <ns0:pt x="478286" y="708877"/>
                </ns0:lnTo>
                <ns0:lnTo>
                  <ns0:pt x="479314" y="708650"/>
                </ns0:lnTo>
                <ns0:lnTo>
                  <ns0:pt x="480343" y="708556"/>
                </ns0:lnTo>
                <ns0:lnTo>
                  <ns0:pt x="481371" y="708550"/>
                </ns0:lnTo>
                <ns0:lnTo>
                  <ns0:pt x="482400" y="708606"/>
                </ns0:lnTo>
                <ns0:lnTo>
                  <ns0:pt x="483429" y="708821"/>
                </ns0:lnTo>
                <ns0:lnTo>
                  <ns0:pt x="484457" y="709290"/>
                </ns0:lnTo>
                <ns0:lnTo>
                  <ns0:pt x="485486" y="709728"/>
                </ns0:lnTo>
                <ns0:lnTo>
                  <ns0:pt x="486514" y="709858"/>
                </ns0:lnTo>
                <ns0:lnTo>
                  <ns0:pt x="487543" y="709658"/>
                </ns0:lnTo>
                <ns0:lnTo>
                  <ns0:pt x="488571" y="709270"/>
                </ns0:lnTo>
                <ns0:lnTo>
                  <ns0:pt x="489600" y="708899"/>
                </ns0:lnTo>
                <ns0:lnTo>
                  <ns0:pt x="490629" y="708685"/>
                </ns0:lnTo>
                <ns0:lnTo>
                  <ns0:pt x="491657" y="708653"/>
                </ns0:lnTo>
                <ns0:lnTo>
                  <ns0:pt x="492686" y="708689"/>
                </ns0:lnTo>
                <ns0:lnTo>
                  <ns0:pt x="493714" y="708620"/>
                </ns0:lnTo>
                <ns0:lnTo>
                  <ns0:pt x="494743" y="708487"/>
                </ns0:lnTo>
                <ns0:lnTo>
                  <ns0:pt x="495771" y="708665"/>
                </ns0:lnTo>
                <ns0:lnTo>
                  <ns0:pt x="496800" y="709067"/>
                </ns0:lnTo>
                <ns0:lnTo>
                  <ns0:pt x="497829" y="709380"/>
                </ns0:lnTo>
                <ns0:lnTo>
                  <ns0:pt x="498857" y="709406"/>
                </ns0:lnTo>
                <ns0:lnTo>
                  <ns0:pt x="499886" y="709116"/>
                </ns0:lnTo>
                <ns0:lnTo>
                  <ns0:pt x="500914" y="708610"/>
                </ns0:lnTo>
                <ns0:lnTo>
                  <ns0:pt x="501943" y="708065"/>
                </ns0:lnTo>
                <ns0:lnTo>
                  <ns0:pt x="502971" y="707678"/>
                </ns0:lnTo>
                <ns0:lnTo>
                  <ns0:pt x="504000" y="707522"/>
                </ns0:lnTo>
                <ns0:lnTo>
                  <ns0:pt x="505029" y="707517"/>
                </ns0:lnTo>
                <ns0:lnTo>
                  <ns0:pt x="506057" y="707521"/>
                </ns0:lnTo>
                <ns0:lnTo>
                  <ns0:pt x="507086" y="707640"/>
                </ns0:lnTo>
                <ns0:lnTo>
                  <ns0:pt x="508114" y="708034"/>
                </ns0:lnTo>
                <ns0:lnTo>
                  <ns0:pt x="509143" y="708565"/>
                </ns0:lnTo>
                <ns0:lnTo>
                  <ns0:pt x="510171" y="708997"/>
                </ns0:lnTo>
                <ns0:lnTo>
                  <ns0:pt x="511200" y="709193"/>
                </ns0:lnTo>
                <ns0:lnTo>
                  <ns0:pt x="512229" y="709152"/>
                </ns0:lnTo>
                <ns0:lnTo>
                  <ns0:pt x="513257" y="708971"/>
                </ns0:lnTo>
                <ns0:lnTo>
                  <ns0:pt x="514286" y="708794"/>
                </ns0:lnTo>
                <ns0:lnTo>
                  <ns0:pt x="515314" y="708709"/>
                </ns0:lnTo>
                <ns0:lnTo>
                  <ns0:pt x="516343" y="708709"/>
                </ns0:lnTo>
                <ns0:lnTo>
                  <ns0:pt x="517371" y="708687"/>
                </ns0:lnTo>
                <ns0:lnTo>
                  <ns0:pt x="518400" y="708634"/>
                </ns0:lnTo>
                <ns0:lnTo>
                  <ns0:pt x="519429" y="708874"/>
                </ns0:lnTo>
                <ns0:lnTo>
                  <ns0:pt x="520457" y="709477"/>
                </ns0:lnTo>
                <ns0:lnTo>
                  <ns0:pt x="521486" y="710163"/>
                </ns0:lnTo>
                <ns0:lnTo>
                  <ns0:pt x="522514" y="710680"/>
                </ns0:lnTo>
                <ns0:lnTo>
                  <ns0:pt x="523543" y="710907"/>
                </ns0:lnTo>
                <ns0:lnTo>
                  <ns0:pt x="524571" y="710844"/>
                </ns0:lnTo>
                <ns0:lnTo>
                  <ns0:pt x="525600" y="710613"/>
                </ns0:lnTo>
                <ns0:lnTo>
                  <ns0:pt x="526629" y="710393"/>
                </ns0:lnTo>
                <ns0:lnTo>
                  <ns0:pt x="527657" y="710300"/>
                </ns0:lnTo>
                <ns0:lnTo>
                  <ns0:pt x="528686" y="710311"/>
                </ns0:lnTo>
                <ns0:lnTo>
                  <ns0:pt x="529714" y="710298"/>
                </ns0:lnTo>
                <ns0:lnTo>
                  <ns0:pt x="530743" y="710290"/>
                </ns0:lnTo>
                <ns0:lnTo>
                  <ns0:pt x="531771" y="710539"/>
                </ns0:lnTo>
                <ns0:lnTo>
                  <ns0:pt x="532800" y="710998"/>
                </ns0:lnTo>
                <ns0:lnTo>
                  <ns0:pt x="533829" y="711419"/>
                </ns0:lnTo>
                <ns0:lnTo>
                  <ns0:pt x="534857" y="711642"/>
                </ns0:lnTo>
                <ns0:lnTo>
                  <ns0:pt x="535886" y="711624"/>
                </ns0:lnTo>
                <ns0:lnTo>
                  <ns0:pt x="536914" y="711417"/>
                </ns0:lnTo>
                <ns0:lnTo>
                  <ns0:pt x="537943" y="711152"/>
                </ns0:lnTo>
                <ns0:lnTo>
                  <ns0:pt x="538971" y="710965"/>
                </ns0:lnTo>
                <ns0:lnTo>
                  <ns0:pt x="540000" y="710914"/>
                </ns0:lnTo>
                <ns0:lnTo>
                  <ns0:pt x="541029" y="710930"/>
                </ns0:lnTo>
                <ns0:lnTo>
                  <ns0:pt x="542057" y="710909"/>
                </ns0:lnTo>
                <ns0:lnTo>
                  <ns0:pt x="543086" y="711022"/>
                </ns0:lnTo>
                <ns0:lnTo>
                  <ns0:pt x="544114" y="711449"/>
                </ns0:lnTo>
                <ns0:lnTo>
                  <ns0:pt x="545143" y="711940"/>
                </ns0:lnTo>
                <ns0:lnTo>
                  <ns0:pt x="546171" y="712244"/>
                </ns0:lnTo>
                <ns0:lnTo>
                  <ns0:pt x="547200" y="712272"/>
                </ns0:lnTo>
                <ns0:lnTo>
                  <ns0:pt x="548229" y="712051"/>
                </ns0:lnTo>
                <ns0:lnTo>
                  <ns0:pt x="549257" y="711700"/>
                </ns0:lnTo>
                <ns0:lnTo>
                  <ns0:pt x="550286" y="711401"/>
                </ns0:lnTo>
                <ns0:lnTo>
                  <ns0:pt x="551314" y="711273"/>
                </ns0:lnTo>
                <ns0:lnTo>
                  <ns0:pt x="552343" y="711292"/>
                </ns0:lnTo>
                <ns0:lnTo>
                  <ns0:pt x="553371" y="711310"/>
                </ns0:lnTo>
                <ns0:lnTo>
                  <ns0:pt x="554400" y="711279"/>
                </ns0:lnTo>
                <ns0:lnTo>
                  <ns0:pt x="555429" y="711551"/>
                </ns0:lnTo>
                <ns0:lnTo>
                  <ns0:pt x="556457" y="712225"/>
                </ns0:lnTo>
                <ns0:lnTo>
                  <ns0:pt x="557486" y="712984"/>
                </ns0:lnTo>
                <ns0:lnTo>
                  <ns0:pt x="558514" y="713498"/>
                </ns0:lnTo>
                <ns0:lnTo>
                  <ns0:pt x="559543" y="713617"/>
                </ns0:lnTo>
                <ns0:lnTo>
                  <ns0:pt x="560571" y="713383"/>
                </ns0:lnTo>
                <ns0:lnTo>
                  <ns0:pt x="561600" y="712987"/>
                </ns0:lnTo>
                <ns0:lnTo>
                  <ns0:pt x="562629" y="712679"/>
                </ns0:lnTo>
                <ns0:lnTo>
                  <ns0:pt x="563657" y="712581"/>
                </ns0:lnTo>
                <ns0:lnTo>
                  <ns0:pt x="564686" y="712634"/>
                </ns0:lnTo>
                <ns0:lnTo>
                  <ns0:pt x="565714" y="712637"/>
                </ns0:lnTo>
                <ns0:lnTo>
                  <ns0:pt x="566743" y="712666"/>
                </ns0:lnTo>
                <ns0:lnTo>
                  <ns0:pt x="567771" y="712875"/>
                </ns0:lnTo>
                <ns0:lnTo>
                  <ns0:pt x="568800" y="713133"/>
                </ns0:lnTo>
                <ns0:lnTo>
                  <ns0:pt x="569829" y="713288"/>
                </ns0:lnTo>
                <ns0:lnTo>
                  <ns0:pt x="570857" y="713214"/>
                </ns0:lnTo>
                <ns0:lnTo>
                  <ns0:pt x="571886" y="712905"/>
                </ns0:lnTo>
                <ns0:lnTo>
                  <ns0:pt x="572914" y="712439"/>
                </ns0:lnTo>
                <ns0:lnTo>
                  <ns0:pt x="573943" y="711996"/>
                </ns0:lnTo>
                <ns0:lnTo>
                  <ns0:pt x="574971" y="711737"/>
                </ns0:lnTo>
                <ns0:lnTo>
                  <ns0:pt x="576000" y="711681"/>
                </ns0:lnTo>
                <ns0:lnTo>
                  <ns0:pt x="577029" y="711699"/>
                </ns0:lnTo>
                <ns0:lnTo>
                  <ns0:pt x="578057" y="711707"/>
                </ns0:lnTo>
                <ns0:lnTo>
                  <ns0:pt x="579086" y="711899"/>
                </ns0:lnTo>
                <ns0:lnTo>
                  <ns0:pt x="580114" y="712360"/>
                </ns0:lnTo>
                <ns0:lnTo>
                  <ns0:pt x="581143" y="712743"/>
                </ns0:lnTo>
                <ns0:lnTo>
                  <ns0:pt x="582171" y="712716"/>
                </ns0:lnTo>
                <ns0:lnTo>
                  <ns0:pt x="583200" y="712219"/>
                </ns0:lnTo>
                <ns0:lnTo>
                  <ns0:pt x="584229" y="711432"/>
                </ns0:lnTo>
                <ns0:lnTo>
                  <ns0:pt x="585257" y="710669"/>
                </ns0:lnTo>
                <ns0:lnTo>
                  <ns0:pt x="586286" y="710190"/>
                </ns0:lnTo>
                <ns0:lnTo>
                  <ns0:pt x="587314" y="710061"/>
                </ns0:lnTo>
                <ns0:lnTo>
                  <ns0:pt x="588343" y="710127"/>
                </ns0:lnTo>
                <ns0:lnTo>
                  <ns0:pt x="589371" y="710146"/>
                </ns0:lnTo>
                <ns0:lnTo>
                  <ns0:pt x="590400" y="710167"/>
                </ns0:lnTo>
                <ns0:lnTo>
                  <ns0:pt x="591429" y="710455"/>
                </ns0:lnTo>
                <ns0:lnTo>
                  <ns0:pt x="592457" y="710997"/>
                </ns0:lnTo>
                <ns0:lnTo>
                  <ns0:pt x="593486" y="711502"/>
                </ns0:lnTo>
                <ns0:lnTo>
                  <ns0:pt x="594514" y="711679"/>
                </ns0:lnTo>
                <ns0:lnTo>
                  <ns0:pt x="595543" y="711438"/>
                </ns0:lnTo>
                <ns0:lnTo>
                  <ns0:pt x="596571" y="710911"/>
                </ns0:lnTo>
                <ns0:lnTo>
                  <ns0:pt x="597600" y="710366"/>
                </ns0:lnTo>
                <ns0:lnTo>
                  <ns0:pt x="598629" y="710035"/>
                </ns0:lnTo>
                <ns0:lnTo>
                  <ns0:pt x="599657" y="709947"/>
                </ns0:lnTo>
                <ns0:lnTo>
                  <ns0:pt x="600686" y="709957"/>
                </ns0:lnTo>
                <ns0:lnTo>
                  <ns0:pt x="601714" y="709962"/>
                </ns0:lnTo>
                <ns0:lnTo>
                  <ns0:pt x="602743" y="710099"/>
                </ns0:lnTo>
                <ns0:lnTo>
                  <ns0:pt x="603771" y="710408"/>
                </ns0:lnTo>
                <ns0:lnTo>
                  <ns0:pt x="604800" y="710621"/>
                </ns0:lnTo>
                <ns0:lnTo>
                  <ns0:pt x="605829" y="710251"/>
                </ns0:lnTo>
                <ns0:lnTo>
                  <ns0:pt x="606857" y="709555"/>
                </ns0:lnTo>
                <ns0:lnTo>
                  <ns0:pt x="607886" y="708758"/>
                </ns0:lnTo>
                <ns0:lnTo>
                  <ns0:pt x="608914" y="708149"/>
                </ns0:lnTo>
                <ns0:lnTo>
                  <ns0:pt x="609943" y="707914"/>
                </ns0:lnTo>
                <ns0:lnTo>
                  <ns0:pt x="610971" y="708066"/>
                </ns0:lnTo>
                <ns0:lnTo>
                  <ns0:pt x="612000" y="708482"/>
                </ns0:lnTo>
                <ns0:lnTo>
                  <ns0:pt x="613029" y="708978"/>
                </ns0:lnTo>
                <ns0:lnTo>
                  <ns0:pt x="614057" y="709436"/>
                </ns0:lnTo>
                <ns0:lnTo>
                  <ns0:pt x="615086" y="709957"/>
                </ns0:lnTo>
                <ns0:lnTo>
                  <ns0:pt x="616114" y="710452"/>
                </ns0:lnTo>
                <ns0:lnTo>
                  <ns0:pt x="617143" y="710475"/>
                </ns0:lnTo>
                <ns0:lnTo>
                  <ns0:pt x="618171" y="703258"/>
                </ns0:lnTo>
                <ns0:lnTo>
                  <ns0:pt x="619200" y="702849"/>
                </ns0:lnTo>
                <ns0:lnTo>
                  <ns0:pt x="620229" y="702383"/>
                </ns0:lnTo>
                <ns0:lnTo>
                  <ns0:pt x="621257" y="702187"/>
                </ns0:lnTo>
                <ns0:lnTo>
                  <ns0:pt x="622286" y="702273"/>
                </ns0:lnTo>
                <ns0:lnTo>
                  <ns0:pt x="623314" y="702403"/>
                </ns0:lnTo>
                <ns0:lnTo>
                  <ns0:pt x="624343" y="702305"/>
                </ns0:lnTo>
                <ns0:lnTo>
                  <ns0:pt x="625371" y="701802"/>
                </ns0:lnTo>
                <ns0:lnTo>
                  <ns0:pt x="626400" y="701178"/>
                </ns0:lnTo>
                <ns0:lnTo>
                  <ns0:pt x="627429" y="700624"/>
                </ns0:lnTo>
                <ns0:lnTo>
                  <ns0:pt x="628457" y="700169"/>
                </ns0:lnTo>
                <ns0:lnTo>
                  <ns0:pt x="629486" y="699724"/>
                </ns0:lnTo>
                <ns0:lnTo>
                  <ns0:pt x="630514" y="699238"/>
                </ns0:lnTo>
                <ns0:lnTo>
                  <ns0:pt x="631543" y="697325"/>
                </ns0:lnTo>
                <ns0:lnTo>
                  <ns0:pt x="632571" y="695672"/>
                </ns0:lnTo>
                <ns0:lnTo>
                  <ns0:pt x="633600" y="694600"/>
                </ns0:lnTo>
                <ns0:lnTo>
                  <ns0:pt x="634629" y="694091"/>
                </ns0:lnTo>
                <ns0:lnTo>
                  <ns0:pt x="635657" y="693846"/>
                </ns0:lnTo>
                <ns0:lnTo>
                  <ns0:pt x="636686" y="693700"/>
                </ns0:lnTo>
                <ns0:lnTo>
                  <ns0:pt x="637714" y="693113"/>
                </ns0:lnTo>
                <ns0:lnTo>
                  <ns0:pt x="638743" y="692049"/>
                </ns0:lnTo>
                <ns0:lnTo>
                  <ns0:pt x="639771" y="690451"/>
                </ns0:lnTo>
                <ns0:lnTo>
                  <ns0:pt x="640800" y="688291"/>
                </ns0:lnTo>
                <ns0:lnTo>
                  <ns0:pt x="641829" y="685569"/>
                </ns0:lnTo>
                <ns0:lnTo>
                  <ns0:pt x="642857" y="682456"/>
                </ns0:lnTo>
                <ns0:lnTo>
                  <ns0:pt x="643886" y="679309"/>
                </ns0:lnTo>
                <ns0:lnTo>
                  <ns0:pt x="644914" y="676551"/>
                </ns0:lnTo>
                <ns0:lnTo>
                  <ns0:pt x="645943" y="674505"/>
                </ns0:lnTo>
                <ns0:lnTo>
                  <ns0:pt x="646971" y="673197"/>
                </ns0:lnTo>
                <ns0:lnTo>
                  <ns0:pt x="648000" y="672372"/>
                </ns0:lnTo>
                <ns0:lnTo>
                  <ns0:pt x="649029" y="671611"/>
                </ns0:lnTo>
                <ns0:lnTo>
                  <ns0:pt x="650057" y="670445"/>
                </ns0:lnTo>
                <ns0:lnTo>
                  <ns0:pt x="651086" y="668651"/>
                </ns0:lnTo>
                <ns0:lnTo>
                  <ns0:pt x="652114" y="666219"/>
                </ns0:lnTo>
                <ns0:lnTo>
                  <ns0:pt x="653143" y="663145"/>
                </ns0:lnTo>
                <ns0:lnTo>
                  <ns0:pt x="654171" y="659436"/>
                </ns0:lnTo>
                <ns0:lnTo>
                  <ns0:pt x="655200" y="655343"/>
                </ns0:lnTo>
                <ns0:lnTo>
                  <ns0:pt x="656229" y="651338"/>
                </ns0:lnTo>
                <ns0:lnTo>
                  <ns0:pt x="657257" y="648013"/>
                </ns0:lnTo>
                <ns0:lnTo>
                  <ns0:pt x="658286" y="645730"/>
                </ns0:lnTo>
                <ns0:lnTo>
                  <ns0:pt x="659314" y="644489"/>
                </ns0:lnTo>
                <ns0:lnTo>
                  <ns0:pt x="660343" y="643856"/>
                </ns0:lnTo>
                <ns0:lnTo>
                  <ns0:pt x="661371" y="643337"/>
                </ns0:lnTo>
                <ns0:lnTo>
                  <ns0:pt x="662400" y="642520"/>
                </ns0:lnTo>
                <ns0:lnTo>
                  <ns0:pt x="663429" y="641055"/>
                </ns0:lnTo>
                <ns0:lnTo>
                  <ns0:pt x="664457" y="639015"/>
                </ns0:lnTo>
                <ns0:lnTo>
                  <ns0:pt x="665486" y="636436"/>
                </ns0:lnTo>
                <ns0:lnTo>
                  <ns0:pt x="666514" y="633359"/>
                </ns0:lnTo>
                <ns0:lnTo>
                  <ns0:pt x="667543" y="629962"/>
                </ns0:lnTo>
                <ns0:lnTo>
                  <ns0:pt x="668571" y="626612"/>
                </ns0:lnTo>
                <ns0:lnTo>
                  <ns0:pt x="669600" y="623769"/>
                </ns0:lnTo>
                <ns0:lnTo>
                  <ns0:pt x="670629" y="621747"/>
                </ns0:lnTo>
                <ns0:lnTo>
                  <ns0:pt x="671657" y="620559"/>
                </ns0:lnTo>
                <ns0:lnTo>
                  <ns0:pt x="672686" y="619978"/>
                </ns0:lnTo>
                <ns0:lnTo>
                  <ns0:pt x="673714" y="619643"/>
                </ns0:lnTo>
                <ns0:lnTo>
                  <ns0:pt x="674743" y="619142"/>
                </ns0:lnTo>
                <ns0:lnTo>
                  <ns0:pt x="675771" y="617901"/>
                </ns0:lnTo>
                <ns0:lnTo>
                  <ns0:pt x="676800" y="615782"/>
                </ns0:lnTo>
                <ns0:lnTo>
                  <ns0:pt x="677829" y="612835"/>
                </ns0:lnTo>
                <ns0:lnTo>
                  <ns0:pt x="678857" y="609240"/>
                </ns0:lnTo>
                <ns0:lnTo>
                  <ns0:pt x="679886" y="605357"/>
                </ns0:lnTo>
                <ns0:lnTo>
                  <ns0:pt x="680914" y="601691"/>
                </ns0:lnTo>
                <ns0:lnTo>
                  <ns0:pt x="681943" y="598799"/>
                </ns0:lnTo>
                <ns0:lnTo>
                  <ns0:pt x="682971" y="597037"/>
                </ns0:lnTo>
                <ns0:lnTo>
                  <ns0:pt x="684000" y="596358"/>
                </ns0:lnTo>
                <ns0:lnTo>
                  <ns0:pt x="685029" y="596404"/>
                </ns0:lnTo>
                <ns0:lnTo>
                  <ns0:pt x="686057" y="596658"/>
                </ns0:lnTo>
                <ns0:lnTo>
                  <ns0:pt x="687086" y="596625"/>
                </ns0:lnTo>
                <ns0:lnTo>
                  <ns0:pt x="688114" y="595753"/>
                </ns0:lnTo>
                <ns0:lnTo>
                  <ns0:pt x="689143" y="594237"/>
                </ns0:lnTo>
                <ns0:lnTo>
                  <ns0:pt x="690171" y="592321"/>
                </ns0:lnTo>
                <ns0:lnTo>
                  <ns0:pt x="691200" y="590099"/>
                </ns0:lnTo>
                <ns0:lnTo>
                  <ns0:pt x="692229" y="587614"/>
                </ns0:lnTo>
                <ns0:lnTo>
                  <ns0:pt x="693257" y="584974"/>
                </ns0:lnTo>
                <ns0:lnTo>
                  <ns0:pt x="694286" y="582554"/>
                </ns0:lnTo>
                <ns0:lnTo>
                  <ns0:pt x="695314" y="580686"/>
                </ns0:lnTo>
                <ns0:lnTo>
                  <ns0:pt x="696343" y="579512"/>
                </ns0:lnTo>
                <ns0:lnTo>
                  <ns0:pt x="697371" y="578944"/>
                </ns0:lnTo>
                <ns0:lnTo>
                  <ns0:pt x="698400" y="578720"/>
                </ns0:lnTo>
                <ns0:lnTo>
                  <ns0:pt x="699429" y="578551"/>
                </ns0:lnTo>
                <ns0:lnTo>
                  <ns0:pt x="700457" y="577929"/>
                </ns0:lnTo>
                <ns0:lnTo>
                  <ns0:pt x="701486" y="576711"/>
                </ns0:lnTo>
                <ns0:lnTo>
                  <ns0:pt x="702514" y="575119"/>
                </ns0:lnTo>
                <ns0:lnTo>
                  <ns0:pt x="703543" y="573386"/>
                </ns0:lnTo>
                <ns0:lnTo>
                  <ns0:pt x="704571" y="571654"/>
                </ns0:lnTo>
                <ns0:lnTo>
                  <ns0:pt x="705600" y="570083"/>
                </ns0:lnTo>
                <ns0:lnTo>
                  <ns0:pt x="706629" y="568806"/>
                </ns0:lnTo>
                <ns0:lnTo>
                  <ns0:pt x="707657" y="567900"/>
                </ns0:lnTo>
                <ns0:lnTo>
                  <ns0:pt x="708686" y="567376"/>
                </ns0:lnTo>
                <ns0:lnTo>
                  <ns0:pt x="709714" y="567182"/>
                </ns0:lnTo>
                <ns0:lnTo>
                  <ns0:pt x="710743" y="567201"/>
                </ns0:lnTo>
                <ns0:lnTo>
                  <ns0:pt x="711771" y="567284"/>
                </ns0:lnTo>
                <ns0:lnTo>
                  <ns0:pt x="712800" y="567274"/>
                </ns0:lnTo>
                <ns0:lnTo>
                  <ns0:pt x="713829" y="567137"/>
                </ns0:lnTo>
                <ns0:lnTo>
                  <ns0:pt x="714857" y="566584"/>
                </ns0:lnTo>
                <ns0:lnTo>
                  <ns0:pt x="715886" y="565391"/>
                </ns0:lnTo>
                <ns0:lnTo>
                  <ns0:pt x="716914" y="563559"/>
                </ns0:lnTo>
                <ns0:lnTo>
                  <ns0:pt x="717943" y="561475"/>
                </ns0:lnTo>
                <ns0:lnTo>
                  <ns0:pt x="718971" y="559637"/>
                </ns0:lnTo>
                <ns0:lnTo>
                  <ns0:pt x="720000" y="558380"/>
                </ns0:lnTo>
                <ns0:lnTo>
                  <ns0:pt x="721029" y="557755"/>
                </ns0:lnTo>
                <ns0:lnTo>
                  <ns0:pt x="722057" y="557630"/>
                </ns0:lnTo>
                <ns0:lnTo>
                  <ns0:pt x="723086" y="557796"/>
                </ns0:lnTo>
                <ns0:lnTo>
                  <ns0:pt x="724114" y="558025"/>
                </ns0:lnTo>
                <ns0:lnTo>
                  <ns0:pt x="725143" y="558032"/>
                </ns0:lnTo>
                <ns0:lnTo>
                  <ns0:pt x="726171" y="558126"/>
                </ns0:lnTo>
                <ns0:lnTo>
                  <ns0:pt x="727200" y="558474"/>
                </ns0:lnTo>
                <ns0:lnTo>
                  <ns0:pt x="728229" y="558846"/>
                </ns0:lnTo>
                <ns0:lnTo>
                  <ns0:pt x="729257" y="558894"/>
                </ns0:lnTo>
                <ns0:lnTo>
                  <ns0:pt x="730286" y="558492"/>
                </ns0:lnTo>
                <ns0:lnTo>
                  <ns0:pt x="731314" y="557778"/>
                </ns0:lnTo>
                <ns0:lnTo>
                  <ns0:pt x="732343" y="557011"/>
                </ns0:lnTo>
                <ns0:lnTo>
                  <ns0:pt x="733371" y="556432"/>
                </ns0:lnTo>
                <ns0:lnTo>
                  <ns0:pt x="734400" y="556151"/>
                </ns0:lnTo>
                <ns0:lnTo>
                  <ns0:pt x="735429" y="556142"/>
                </ns0:lnTo>
                <ns0:lnTo>
                  <ns0:pt x="736457" y="556262"/>
                </ns0:lnTo>
                <ns0:lnTo>
                  <ns0:pt x="737486" y="556285"/>
                </ns0:lnTo>
                <ns0:lnTo>
                  <ns0:pt x="738514" y="556292"/>
                </ns0:lnTo>
                <ns0:lnTo>
                  <ns0:pt x="739543" y="556347"/>
                </ns0:lnTo>
                <ns0:lnTo>
                  <ns0:pt x="740571" y="556357"/>
                </ns0:lnTo>
                <ns0:lnTo>
                  <ns0:pt x="741600" y="556178"/>
                </ns0:lnTo>
                <ns0:lnTo>
                  <ns0:pt x="742629" y="555862"/>
                </ns0:lnTo>
                <ns0:lnTo>
                  <ns0:pt x="743657" y="555556"/>
                </ns0:lnTo>
                <ns0:lnTo>
                  <ns0:pt x="744686" y="555358"/>
                </ns0:lnTo>
                <ns0:lnTo>
                  <ns0:pt x="745714" y="555297"/>
                </ns0:lnTo>
                <ns0:lnTo>
                  <ns0:pt x="746743" y="555315"/>
                </ns0:lnTo>
                <ns0:lnTo>
                  <ns0:pt x="747771" y="555328"/>
                </ns0:lnTo>
                <ns0:lnTo>
                  <ns0:pt x="748800" y="555285"/>
                </ns0:lnTo>
                <ns0:lnTo>
                  <ns0:pt x="749829" y="555204"/>
                </ns0:lnTo>
                <ns0:lnTo>
                  <ns0:pt x="750857" y="555202"/>
                </ns0:lnTo>
                <ns0:lnTo>
                  <ns0:pt x="751886" y="555284"/>
                </ns0:lnTo>
                <ns0:lnTo>
                  <ns0:pt x="752914" y="555296"/>
                </ns0:lnTo>
                <ns0:lnTo>
                  <ns0:pt x="753943" y="555115"/>
                </ns0:lnTo>
                <ns0:lnTo>
                  <ns0:pt x="754971" y="554769"/>
                </ns0:lnTo>
                <ns0:lnTo>
                  <ns0:pt x="756000" y="554352"/>
                </ns0:lnTo>
                <ns0:lnTo>
                  <ns0:pt x="757029" y="553964"/>
                </ns0:lnTo>
                <ns0:lnTo>
                  <ns0:pt x="758057" y="553709"/>
                </ns0:lnTo>
                <ns0:lnTo>
                  <ns0:pt x="759086" y="553598"/>
                </ns0:lnTo>
                <ns0:lnTo>
                  <ns0:pt x="760114" y="553607"/>
                </ns0:lnTo>
                <ns0:lnTo>
                  <ns0:pt x="761143" y="553687"/>
                </ns0:lnTo>
                <ns0:lnTo>
                  <ns0:pt x="762171" y="553749"/>
                </ns0:lnTo>
                <ns0:lnTo>
                  <ns0:pt x="763200" y="553726"/>
                </ns0:lnTo>
                <ns0:lnTo>
                  <ns0:pt x="764229" y="553861"/>
                </ns0:lnTo>
                <ns0:lnTo>
                  <ns0:pt x="765257" y="554138"/>
                </ns0:lnTo>
                <ns0:lnTo>
                  <ns0:pt x="766286" y="554425"/>
                </ns0:lnTo>
                <ns0:lnTo>
                  <ns0:pt x="767314" y="554602"/>
                </ns0:lnTo>
                <ns0:lnTo>
                  <ns0:pt x="768343" y="554589"/>
                </ns0:lnTo>
                <ns0:lnTo>
                  <ns0:pt x="769371" y="554395"/>
                </ns0:lnTo>
                <ns0:lnTo>
                  <ns0:pt x="770400" y="554119"/>
                </ns0:lnTo>
                <ns0:lnTo>
                  <ns0:pt x="771429" y="553871"/>
                </ns0:lnTo>
                <ns0:lnTo>
                  <ns0:pt x="772457" y="553734"/>
                </ns0:lnTo>
                <ns0:lnTo>
                  <ns0:pt x="773486" y="553734"/>
                </ns0:lnTo>
                <ns0:lnTo>
                  <ns0:pt x="774514" y="553790"/>
                </ns0:lnTo>
                <ns0:lnTo>
                  <ns0:pt x="775543" y="553787"/>
                </ns0:lnTo>
                <ns0:lnTo>
                  <ns0:pt x="776571" y="553855"/>
                </ns0:lnTo>
                <ns0:lnTo>
                  <ns0:pt x="777600" y="554006"/>
                </ns0:lnTo>
                <ns0:lnTo>
                  <ns0:pt x="778629" y="554069"/>
                </ns0:lnTo>
                <ns0:lnTo>
                  <ns0:pt x="779657" y="553979"/>
                </ns0:lnTo>
                <ns0:lnTo>
                  <ns0:pt x="780686" y="553742"/>
                </ns0:lnTo>
                <ns0:lnTo>
                  <ns0:pt x="781714" y="553422"/>
                </ns0:lnTo>
                <ns0:lnTo>
                  <ns0:pt x="782743" y="553148"/>
                </ns0:lnTo>
                <ns0:lnTo>
                  <ns0:pt x="783771" y="552974"/>
                </ns0:lnTo>
                <ns0:lnTo>
                  <ns0:pt x="784800" y="552903"/>
                </ns0:lnTo>
                <ns0:lnTo>
                  <ns0:pt x="785829" y="552931"/>
                </ns0:lnTo>
                <ns0:lnTo>
                  <ns0:pt x="786857" y="552956"/>
                </ns0:lnTo>
                <ns0:lnTo>
                  <ns0:pt x="787886" y="552912"/>
                </ns0:lnTo>
                <ns0:lnTo>
                  <ns0:pt x="788914" y="552937"/>
                </ns0:lnTo>
                <ns0:lnTo>
                  <ns0:pt x="789943" y="552967"/>
                </ns0:lnTo>
                <ns0:lnTo>
                  <ns0:pt x="790971" y="552728"/>
                </ns0:lnTo>
                <ns0:lnTo>
                  <ns0:pt x="792000" y="552023"/>
                </ns0:lnTo>
                <ns0:lnTo>
                  <ns0:pt x="793029" y="550907"/>
                </ns0:lnTo>
                <ns0:lnTo>
                  <ns0:pt x="794057" y="549630"/>
                </ns0:lnTo>
                <ns0:lnTo>
                  <ns0:pt x="795086" y="548510"/>
                </ns0:lnTo>
                <ns0:lnTo>
                  <ns0:pt x="796114" y="547781"/>
                </ns0:lnTo>
                <ns0:lnTo>
                  <ns0:pt x="797143" y="547513"/>
                </ns0:lnTo>
                <ns0:lnTo>
                  <ns0:pt x="798171" y="547607"/>
                </ns0:lnTo>
                <ns0:lnTo>
                  <ns0:pt x="799200" y="547811"/>
                </ns0:lnTo>
                <ns0:lnTo>
                  <ns0:pt x="800229" y="547929"/>
                </ns0:lnTo>
                <ns0:lnTo>
                  <ns0:pt x="801257" y="547920"/>
                </ns0:lnTo>
                <ns0:lnTo>
                  <ns0:pt x="802286" y="547902"/>
                </ns0:lnTo>
                <ns0:lnTo>
                  <ns0:pt x="803314" y="547759"/>
                </ns0:lnTo>
                <ns0:lnTo>
                  <ns0:pt x="804343" y="547321"/>
                </ns0:lnTo>
                <ns0:lnTo>
                  <ns0:pt x="805371" y="546505"/>
                </ns0:lnTo>
                <ns0:lnTo>
                  <ns0:pt x="806400" y="545425"/>
                </ns0:lnTo>
                <ns0:lnTo>
                  <ns0:pt x="807429" y="544348"/>
                </ns0:lnTo>
                <ns0:lnTo>
                  <ns0:pt x="808457" y="543501"/>
                </ns0:lnTo>
                <ns0:lnTo>
                  <ns0:pt x="809486" y="543009"/>
                </ns0:lnTo>
                <ns0:lnTo>
                  <ns0:pt x="810514" y="542875"/>
                </ns0:lnTo>
                <ns0:lnTo>
                  <ns0:pt x="811543" y="542933"/>
                </ns0:lnTo>
                <ns0:lnTo>
                  <ns0:pt x="812571" y="542955"/>
                </ns0:lnTo>
                <ns0:lnTo>
                  <ns0:pt x="813600" y="543119"/>
                </ns0:lnTo>
                <ns0:lnTo>
                  <ns0:pt x="814629" y="543795"/>
                </ns0:lnTo>
                <ns0:lnTo>
                  <ns0:pt x="815657" y="544758"/>
                </ns0:lnTo>
                <ns0:lnTo>
                  <ns0:pt x="816686" y="545551"/>
                </ns0:lnTo>
                <ns0:lnTo>
                  <ns0:pt x="817714" y="545887"/>
                </ns0:lnTo>
                <ns0:lnTo>
                  <ns0:pt x="818743" y="545796"/>
                </ns0:lnTo>
                <ns0:lnTo>
                  <ns0:pt x="819771" y="545495"/>
                </ns0:lnTo>
                <ns0:lnTo>
                  <ns0:pt x="820800" y="545217"/>
                </ns0:lnTo>
                <ns0:lnTo>
                  <ns0:pt x="821829" y="545077"/>
                </ns0:lnTo>
                <ns0:lnTo>
                  <ns0:pt x="822857" y="545066"/>
                </ns0:lnTo>
                <ns0:lnTo>
                  <ns0:pt x="823886" y="545076"/>
                </ns0:lnTo>
                <ns0:lnTo>
                  <ns0:pt x="824914" y="545031"/>
                </ns0:lnTo>
                <ns0:lnTo>
                  <ns0:pt x="825943" y="545013"/>
                </ns0:lnTo>
                <ns0:lnTo>
                  <ns0:pt x="826971" y="545314"/>
                </ns0:lnTo>
                <ns0:lnTo>
                  <ns0:pt x="828000" y="545878"/>
                </ns0:lnTo>
                <ns0:lnTo>
                  <ns0:pt x="829029" y="546343"/>
                </ns0:lnTo>
                <ns0:lnTo>
                  <ns0:pt x="830057" y="546409"/>
                </ns0:lnTo>
                <ns0:lnTo>
                  <ns0:pt x="831086" y="546044"/>
                </ns0:lnTo>
                <ns0:lnTo>
                  <ns0:pt x="832114" y="545437"/>
                </ns0:lnTo>
                <ns0:lnTo>
                  <ns0:pt x="833143" y="544910"/>
                </ns0:lnTo>
                <ns0:lnTo>
                  <ns0:pt x="834171" y="544655"/>
                </ns0:lnTo>
                <ns0:lnTo>
                  <ns0:pt x="835200" y="544683"/>
                </ns0:lnTo>
                <ns0:lnTo>
                  <ns0:pt x="836229" y="544817"/>
                </ns0:lnTo>
                <ns0:lnTo>
                  <ns0:pt x="837257" y="544854"/>
                </ns0:lnTo>
                <ns0:lnTo>
                  <ns0:pt x="838286" y="544875"/>
                </ns0:lnTo>
                <ns0:lnTo>
                  <ns0:pt x="839314" y="544994"/>
                </ns0:lnTo>
                <ns0:lnTo>
                  <ns0:pt x="840343" y="544794"/>
                </ns0:lnTo>
                <ns0:lnTo>
                  <ns0:pt x="841371" y="543991"/>
                </ns0:lnTo>
                <ns0:lnTo>
                  <ns0:pt x="842400" y="542647"/>
                </ns0:lnTo>
                <ns0:lnTo>
                  <ns0:pt x="843429" y="541132"/>
                </ns0:lnTo>
                <ns0:lnTo>
                  <ns0:pt x="844457" y="539815"/>
                </ns0:lnTo>
                <ns0:lnTo>
                  <ns0:pt x="845486" y="538931"/>
                </ns0:lnTo>
                <ns0:lnTo>
                  <ns0:pt x="846514" y="538492"/>
                </ns0:lnTo>
                <ns0:lnTo>
                  <ns0:pt x="847543" y="538381"/>
                </ns0:lnTo>
                <ns0:lnTo>
                  <ns0:pt x="848571" y="538420"/>
                </ns0:lnTo>
                <ns0:lnTo>
                  <ns0:pt x="849600" y="538473"/>
                </ns0:lnTo>
                <ns0:lnTo>
                  <ns0:pt x="850629" y="538490"/>
                </ns0:lnTo>
                <ns0:lnTo>
                  <ns0:pt x="851657" y="538637"/>
                </ns0:lnTo>
                <ns0:lnTo>
                  <ns0:pt x="852686" y="538750"/>
                </ns0:lnTo>
                <ns0:lnTo>
                  <ns0:pt x="853714" y="538463"/>
                </ns0:lnTo>
                <ns0:lnTo>
                  <ns0:pt x="854743" y="537689"/>
                </ns0:lnTo>
                <ns0:lnTo>
                  <ns0:pt x="855771" y="536672"/>
                </ns0:lnTo>
                <ns0:lnTo>
                  <ns0:pt x="856800" y="535740"/>
                </ns0:lnTo>
                <ns0:lnTo>
                  <ns0:pt x="857829" y="535143"/>
                </ns0:lnTo>
                <ns0:lnTo>
                  <ns0:pt x="858857" y="534892"/>
                </ns0:lnTo>
                <ns0:lnTo>
                  <ns0:pt x="859886" y="534867"/>
                </ns0:lnTo>
                <ns0:lnTo>
                  <ns0:pt x="860914" y="534921"/>
                </ns0:lnTo>
                <ns0:lnTo>
                  <ns0:pt x="861943" y="534937"/>
                </ns0:lnTo>
                <ns0:lnTo>
                  <ns0:pt x="862971" y="534949"/>
                </ns0:lnTo>
                <ns0:lnTo>
                  <ns0:pt x="864000" y="535364"/>
                </ns0:lnTo>
                <ns0:lnTo>
                  <ns0:pt x="865029" y="536084"/>
                </ns0:lnTo>
                <ns0:lnTo>
                  <ns0:pt x="866057" y="536833"/>
                </ns0:lnTo>
                <ns0:lnTo>
                  <ns0:pt x="867086" y="537404"/>
                </ns0:lnTo>
                <ns0:lnTo>
                  <ns0:pt x="868114" y="537788"/>
                </ns0:lnTo>
                <ns0:lnTo>
                  <ns0:pt x="869143" y="538013"/>
                </ns0:lnTo>
                <ns0:lnTo>
                  <ns0:pt x="870171" y="538171"/>
                </ns0:lnTo>
                <ns0:lnTo>
                  <ns0:pt x="871200" y="538290"/>
                </ns0:lnTo>
                <ns0:lnTo>
                  <ns0:pt x="872229" y="538364"/>
                </ns0:lnTo>
                <ns0:lnTo>
                  <ns0:pt x="873257" y="538371"/>
                </ns0:lnTo>
                <ns0:lnTo>
                  <ns0:pt x="874286" y="538319"/>
                </ns0:lnTo>
                <ns0:lnTo>
                  <ns0:pt x="875314" y="538234"/>
                </ns0:lnTo>
                <ns0:lnTo>
                  <ns0:pt x="876343" y="538416"/>
                </ns0:lnTo>
                <ns0:lnTo>
                  <ns0:pt x="877371" y="538890"/>
                </ns0:lnTo>
                <ns0:lnTo>
                  <ns0:pt x="878400" y="539518"/>
                </ns0:lnTo>
                <ns0:lnTo>
                  <ns0:pt x="879429" y="540124"/>
                </ns0:lnTo>
                <ns0:lnTo>
                  <ns0:pt x="880457" y="540597"/>
                </ns0:lnTo>
                <ns0:lnTo>
                  <ns0:pt x="881486" y="540900"/>
                </ns0:lnTo>
                <ns0:lnTo>
                  <ns0:pt x="882514" y="541059"/>
                </ns0:lnTo>
                <ns0:lnTo>
                  <ns0:pt x="883543" y="541127"/>
                </ns0:lnTo>
                <ns0:lnTo>
                  <ns0:pt x="884571" y="541137"/>
                </ns0:lnTo>
                <ns0:lnTo>
                  <ns0:pt x="885600" y="541117"/>
                </ns0:lnTo>
                <ns0:lnTo>
                  <ns0:pt x="886629" y="541029"/>
                </ns0:lnTo>
                <ns0:lnTo>
                  <ns0:pt x="887657" y="540871"/>
                </ns0:lnTo>
                <ns0:lnTo>
                  <ns0:pt x="888686" y="540920"/>
                </ns0:lnTo>
                <ns0:lnTo>
                  <ns0:pt x="889714" y="541196"/>
                </ns0:lnTo>
                <ns0:lnTo>
                  <ns0:pt x="890743" y="541517"/>
                </ns0:lnTo>
                <ns0:lnTo>
                  <ns0:pt x="891771" y="541673"/>
                </ns0:lnTo>
                <ns0:lnTo>
                  <ns0:pt x="892800" y="541543"/>
                </ns0:lnTo>
                <ns0:lnTo>
                  <ns0:pt x="893829" y="541152"/>
                </ns0:lnTo>
                <ns0:lnTo>
                  <ns0:pt x="894857" y="540664"/>
                </ns0:lnTo>
                <ns0:lnTo>
                  <ns0:pt x="895886" y="540249"/>
                </ns0:lnTo>
                <ns0:lnTo>
                  <ns0:pt x="896914" y="540031"/>
                </ns0:lnTo>
                <ns0:lnTo>
                  <ns0:pt x="897943" y="540034"/>
                </ns0:lnTo>
                <ns0:lnTo>
                  <ns0:pt x="898971" y="540157"/>
                </ns0:lnTo>
                <ns0:lnTo>
                  <ns0:pt x="900000" y="540212"/>
                </ns0:lnTo>
                <ns0:lnTo>
                  <ns0:pt x="901029" y="540332"/>
                </ns0:lnTo>
                <ns0:lnTo>
                  <ns0:pt x="902057" y="541033"/>
                </ns0:lnTo>
                <ns0:lnTo>
                  <ns0:pt x="903086" y="542266"/>
                </ns0:lnTo>
                <ns0:lnTo>
                  <ns0:pt x="904114" y="543543"/>
                </ns0:lnTo>
                <ns0:lnTo>
                  <ns0:pt x="905143" y="544405"/>
                </ns0:lnTo>
                <ns0:lnTo>
                  <ns0:pt x="906171" y="544718"/>
                </ns0:lnTo>
                <ns0:lnTo>
                  <ns0:pt x="907200" y="544657"/>
                </ns0:lnTo>
                <ns0:lnTo>
                  <ns0:pt x="908229" y="544492"/>
                </ns0:lnTo>
                <ns0:lnTo>
                  <ns0:pt x="909257" y="544372"/>
                </ns0:lnTo>
                <ns0:lnTo>
                  <ns0:pt x="910286" y="544345"/>
                </ns0:lnTo>
                <ns0:lnTo>
                  <ns0:pt x="911314" y="544345"/>
                </ns0:lnTo>
                <ns0:lnTo>
                  <ns0:pt x="912343" y="544316"/>
                </ns0:lnTo>
                <ns0:lnTo>
                  <ns0:pt x="913371" y="544309"/>
                </ns0:lnTo>
                <ns0:lnTo>
                  <ns0:pt x="914400" y="544465"/>
                </ns0:lnTo>
                <ns0:lnTo>
                  <ns0:pt x="915429" y="544519"/>
                </ns0:lnTo>
                <ns0:lnTo>
                  <ns0:pt x="916457" y="544245"/>
                </ns0:lnTo>
                <ns0:lnTo>
                  <ns0:pt x="917486" y="543687"/>
                </ns0:lnTo>
                <ns0:lnTo>
                  <ns0:pt x="918514" y="543058"/>
                </ns0:lnTo>
                <ns0:lnTo>
                  <ns0:pt x="919543" y="542544"/>
                </ns0:lnTo>
                <ns0:lnTo>
                  <ns0:pt x="920571" y="542241"/>
                </ns0:lnTo>
                <ns0:lnTo>
                  <ns0:pt x="921600" y="542124"/>
                </ns0:lnTo>
                <ns0:lnTo>
                  <ns0:pt x="922629" y="542114"/>
                </ns0:lnTo>
                <ns0:lnTo>
                  <ns0:pt x="923657" y="542119"/>
                </ns0:lnTo>
                <ns0:lnTo>
                  <ns0:pt x="924686" y="542073"/>
                </ns0:lnTo>
                <ns0:lnTo>
                  <ns0:pt x="925714" y="542009"/>
                </ns0:lnTo>
                <ns0:lnTo>
                  <ns0:pt x="926743" y="542133"/>
                </ns0:lnTo>
                <ns0:lnTo>
                  <ns0:pt x="927771" y="542015"/>
                </ns0:lnTo>
                <ns0:lnTo>
                  <ns0:pt x="928800" y="541315"/>
                </ns0:lnTo>
                <ns0:lnTo>
                  <ns0:pt x="929829" y="540087"/>
                </ns0:lnTo>
                <ns0:lnTo>
                  <ns0:pt x="930857" y="538689"/>
                </ns0:lnTo>
                <ns0:lnTo>
                  <ns0:pt x="931886" y="537537"/>
                </ns0:lnTo>
                <ns0:lnTo>
                  <ns0:pt x="932914" y="536803"/>
                </ns0:lnTo>
                <ns0:lnTo>
                  <ns0:pt x="933943" y="536430"/>
                </ns0:lnTo>
                <ns0:lnTo>
                  <ns0:pt x="934971" y="536324"/>
                </ns0:lnTo>
                <ns0:lnTo>
                  <ns0:pt x="936000" y="536372"/>
                </ns0:lnTo>
                <ns0:lnTo>
                  <ns0:pt x="937029" y="536448"/>
                </ns0:lnTo>
                <ns0:lnTo>
                  <ns0:pt x="938057" y="536427"/>
                </ns0:lnTo>
                <ns0:lnTo>
                  <ns0:pt x="939086" y="536728"/>
                </ns0:lnTo>
                <ns0:lnTo>
                  <ns0:pt x="940114" y="537640"/>
                </ns0:lnTo>
                <ns0:lnTo>
                  <ns0:pt x="941143" y="539008"/>
                </ns0:lnTo>
                <ns0:lnTo>
                  <ns0:pt x="942171" y="540459"/>
                </ns0:lnTo>
                <ns0:lnTo>
                  <ns0:pt x="943200" y="541668"/>
                </ns0:lnTo>
                <ns0:lnTo>
                  <ns0:pt x="944229" y="542511"/>
                </ns0:lnTo>
                <ns0:lnTo>
                  <ns0:pt x="945257" y="543017"/>
                </ns0:lnTo>
                <ns0:lnTo>
                  <ns0:pt x="946286" y="543280"/>
                </ns0:lnTo>
                <ns0:lnTo>
                  <ns0:pt x="947314" y="543385"/>
                </ns0:lnTo>
                <ns0:lnTo>
                  <ns0:pt x="948343" y="543396"/>
                </ns0:lnTo>
                <ns0:lnTo>
                  <ns0:pt x="949371" y="543339"/>
                </ns0:lnTo>
                <ns0:lnTo>
                  <ns0:pt x="950400" y="543238"/>
                </ns0:lnTo>
                <ns0:lnTo>
                  <ns0:pt x="951429" y="543425"/>
                </ns0:lnTo>
                <ns0:lnTo>
                  <ns0:pt x="952457" y="544148"/>
                </ns0:lnTo>
                <ns0:lnTo>
                  <ns0:pt x="953486" y="545281"/>
                </ns0:lnTo>
                <ns0:lnTo>
                  <ns0:pt x="954514" y="546502"/>
                </ns0:lnTo>
                <ns0:lnTo>
                  <ns0:pt x="955543" y="547501"/>
                </ns0:lnTo>
                <ns0:lnTo>
                  <ns0:pt x="956571" y="548148"/>
                </ns0:lnTo>
                <ns0:lnTo>
                  <ns0:pt x="957600" y="548475"/>
                </ns0:lnTo>
                <ns0:lnTo>
                  <ns0:pt x="958629" y="548607"/>
                </ns0:lnTo>
                <ns0:lnTo>
                  <ns0:pt x="959657" y="548648"/>
                </ns0:lnTo>
                <ns0:lnTo>
                  <ns0:pt x="960686" y="548637"/>
                </ns0:lnTo>
                <ns0:lnTo>
                  <ns0:pt x="961714" y="548548"/>
                </ns0:lnTo>
                <ns0:lnTo>
                  <ns0:pt x="962743" y="548347"/>
                </ns0:lnTo>
                <ns0:lnTo>
                  <ns0:pt x="963771" y="548374"/>
                </ns0:lnTo>
                <ns0:lnTo>
                  <ns0:pt x="964800" y="548882"/>
                </ns0:lnTo>
                <ns0:lnTo>
                  <ns0:pt x="965829" y="549547"/>
                </ns0:lnTo>
                <ns0:lnTo>
                  <ns0:pt x="966857" y="549943"/>
                </ns0:lnTo>
                <ns0:lnTo>
                  <ns0:pt x="967886" y="549802"/>
                </ns0:lnTo>
                <ns0:lnTo>
                  <ns0:pt x="968914" y="549177"/>
                </ns0:lnTo>
                <ns0:lnTo>
                  <ns0:pt x="969943" y="548385"/>
                </ns0:lnTo>
                <ns0:lnTo>
                  <ns0:pt x="970971" y="547787"/>
                </ns0:lnTo>
                <ns0:lnTo>
                  <ns0:pt x="972000" y="547555"/>
                </ns0:lnTo>
                <ns0:lnTo>
                  <ns0:pt x="973029" y="547636"/>
                </ns0:lnTo>
                <ns0:lnTo>
                  <ns0:pt x="974057" y="547833"/>
                </ns0:lnTo>
                <ns0:lnTo>
                  <ns0:pt x="975086" y="547888"/>
                </ns0:lnTo>
                <ns0:lnTo>
                  <ns0:pt x="976114" y="547911"/>
                </ns0:lnTo>
                <ns0:lnTo>
                  <ns0:pt x="977143" y="548057"/>
                </ns0:lnTo>
                <ns0:lnTo>
                  <ns0:pt x="978171" y="548010"/>
                </ns0:lnTo>
                <ns0:lnTo>
                  <ns0:pt x="979200" y="547467"/>
                </ns0:lnTo>
                <ns0:lnTo>
                  <ns0:pt x="980229" y="546382"/>
                </ns0:lnTo>
                <ns0:lnTo>
                  <ns0:pt x="981257" y="544998"/>
                </ns0:lnTo>
                <ns0:lnTo>
                  <ns0:pt x="982286" y="543697"/>
                </ns0:lnTo>
                <ns0:lnTo>
                  <ns0:pt x="983314" y="542764"/>
                </ns0:lnTo>
                <ns0:lnTo>
                  <ns0:pt x="984343" y="542270"/>
                </ns0:lnTo>
                <ns0:lnTo>
                  <ns0:pt x="985371" y="542136"/>
                </ns0:lnTo>
                <ns0:lnTo>
                  <ns0:pt x="986400" y="542186"/>
                </ns0:lnTo>
                <ns0:lnTo>
                  <ns0:pt x="987429" y="542188"/>
                </ns0:lnTo>
                <ns0:lnTo>
                  <ns0:pt x="988457" y="542370"/>
                </ns0:lnTo>
                <ns0:lnTo>
                  <ns0:pt x="989486" y="542864"/>
                </ns0:lnTo>
                <ns0:lnTo>
                  <ns0:pt x="990514" y="543304"/>
                </ns0:lnTo>
                <ns0:lnTo>
                  <ns0:pt x="991543" y="543265"/>
                </ns0:lnTo>
                <ns0:lnTo>
                  <ns0:pt x="992571" y="542634"/>
                </ns0:lnTo>
                <ns0:lnTo>
                  <ns0:pt x="993600" y="541746"/>
                </ns0:lnTo>
                <ns0:lnTo>
                  <ns0:pt x="994629" y="541010"/>
                </ns0:lnTo>
                <ns0:lnTo>
                  <ns0:pt x="995657" y="540607"/>
                </ns0:lnTo>
                <ns0:lnTo>
                  <ns0:pt x="996686" y="540471"/>
                </ns0:lnTo>
                <ns0:lnTo>
                  <ns0:pt x="997714" y="540462"/>
                </ns0:lnTo>
                <ns0:lnTo>
                  <ns0:pt x="998743" y="540457"/>
                </ns0:lnTo>
                <ns0:lnTo>
                  <ns0:pt x="999771" y="540364"/>
                </ns0:lnTo>
                <ns0:lnTo>
                  <ns0:pt x="1000800" y="540456"/>
                </ns0:lnTo>
                <ns0:lnTo>
                  <ns0:pt x="1001829" y="541166"/>
                </ns0:lnTo>
                <ns0:lnTo>
                  <ns0:pt x="1002857" y="542319"/>
                </ns0:lnTo>
                <ns0:lnTo>
                  <ns0:pt x="1003886" y="543462"/>
                </ns0:lnTo>
                <ns0:lnTo>
                  <ns0:pt x="1004914" y="544248"/>
                </ns0:lnTo>
                <ns0:lnTo>
                  <ns0:pt x="1005943" y="544589"/>
                </ns0:lnTo>
                <ns0:lnTo>
                  <ns0:pt x="1006971" y="544661"/>
                </ns0:lnTo>
                <ns0:lnTo>
                  <ns0:pt x="1008000" y="544636"/>
                </ns0:lnTo>
                <ns0:lnTo>
                  <ns0:pt x="1009029" y="544607"/>
                </ns0:lnTo>
                <ns0:lnTo>
                  <ns0:pt x="1010057" y="544606"/>
                </ns0:lnTo>
                <ns0:lnTo>
                  <ns0:pt x="1011086" y="544587"/>
                </ns0:lnTo>
                <ns0:lnTo>
                  <ns0:pt x="1012114" y="544511"/>
                </ns0:lnTo>
                <ns0:lnTo>
                  <ns0:pt x="1013143" y="544496"/>
                </ns0:lnTo>
                <ns0:lnTo>
                  <ns0:pt x="1014171" y="544711"/>
                </ns0:lnTo>
                <ns0:lnTo>
                  <ns0:pt x="1015200" y="544990"/>
                </ns0:lnTo>
                <ns0:lnTo>
                  <ns0:pt x="1016229" y="545176"/>
                </ns0:lnTo>
                <ns0:lnTo>
                  <ns0:pt x="1017257" y="544187"/>
                </ns0:lnTo>
                <ns0:lnTo>
                  <ns0:pt x="1018286" y="543208"/>
                </ns0:lnTo>
                <ns0:lnTo>
                  <ns0:pt x="1019314" y="542614"/>
                </ns0:lnTo>
                <ns0:lnTo>
                  <ns0:pt x="1020343" y="542570"/>
                </ns0:lnTo>
                <ns0:lnTo>
                  <ns0:pt x="1021371" y="543027"/>
                </ns0:lnTo>
                <ns0:lnTo>
                  <ns0:pt x="1022400" y="543806"/>
                </ns0:lnTo>
                <ns0:lnTo>
                  <ns0:pt x="1023429" y="544691"/>
                </ns0:lnTo>
                <ns0:lnTo>
                  <ns0:pt x="1024457" y="545508"/>
                </ns0:lnTo>
                <ns0:lnTo>
                  <ns0:pt x="1025486" y="546339"/>
                </ns0:lnTo>
                <ns0:lnTo>
                  <ns0:pt x="1026514" y="547293"/>
                </ns0:lnTo>
                <ns0:lnTo>
                  <ns0:pt x="1027543" y="547564"/>
                </ns0:lnTo>
                <ns0:lnTo>
                  <ns0:pt x="1028571" y="546491"/>
                </ns0:lnTo>
                <ns0:lnTo>
                  <ns0:pt x="1029600" y="540444"/>
                </ns0:lnTo>
                <ns0:lnTo>
                  <ns0:pt x="1030629" y="540338"/>
                </ns0:lnTo>
                <ns0:lnTo>
                  <ns0:pt x="1031657" y="539733"/>
                </ns0:lnTo>
                <ns0:lnTo>
                  <ns0:pt x="1032686" y="538908"/>
                </ns0:lnTo>
                <ns0:lnTo>
                  <ns0:pt x="1033714" y="538293"/>
                </ns0:lnTo>
                <ns0:lnTo>
                  <ns0:pt x="1034743" y="538085"/>
                </ns0:lnTo>
                <ns0:lnTo>
                  <ns0:pt x="1035771" y="538134"/>
                </ns0:lnTo>
                <ns0:lnTo>
                  <ns0:pt x="1036800" y="538098"/>
                </ns0:lnTo>
                <ns0:lnTo>
                  <ns0:pt x="1037829" y="537509"/>
                </ns0:lnTo>
                <ns0:lnTo>
                  <ns0:pt x="1038857" y="536551"/>
                </ns0:lnTo>
                <ns0:lnTo>
                  <ns0:pt x="1039886" y="535703"/>
                </ns0:lnTo>
                <ns0:lnTo>
                  <ns0:pt x="1040914" y="535081"/>
                </ns0:lnTo>
                <ns0:lnTo>
                  <ns0:pt x="1041943" y="534531"/>
                </ns0:lnTo>
                <ns0:lnTo>
                  <ns0:pt x="1042971" y="531595"/>
                </ns0:lnTo>
                <ns0:lnTo>
                  <ns0:pt x="1044000" y="528536"/>
                </ns0:lnTo>
                <ns0:lnTo>
                  <ns0:pt x="1045029" y="525927"/>
                </ns0:lnTo>
                <ns0:lnTo>
                  <ns0:pt x="1046057" y="524213"/>
                </ns0:lnTo>
                <ns0:lnTo>
                  <ns0:pt x="1047086" y="523459"/>
                </ns0:lnTo>
                <ns0:lnTo>
                  <ns0:pt x="1048114" y="523399"/>
                </ns0:lnTo>
                <ns0:lnTo>
                  <ns0:pt x="1049143" y="523640"/>
                </ns0:lnTo>
                <ns0:lnTo>
                  <ns0:pt x="1050171" y="523703"/>
                </ns0:lnTo>
                <ns0:lnTo>
                  <ns0:pt x="1051200" y="522969"/>
                </ns0:lnTo>
                <ns0:lnTo>
                  <ns0:pt x="1052229" y="520903"/>
                </ns0:lnTo>
                <ns0:lnTo>
                  <ns0:pt x="1053257" y="517679"/>
                </ns0:lnTo>
                <ns0:lnTo>
                  <ns0:pt x="1054286" y="513609"/>
                </ns0:lnTo>
                <ns0:lnTo>
                  <ns0:pt x="1055314" y="509027"/>
                </ns0:lnTo>
                <ns0:lnTo>
                  <ns0:pt x="1056343" y="504345"/>
                </ns0:lnTo>
                <ns0:lnTo>
                  <ns0:pt x="1057371" y="500049"/>
                </ns0:lnTo>
                <ns0:lnTo>
                  <ns0:pt x="1058400" y="496627"/>
                </ns0:lnTo>
                <ns0:lnTo>
                  <ns0:pt x="1059429" y="494310"/>
                </ns0:lnTo>
                <ns0:lnTo>
                  <ns0:pt x="1060457" y="493020"/>
                </ns0:lnTo>
                <ns0:lnTo>
                  <ns0:pt x="1061486" y="492411"/>
                </ns0:lnTo>
                <ns0:lnTo>
                  <ns0:pt x="1062514" y="491956"/>
                </ns0:lnTo>
                <ns0:lnTo>
                  <ns0:pt x="1063543" y="490650"/>
                </ns0:lnTo>
                <ns0:lnTo>
                  <ns0:pt x="1064571" y="487600"/>
                </ns0:lnTo>
                <ns0:lnTo>
                  <ns0:pt x="1065600" y="482734"/>
                </ns0:lnTo>
                <ns0:lnTo>
                  <ns0:pt x="1066629" y="476616"/>
                </ns0:lnTo>
                <ns0:lnTo>
                  <ns0:pt x="1067657" y="469883"/>
                </ns0:lnTo>
                <ns0:lnTo>
                  <ns0:pt x="1068686" y="463089"/>
                </ns0:lnTo>
                <ns0:lnTo>
                  <ns0:pt x="1069714" y="456749"/>
                </ns0:lnTo>
                <ns0:lnTo>
                  <ns0:pt x="1070743" y="451236"/>
                </ns0:lnTo>
                <ns0:lnTo>
                  <ns0:pt x="1071771" y="446788"/>
                </ns0:lnTo>
                <ns0:lnTo>
                  <ns0:pt x="1072800" y="443483"/>
                </ns0:lnTo>
                <ns0:lnTo>
                  <ns0:pt x="1073829" y="441208"/>
                </ns0:lnTo>
                <ns0:lnTo>
                  <ns0:pt x="1074857" y="439690"/>
                </ns0:lnTo>
                <ns0:lnTo>
                  <ns0:pt x="1075886" y="438431"/>
                </ns0:lnTo>
                <ns0:lnTo>
                  <ns0:pt x="1076914" y="436682"/>
                </ns0:lnTo>
                <ns0:lnTo>
                  <ns0:pt x="1077943" y="433408"/>
                </ns0:lnTo>
                <ns0:lnTo>
                  <ns0:pt x="1078971" y="428491"/>
                </ns0:lnTo>
                <ns0:lnTo>
                  <ns0:pt x="1080000" y="422676"/>
                </ns0:lnTo>
                <ns0:lnTo>
                  <ns0:pt x="1081029" y="416730"/>
                </ns0:lnTo>
                <ns0:lnTo>
                  <ns0:pt x="1082057" y="411171"/>
                </ns0:lnTo>
                <ns0:lnTo>
                  <ns0:pt x="1083086" y="406338"/>
                </ns0:lnTo>
                <ns0:lnTo>
                  <ns0:pt x="1084114" y="402391"/>
                </ns0:lnTo>
                <ns0:lnTo>
                  <ns0:pt x="1085143" y="399474"/>
                </ns0:lnTo>
                <ns0:lnTo>
                  <ns0:pt x="1086171" y="397675"/>
                </ns0:lnTo>
                <ns0:lnTo>
                  <ns0:pt x="1087200" y="396889"/>
                </ns0:lnTo>
                <ns0:lnTo>
                  <ns0:pt x="1088229" y="396818"/>
                </ns0:lnTo>
                <ns0:lnTo>
                  <ns0:pt x="1089257" y="396949"/>
                </ns0:lnTo>
                <ns0:lnTo>
                  <ns0:pt x="1090286" y="396554"/>
                </ns0:lnTo>
                <ns0:lnTo>
                  <ns0:pt x="1091314" y="394660"/>
                </ns0:lnTo>
                <ns0:lnTo>
                  <ns0:pt x="1092343" y="391172"/>
                </ns0:lnTo>
                <ns0:lnTo>
                  <ns0:pt x="1093371" y="386948"/>
                </ns0:lnTo>
                <ns0:lnTo>
                  <ns0:pt x="1094400" y="382741"/>
                </ns0:lnTo>
                <ns0:lnTo>
                  <ns0:pt x="1095429" y="379106"/>
                </ns0:lnTo>
                <ns0:lnTo>
                  <ns0:pt x="1096457" y="376156"/>
                </ns0:lnTo>
                <ns0:lnTo>
                  <ns0:pt x="1097486" y="373839"/>
                </ns0:lnTo>
                <ns0:lnTo>
                  <ns0:pt x="1098514" y="372153"/>
                </ns0:lnTo>
                <ns0:lnTo>
                  <ns0:pt x="1099543" y="371129"/>
                </ns0:lnTo>
                <ns0:lnTo>
                  <ns0:pt x="1100571" y="370756"/>
                </ns0:lnTo>
                <ns0:lnTo>
                  <ns0:pt x="1101600" y="370897"/>
                </ns0:lnTo>
                <ns0:lnTo>
                  <ns0:pt x="1102629" y="371278"/>
                </ns0:lnTo>
                <ns0:lnTo>
                  <ns0:pt x="1103657" y="371331"/>
                </ns0:lnTo>
                <ns0:lnTo>
                  <ns0:pt x="1104686" y="369996"/>
                </ns0:lnTo>
                <ns0:lnTo>
                  <ns0:pt x="1105714" y="366917"/>
                </ns0:lnTo>
                <ns0:lnTo>
                  <ns0:pt x="1106743" y="362579"/>
                </ns0:lnTo>
                <ns0:lnTo>
                  <ns0:pt x="1107771" y="357763"/>
                </ns0:lnTo>
                <ns0:lnTo>
                  <ns0:pt x="1108800" y="353259"/>
                </ns0:lnTo>
                <ns0:lnTo>
                  <ns0:pt x="1109829" y="349556"/>
                </ns0:lnTo>
                <ns0:lnTo>
                  <ns0:pt x="1110857" y="346836"/>
                </ns0:lnTo>
                <ns0:lnTo>
                  <ns0:pt x="1111886" y="345039"/>
                </ns0:lnTo>
                <ns0:lnTo>
                  <ns0:pt x="1112914" y="344079"/>
                </ns0:lnTo>
                <ns0:lnTo>
                  <ns0:pt x="1113943" y="343831"/>
                </ns0:lnTo>
                <ns0:lnTo>
                  <ns0:pt x="1114971" y="344095"/>
                </ns0:lnTo>
                <ns0:lnTo>
                  <ns0:pt x="1116000" y="344527"/>
                </ns0:lnTo>
                <ns0:lnTo>
                  <ns0:pt x="1117029" y="344542"/>
                </ns0:lnTo>
                <ns0:lnTo>
                  <ns0:pt x="1118057" y="343235"/>
                </ns0:lnTo>
                <ns0:lnTo>
                  <ns0:pt x="1119086" y="340691"/>
                </ns0:lnTo>
                <ns0:lnTo>
                  <ns0:pt x="1120114" y="337523"/>
                </ns0:lnTo>
                <ns0:lnTo>
                  <ns0:pt x="1121143" y="334325"/>
                </ns0:lnTo>
                <ns0:lnTo>
                  <ns0:pt x="1122171" y="331507"/>
                </ns0:lnTo>
                <ns0:lnTo>
                  <ns0:pt x="1123200" y="329235"/>
                </ns0:lnTo>
                <ns0:lnTo>
                  <ns0:pt x="1124229" y="327522"/>
                </ns0:lnTo>
                <ns0:lnTo>
                  <ns0:pt x="1125257" y="326367"/>
                </ns0:lnTo>
                <ns0:lnTo>
                  <ns0:pt x="1126286" y="325738"/>
                </ns0:lnTo>
                <ns0:lnTo>
                  <ns0:pt x="1127314" y="325577"/>
                </ns0:lnTo>
                <ns0:lnTo>
                  <ns0:pt x="1128343" y="325771"/>
                </ns0:lnTo>
                <ns0:lnTo>
                  <ns0:pt x="1129371" y="326083"/>
                </ns0:lnTo>
                <ns0:lnTo>
                  <ns0:pt x="1130400" y="326115"/>
                </ns0:lnTo>
                <ns0:lnTo>
                  <ns0:pt x="1131429" y="325243"/>
                </ns0:lnTo>
                <ns0:lnTo>
                  <ns0:pt x="1132457" y="323779"/>
                </ns0:lnTo>
                <ns0:lnTo>
                  <ns0:pt x="1133486" y="322337"/>
                </ns0:lnTo>
                <ns0:lnTo>
                  <ns0:pt x="1134514" y="321377"/>
                </ns0:lnTo>
                <ns0:lnTo>
                  <ns0:pt x="1135543" y="321095"/>
                </ns0:lnTo>
                <ns0:lnTo>
                  <ns0:pt x="1136571" y="321282"/>
                </ns0:lnTo>
                <ns0:lnTo>
                  <ns0:pt x="1137600" y="321651"/>
                </ns0:lnTo>
                <ns0:lnTo>
                  <ns0:pt x="1138629" y="321993"/>
                </ns0:lnTo>
                <ns0:lnTo>
                  <ns0:pt x="1139657" y="322208"/>
                </ns0:lnTo>
                <ns0:lnTo>
                  <ns0:pt x="1140686" y="322258"/>
                </ns0:lnTo>
                <ns0:lnTo>
                  <ns0:pt x="1141714" y="322210"/>
                </ns0:lnTo>
                <ns0:lnTo>
                  <ns0:pt x="1142743" y="322286"/>
                </ns0:lnTo>
                <ns0:lnTo>
                  <ns0:pt x="1143771" y="322300"/>
                </ns0:lnTo>
                <ns0:lnTo>
                  <ns0:pt x="1144800" y="321438"/>
                </ns0:lnTo>
                <ns0:lnTo>
                  <ns0:pt x="1145829" y="319860"/>
                </ns0:lnTo>
                <ns0:lnTo>
                  <ns0:pt x="1146857" y="318428"/>
                </ns0:lnTo>
                <ns0:lnTo>
                  <ns0:pt x="1147886" y="317875"/>
                </ns0:lnTo>
                <ns0:lnTo>
                  <ns0:pt x="1148914" y="318258"/>
                </ns0:lnTo>
                <ns0:lnTo>
                  <ns0:pt x="1149943" y="319115"/>
                </ns0:lnTo>
                <ns0:lnTo>
                  <ns0:pt x="1150971" y="319918"/>
                </ns0:lnTo>
                <ns0:lnTo>
                  <ns0:pt x="1152000" y="320435"/>
                </ns0:lnTo>
                <ns0:lnTo>
                  <ns0:pt x="1153029" y="320632"/>
                </ns0:lnTo>
                <ns0:lnTo>
                  <ns0:pt x="1154057" y="320580"/>
                </ns0:lnTo>
                <ns0:lnTo>
                  <ns0:pt x="1155086" y="320473"/>
                </ns0:lnTo>
                <ns0:lnTo>
                  <ns0:pt x="1156114" y="320578"/>
                </ns0:lnTo>
                <ns0:lnTo>
                  <ns0:pt x="1157143" y="320776"/>
                </ns0:lnTo>
                <ns0:lnTo>
                  <ns0:pt x="1158171" y="320198"/>
                </ns0:lnTo>
                <ns0:lnTo>
                  <ns0:pt x="1159200" y="318942"/>
                </ns0:lnTo>
                <ns0:lnTo>
                  <ns0:pt x="1160229" y="317846"/>
                </ns0:lnTo>
                <ns0:lnTo>
                  <ns0:pt x="1161257" y="317473"/>
                </ns0:lnTo>
                <ns0:lnTo>
                  <ns0:pt x="1162286" y="317798"/>
                </ns0:lnTo>
                <ns0:lnTo>
                  <ns0:pt x="1163314" y="318354"/>
                </ns0:lnTo>
                <ns0:lnTo>
                  <ns0:pt x="1164343" y="318756"/>
                </ns0:lnTo>
                <ns0:lnTo>
                  <ns0:pt x="1165371" y="318926"/>
                </ns0:lnTo>
                <ns0:lnTo>
                  <ns0:pt x="1166400" y="318949"/>
                </ns0:lnTo>
                <ns0:lnTo>
                  <ns0:pt x="1167429" y="318947"/>
                </ns0:lnTo>
                <ns0:lnTo>
                  <ns0:pt x="1168457" y="319015"/>
                </ns0:lnTo>
                <ns0:lnTo>
                  <ns0:pt x="1169486" y="319225"/>
                </ns0:lnTo>
                <ns0:lnTo>
                  <ns0:pt x="1170514" y="319299"/>
                </ns0:lnTo>
                <ns0:lnTo>
                  <ns0:pt x="1171543" y="318490"/>
                </ns0:lnTo>
                <ns0:lnTo>
                  <ns0:pt x="1172571" y="316975"/>
                </ns0:lnTo>
                <ns0:lnTo>
                  <ns0:pt x="1173600" y="315459"/>
                </ns0:lnTo>
                <ns0:lnTo>
                  <ns0:pt x="1174629" y="314601"/>
                </ns0:lnTo>
                <ns0:lnTo>
                  <ns0:pt x="1175657" y="314529"/>
                </ns0:lnTo>
                <ns0:lnTo>
                  <ns0:pt x="1176686" y="314936"/>
                </ns0:lnTo>
                <ns0:lnTo>
                  <ns0:pt x="1177714" y="315411"/>
                </ns0:lnTo>
                <ns0:lnTo>
                  <ns0:pt x="1178743" y="315754"/>
                </ns0:lnTo>
                <ns0:lnTo>
                  <ns0:pt x="1179771" y="315912"/>
                </ns0:lnTo>
                <ns0:lnTo>
                  <ns0:pt x="1180800" y="315921"/>
                </ns0:lnTo>
                <ns0:lnTo>
                  <ns0:pt x="1181829" y="315886"/>
                </ns0:lnTo>
                <ns0:lnTo>
                  <ns0:pt x="1182857" y="315961"/>
                </ns0:lnTo>
                <ns0:lnTo>
                  <ns0:pt x="1183886" y="316034"/>
                </ns0:lnTo>
                <ns0:lnTo>
                  <ns0:pt x="1184914" y="315419"/>
                </ns0:lnTo>
                <ns0:lnTo>
                  <ns0:pt x="1185943" y="314056"/>
                </ns0:lnTo>
                <ns0:lnTo>
                  <ns0:pt x="1186971" y="312483"/>
                </ns0:lnTo>
                <ns0:lnTo>
                  <ns0:pt x="1188000" y="311490"/>
                </ns0:lnTo>
                <ns0:lnTo>
                  <ns0:pt x="1189029" y="311381"/>
                </ns0:lnTo>
                <ns0:lnTo>
                  <ns0:pt x="1190057" y="311878"/>
                </ns0:lnTo>
                <ns0:lnTo>
                  <ns0:pt x="1191086" y="312491"/>
                </ns0:lnTo>
                <ns0:lnTo>
                  <ns0:pt x="1192114" y="312928"/>
                </ns0:lnTo>
                <ns0:lnTo>
                  <ns0:pt x="1193143" y="313115"/>
                </ns0:lnTo>
                <ns0:lnTo>
                  <ns0:pt x="1194171" y="313088"/>
                </ns0:lnTo>
                <ns0:lnTo>
                  <ns0:pt x="1195200" y="313008"/>
                </ns0:lnTo>
                <ns0:lnTo>
                  <ns0:pt x="1196229" y="313076"/>
                </ns0:lnTo>
                <ns0:lnTo>
                  <ns0:pt x="1197257" y="313141"/>
                </ns0:lnTo>
                <ns0:lnTo>
                  <ns0:pt x="1198286" y="312420"/>
                </ns0:lnTo>
                <ns0:lnTo>
                  <ns0:pt x="1199314" y="311092"/>
                </ns0:lnTo>
                <ns0:lnTo>
                  <ns0:pt x="1200343" y="309808"/>
                </ns0:lnTo>
                <ns0:lnTo>
                  <ns0:pt x="1201371" y="309192"/>
                </ns0:lnTo>
                <ns0:lnTo>
                  <ns0:pt x="1202400" y="309303"/>
                </ns0:lnTo>
                <ns0:lnTo>
                  <ns0:pt x="1203429" y="309836"/>
                </ns0:lnTo>
                <ns0:lnTo>
                  <ns0:pt x="1204457" y="310383"/>
                </ns0:lnTo>
                <ns0:lnTo>
                  <ns0:pt x="1205486" y="310761"/>
                </ns0:lnTo>
                <ns0:lnTo>
                  <ns0:pt x="1206514" y="310923"/>
                </ns0:lnTo>
                <ns0:lnTo>
                  <ns0:pt x="1207543" y="310913"/>
                </ns0:lnTo>
                <ns0:lnTo>
                  <ns0:pt x="1208571" y="310870"/>
                </ns0:lnTo>
                <ns0:lnTo>
                  <ns0:pt x="1209600" y="310975"/>
                </ns0:lnTo>
                <ns0:lnTo>
                  <ns0:pt x="1210629" y="311050"/>
                </ns0:lnTo>
                <ns0:lnTo>
                  <ns0:pt x="1211657" y="310376"/>
                </ns0:lnTo>
                <ns0:lnTo>
                  <ns0:pt x="1212686" y="309183"/>
                </ns0:lnTo>
                <ns0:lnTo>
                  <ns0:pt x="1213714" y="308080"/>
                </ns0:lnTo>
                <ns0:lnTo>
                  <ns0:pt x="1214743" y="307777"/>
                </ns0:lnTo>
                <ns0:lnTo>
                  <ns0:pt x="1215771" y="308360"/>
                </ns0:lnTo>
                <ns0:lnTo>
                  <ns0:pt x="1216800" y="309382"/>
                </ns0:lnTo>
                <ns0:lnTo>
                  <ns0:pt x="1217829" y="310358"/>
                </ns0:lnTo>
                <ns0:lnTo>
                  <ns0:pt x="1218857" y="311020"/>
                </ns0:lnTo>
                <ns0:lnTo>
                  <ns0:pt x="1219886" y="311321"/>
                </ns0:lnTo>
                <ns0:lnTo>
                  <ns0:pt x="1220914" y="311315"/>
                </ns0:lnTo>
                <ns0:lnTo>
                  <ns0:pt x="1221943" y="311217"/>
                </ns0:lnTo>
                <ns0:lnTo>
                  <ns0:pt x="1222971" y="311262"/>
                </ns0:lnTo>
                <ns0:lnTo>
                  <ns0:pt x="1224000" y="311317"/>
                </ns0:lnTo>
                <ns0:lnTo>
                  <ns0:pt x="1225029" y="310563"/>
                </ns0:lnTo>
                <ns0:lnTo>
                  <ns0:pt x="1226057" y="309046"/>
                </ns0:lnTo>
                <ns0:lnTo>
                  <ns0:pt x="1227086" y="307432"/>
                </ns0:lnTo>
                <ns0:lnTo>
                  <ns0:pt x="1228114" y="306459"/>
                </ns0:lnTo>
                <ns0:lnTo>
                  <ns0:pt x="1229143" y="306291"/>
                </ns0:lnTo>
                <ns0:lnTo>
                  <ns0:pt x="1230171" y="306645"/>
                </ns0:lnTo>
                <ns0:lnTo>
                  <ns0:pt x="1231200" y="307094"/>
                </ns0:lnTo>
                <ns0:lnTo>
                  <ns0:pt x="1232229" y="307403"/>
                </ns0:lnTo>
                <ns0:lnTo>
                  <ns0:pt x="1233257" y="307520"/>
                </ns0:lnTo>
                <ns0:lnTo>
                  <ns0:pt x="1234286" y="307493"/>
                </ns0:lnTo>
                <ns0:lnTo>
                  <ns0:pt x="1235314" y="307463"/>
                </ns0:lnTo>
                <ns0:lnTo>
                  <ns0:pt x="1236343" y="307575"/>
                </ns0:lnTo>
                <ns0:lnTo>
                  <ns0:pt x="1237371" y="307649"/>
                </ns0:lnTo>
                <ns0:lnTo>
                  <ns0:pt x="1238400" y="306960"/>
                </ns0:lnTo>
                <ns0:lnTo>
                  <ns0:pt x="1239429" y="305663"/>
                </ns0:lnTo>
                <ns0:lnTo>
                  <ns0:pt x="1240457" y="304211"/>
                </ns0:lnTo>
                <ns0:lnTo>
                  <ns0:pt x="1241486" y="303241"/>
                </ns0:lnTo>
                <ns0:lnTo>
                  <ns0:pt x="1242514" y="302998"/>
                </ns0:lnTo>
                <ns0:lnTo>
                  <ns0:pt x="1243543" y="303246"/>
                </ns0:lnTo>
                <ns0:lnTo>
                  <ns0:pt x="1244571" y="303642"/>
                </ns0:lnTo>
                <ns0:lnTo>
                  <ns0:pt x="1245600" y="303965"/>
                </ns0:lnTo>
                <ns0:lnTo>
                  <ns0:pt x="1246629" y="304133"/>
                </ns0:lnTo>
                <ns0:lnTo>
                  <ns0:pt x="1247657" y="304143"/>
                </ns0:lnTo>
                <ns0:lnTo>
                  <ns0:pt x="1248686" y="304115"/>
                </ns0:lnTo>
                <ns0:lnTo>
                  <ns0:pt x="1249714" y="304186"/>
                </ns0:lnTo>
                <ns0:lnTo>
                  <ns0:pt x="1250743" y="304218"/>
                </ns0:lnTo>
                <ns0:lnTo>
                  <ns0:pt x="1251771" y="303678"/>
                </ns0:lnTo>
                <ns0:lnTo>
                  <ns0:pt x="1252800" y="302711"/>
                </ns0:lnTo>
                <ns0:lnTo>
                  <ns0:pt x="1253829" y="301839"/>
                </ns0:lnTo>
                <ns0:lnTo>
                  <ns0:pt x="1254857" y="301560"/>
                </ns0:lnTo>
                <ns0:lnTo>
                  <ns0:pt x="1255886" y="301874"/>
                </ns0:lnTo>
                <ns0:lnTo>
                  <ns0:pt x="1256914" y="302494"/>
                </ns0:lnTo>
                <ns0:lnTo>
                  <ns0:pt x="1257943" y="303082"/>
                </ns0:lnTo>
                <ns0:lnTo>
                  <ns0:pt x="1258971" y="303464"/>
                </ns0:lnTo>
                <ns0:lnTo>
                  <ns0:pt x="1260000" y="303601"/>
                </ns0:lnTo>
                <ns0:lnTo>
                  <ns0:pt x="1261029" y="303546"/>
                </ns0:lnTo>
                <ns0:lnTo>
                  <ns0:pt x="1262057" y="303487"/>
                </ns0:lnTo>
                <ns0:lnTo>
                  <ns0:pt x="1263086" y="303571"/>
                </ns0:lnTo>
                <ns0:lnTo>
                  <ns0:pt x="1264114" y="303603"/>
                </ns0:lnTo>
                <ns0:lnTo>
                  <ns0:pt x="1265143" y="302848"/>
                </ns0:lnTo>
                <ns0:lnTo>
                  <ns0:pt x="1266171" y="301486"/>
                </ns0:lnTo>
                <ns0:lnTo>
                  <ns0:pt x="1267200" y="300016"/>
                </ns0:lnTo>
                <ns0:lnTo>
                  <ns0:pt x="1268229" y="299030"/>
                </ns0:lnTo>
                <ns0:lnTo>
                  <ns0:pt x="1269257" y="298722"/>
                </ns0:lnTo>
                <ns0:lnTo>
                  <ns0:pt x="1270286" y="298876"/>
                </ns0:lnTo>
                <ns0:lnTo>
                  <ns0:pt x="1271314" y="299162"/>
                </ns0:lnTo>
                <ns0:lnTo>
                  <ns0:pt x="1272343" y="299383"/>
                </ns0:lnTo>
                <ns0:lnTo>
                  <ns0:pt x="1273371" y="299467"/>
                </ns0:lnTo>
                <ns0:lnTo>
                  <ns0:pt x="1274400" y="299453"/>
                </ns0:lnTo>
                <ns0:lnTo>
                  <ns0:pt x="1275429" y="299463"/>
                </ns0:lnTo>
                <ns0:lnTo>
                  <ns0:pt x="1276457" y="299564"/>
                </ns0:lnTo>
                <ns0:lnTo>
                  <ns0:pt x="1277486" y="299510"/>
                </ns0:lnTo>
                <ns0:lnTo>
                  <ns0:pt x="1278514" y="298827"/>
                </ns0:lnTo>
                <ns0:lnTo>
                  <ns0:pt x="1279543" y="297698"/>
                </ns0:lnTo>
                <ns0:lnTo>
                  <ns0:pt x="1280571" y="296579"/>
                </ns0:lnTo>
                <ns0:lnTo>
                  <ns0:pt x="1281600" y="295949"/>
                </ns0:lnTo>
                <ns0:lnTo>
                  <ns0:pt x="1282629" y="295886"/>
                </ns0:lnTo>
                <ns0:lnTo>
                  <ns0:pt x="1283657" y="296187"/>
                </ns0:lnTo>
                <ns0:lnTo>
                  <ns0:pt x="1284686" y="296573"/>
                </ns0:lnTo>
                <ns0:lnTo>
                  <ns0:pt x="1285714" y="296865"/>
                </ns0:lnTo>
                <ns0:lnTo>
                  <ns0:pt x="1286743" y="296981"/>
                </ns0:lnTo>
                <ns0:lnTo>
                  <ns0:pt x="1287771" y="296934"/>
                </ns0:lnTo>
                <ns0:lnTo>
                  <ns0:pt x="1288800" y="296888"/>
                </ns0:lnTo>
                <ns0:lnTo>
                  <ns0:pt x="1289829" y="296893"/>
                </ns0:lnTo>
                <ns0:lnTo>
                  <ns0:pt x="1290857" y="296832"/>
                </ns0:lnTo>
                <ns0:lnTo>
                  <ns0:pt x="1291886" y="296365"/>
                </ns0:lnTo>
                <ns0:lnTo>
                  <ns0:pt x="1292914" y="295840"/>
                </ns0:lnTo>
                <ns0:lnTo>
                  <ns0:pt x="1293943" y="295514"/>
                </ns0:lnTo>
                <ns0:lnTo>
                  <ns0:pt x="1294971" y="295471"/>
                </ns0:lnTo>
                <ns0:lnTo>
                  <ns0:pt x="1296000" y="295536"/>
                </ns0:lnTo>
                <ns0:lnTo>
                  <ns0:pt x="1297029" y="295565"/>
                </ns0:lnTo>
                <ns0:lnTo>
                  <ns0:pt x="1298057" y="295526"/>
                </ns0:lnTo>
                <ns0:lnTo>
                  <ns0:pt x="1299086" y="295482"/>
                </ns0:lnTo>
                <ns0:lnTo>
                  <ns0:pt x="1300114" y="295480"/>
                </ns0:lnTo>
                <ns0:lnTo>
                  <ns0:pt x="1301143" y="295573"/>
                </ns0:lnTo>
                <ns0:lnTo>
                  <ns0:pt x="1302171" y="295795"/>
                </ns0:lnTo>
                <ns0:lnTo>
                  <ns0:pt x="1303200" y="295972"/>
                </ns0:lnTo>
                <ns0:lnTo>
                  <ns0:pt x="1304229" y="295753"/>
                </ns0:lnTo>
                <ns0:lnTo>
                  <ns0:pt x="1305257" y="295086"/>
                </ns0:lnTo>
                <ns0:lnTo>
                  <ns0:pt x="1306286" y="294293"/>
                </ns0:lnTo>
                <ns0:lnTo>
                  <ns0:pt x="1307314" y="293642"/>
                </ns0:lnTo>
                <ns0:lnTo>
                  <ns0:pt x="1308343" y="293166"/>
                </ns0:lnTo>
                <ns0:lnTo>
                  <ns0:pt x="1309371" y="292813"/>
                </ns0:lnTo>
                <ns0:lnTo>
                  <ns0:pt x="1310400" y="292517"/>
                </ns0:lnTo>
                <ns0:lnTo>
                  <ns0:pt x="1311429" y="292269"/>
                </ns0:lnTo>
                <ns0:lnTo>
                  <ns0:pt x="1312457" y="292109"/>
                </ns0:lnTo>
                <ns0:lnTo>
                  <ns0:pt x="1313486" y="292077"/>
                </ns0:lnTo>
                <ns0:lnTo>
                  <ns0:pt x="1314514" y="292184"/>
                </ns0:lnTo>
                <ns0:lnTo>
                  <ns0:pt x="1315543" y="292346"/>
                </ns0:lnTo>
                <ns0:lnTo>
                  <ns0:pt x="1316571" y="292382"/>
                </ns0:lnTo>
                <ns0:lnTo>
                  <ns0:pt x="1317600" y="291869"/>
                </ns0:lnTo>
                <ns0:lnTo>
                  <ns0:pt x="1318629" y="290798"/>
                </ns0:lnTo>
                <ns0:lnTo>
                  <ns0:pt x="1319657" y="289556"/>
                </ns0:lnTo>
                <ns0:lnTo>
                  <ns0:pt x="1320686" y="288654"/>
                </ns0:lnTo>
                <ns0:lnTo>
                  <ns0:pt x="1321714" y="288351"/>
                </ns0:lnTo>
                <ns0:lnTo>
                  <ns0:pt x="1322743" y="288548"/>
                </ns0:lnTo>
                <ns0:lnTo>
                  <ns0:pt x="1323771" y="288939"/>
                </ns0:lnTo>
                <ns0:lnTo>
                  <ns0:pt x="1324800" y="289285"/>
                </ns0:lnTo>
                <ns0:lnTo>
                  <ns0:pt x="1325829" y="289463"/>
                </ns0:lnTo>
                <ns0:lnTo>
                  <ns0:pt x="1326857" y="289461"/>
                </ns0:lnTo>
                <ns0:lnTo>
                  <ns0:pt x="1327886" y="289378"/>
                </ns0:lnTo>
                <ns0:lnTo>
                  <ns0:pt x="1328914" y="289374"/>
                </ns0:lnTo>
                <ns0:lnTo>
                  <ns0:pt x="1329943" y="289370"/>
                </ns0:lnTo>
                <ns0:lnTo>
                  <ns0:pt x="1330971" y="288975"/>
                </ns0:lnTo>
                <ns0:lnTo>
                  <ns0:pt x="1332000" y="288275"/>
                </ns0:lnTo>
                <ns0:lnTo>
                  <ns0:pt x="1333029" y="287620"/>
                </ns0:lnTo>
                <ns0:lnTo>
                  <ns0:pt x="1334057" y="287416"/>
                </ns0:lnTo>
                <ns0:lnTo>
                  <ns0:pt x="1335086" y="287681"/>
                </ns0:lnTo>
                <ns0:lnTo>
                  <ns0:pt x="1336114" y="288189"/>
                </ns0:lnTo>
                <ns0:lnTo>
                  <ns0:pt x="1337143" y="288692"/>
                </ns0:lnTo>
                <ns0:lnTo>
                  <ns0:pt x="1338171" y="289037"/>
                </ns0:lnTo>
                <ns0:lnTo>
                  <ns0:pt x="1339200" y="289155"/>
                </ns0:lnTo>
                <ns0:lnTo>
                  <ns0:pt x="1340229" y="289064"/>
                </ns0:lnTo>
                <ns0:lnTo>
                  <ns0:pt x="1341257" y="288952"/>
                </ns0:lnTo>
                <ns0:lnTo>
                  <ns0:pt x="1342286" y="288921"/>
                </ns0:lnTo>
                <ns0:lnTo>
                  <ns0:pt x="1343314" y="288885"/>
                </ns0:lnTo>
                <ns0:lnTo>
                  <ns0:pt x="1344343" y="288726"/>
                </ns0:lnTo>
                <ns0:lnTo>
                  <ns0:pt x="1345371" y="288783"/>
                </ns0:lnTo>
                <ns0:lnTo>
                  <ns0:pt x="1346400" y="289348"/>
                </ns0:lnTo>
                <ns0:lnTo>
                  <ns0:pt x="1347429" y="290521"/>
                </ns0:lnTo>
                <ns0:lnTo>
                  <ns0:pt x="1348457" y="292005"/>
                </ns0:lnTo>
                <ns0:lnTo>
                  <ns0:pt x="1349486" y="293407"/>
                </ns0:lnTo>
                <ns0:lnTo>
                  <ns0:pt x="1350514" y="294494"/>
                </ns0:lnTo>
                <ns0:lnTo>
                  <ns0:pt x="1351543" y="295192"/>
                </ns0:lnTo>
                <ns0:lnTo>
                  <ns0:pt x="1352571" y="295491"/>
                </ns0:lnTo>
                <ns0:lnTo>
                  <ns0:pt x="1353600" y="295438"/>
                </ns0:lnTo>
                <ns0:lnTo>
                  <ns0:pt x="1354629" y="295286"/>
                </ns0:lnTo>
                <ns0:lnTo>
                  <ns0:pt x="1355657" y="295228"/>
                </ns0:lnTo>
                <ns0:lnTo>
                  <ns0:pt x="1356686" y="295181"/>
                </ns0:lnTo>
                <ns0:lnTo>
                  <ns0:pt x="1357714" y="295094"/>
                </ns0:lnTo>
                <ns0:lnTo>
                  <ns0:pt x="1358743" y="295388"/>
                </ns0:lnTo>
                <ns0:lnTo>
                  <ns0:pt x="1359771" y="296270"/>
                </ns0:lnTo>
                <ns0:lnTo>
                  <ns0:pt x="1360800" y="297593"/>
                </ns0:lnTo>
                <ns0:lnTo>
                  <ns0:pt x="1361829" y="298935"/>
                </ns0:lnTo>
                <ns0:lnTo>
                  <ns0:pt x="1362857" y="300007"/>
                </ns0:lnTo>
                <ns0:lnTo>
                  <ns0:pt x="1363886" y="300681"/>
                </ns0:lnTo>
                <ns0:lnTo>
                  <ns0:pt x="1364914" y="300974"/>
                </ns0:lnTo>
                <ns0:lnTo>
                  <ns0:pt x="1365943" y="300956"/>
                </ns0:lnTo>
                <ns0:lnTo>
                  <ns0:pt x="1366971" y="300767"/>
                </ns0:lnTo>
                <ns0:lnTo>
                  <ns0:pt x="1368000" y="300704"/>
                </ns0:lnTo>
                <ns0:lnTo>
                  <ns0:pt x="1369029" y="300848"/>
                </ns0:lnTo>
                <ns0:lnTo>
                  <ns0:pt x="1370057" y="300634"/>
                </ns0:lnTo>
                <ns0:lnTo>
                  <ns0:pt x="1371086" y="299935"/>
                </ns0:lnTo>
                <ns0:lnTo>
                  <ns0:pt x="1372114" y="299266"/>
                </ns0:lnTo>
                <ns0:lnTo>
                  <ns0:pt x="1373143" y="299090"/>
                </ns0:lnTo>
                <ns0:lnTo>
                  <ns0:pt x="1374171" y="299527"/>
                </ns0:lnTo>
                <ns0:lnTo>
                  <ns0:pt x="1375200" y="300289"/>
                </ns0:lnTo>
                <ns0:lnTo>
                  <ns0:pt x="1376229" y="301006"/>
                </ns0:lnTo>
                <ns0:lnTo>
                  <ns0:pt x="1377257" y="301484"/>
                </ns0:lnTo>
                <ns0:lnTo>
                  <ns0:pt x="1378286" y="301709"/>
                </ns0:lnTo>
                <ns0:lnTo>
                  <ns0:pt x="1379314" y="301756"/>
                </ns0:lnTo>
                <ns0:lnTo>
                  <ns0:pt x="1380343" y="301729"/>
                </ns0:lnTo>
                <ns0:lnTo>
                  <ns0:pt x="1381371" y="301776"/>
                </ns0:lnTo>
                <ns0:lnTo>
                  <ns0:pt x="1382400" y="301851"/>
                </ns0:lnTo>
                <ns0:lnTo>
                  <ns0:pt x="1383429" y="301439"/>
                </ns0:lnTo>
                <ns0:lnTo>
                  <ns0:pt x="1384457" y="300551"/>
                </ns0:lnTo>
                <ns0:lnTo>
                  <ns0:pt x="1385486" y="299848"/>
                </ns0:lnTo>
                <ns0:lnTo>
                  <ns0:pt x="1386514" y="299853"/>
                </ns0:lnTo>
                <ns0:lnTo>
                  <ns0:pt x="1387543" y="300572"/>
                </ns0:lnTo>
                <ns0:lnTo>
                  <ns0:pt x="1388571" y="301603"/>
                </ns0:lnTo>
                <ns0:lnTo>
                  <ns0:pt x="1389600" y="302523"/>
                </ns0:lnTo>
                <ns0:lnTo>
                  <ns0:pt x="1390629" y="303134"/>
                </ns0:lnTo>
                <ns0:lnTo>
                  <ns0:pt x="1391657" y="303413"/>
                </ns0:lnTo>
                <ns0:lnTo>
                  <ns0:pt x="1392686" y="303414"/>
                </ns0:lnTo>
                <ns0:lnTo>
                  <ns0:pt x="1393714" y="303264"/>
                </ns0:lnTo>
                <ns0:lnTo>
                  <ns0:pt x="1394743" y="303230"/>
                </ns0:lnTo>
                <ns0:lnTo>
                  <ns0:pt x="1395771" y="303348"/>
                </ns0:lnTo>
                <ns0:lnTo>
                  <ns0:pt x="1396800" y="302962"/>
                </ns0:lnTo>
                <ns0:lnTo>
                  <ns0:pt x="1397829" y="302046"/>
                </ns0:lnTo>
                <ns0:lnTo>
                  <ns0:pt x="1398857" y="301187"/>
                </ns0:lnTo>
                <ns0:lnTo>
                  <ns0:pt x="1399886" y="300924"/>
                </ns0:lnTo>
                <ns0:lnTo>
                  <ns0:pt x="1400914" y="301343"/>
                </ns0:lnTo>
                <ns0:lnTo>
                  <ns0:pt x="1401943" y="302059"/>
                </ns0:lnTo>
                <ns0:lnTo>
                  <ns0:pt x="1402971" y="302694"/>
                </ns0:lnTo>
                <ns0:lnTo>
                  <ns0:pt x="1404000" y="303095"/>
                </ns0:lnTo>
                <ns0:lnTo>
                  <ns0:pt x="1405029" y="303268"/>
                </ns0:lnTo>
                <ns0:lnTo>
                  <ns0:pt x="1406057" y="303264"/>
                </ns0:lnTo>
                <ns0:lnTo>
                  <ns0:pt x="1407086" y="303220"/>
                </ns0:lnTo>
                <ns0:lnTo>
                  <ns0:pt x="1408114" y="303282"/>
                </ns0:lnTo>
                <ns0:lnTo>
                  <ns0:pt x="1409143" y="303346"/>
                </ns0:lnTo>
                <ns0:lnTo>
                  <ns0:pt x="1410171" y="302794"/>
                </ns0:lnTo>
                <ns0:lnTo>
                  <ns0:pt x="1411200" y="301757"/>
                </ns0:lnTo>
                <ns0:lnTo>
                  <ns0:pt x="1412229" y="300839"/>
                </ns0:lnTo>
                <ns0:lnTo>
                  <ns0:pt x="1413257" y="300603"/>
                </ns0:lnTo>
                <ns0:lnTo>
                  <ns0:pt x="1414286" y="301024"/>
                </ns0:lnTo>
                <ns0:lnTo>
                  <ns0:pt x="1415314" y="301790"/>
                </ns0:lnTo>
                <ns0:lnTo>
                  <ns0:pt x="1416343" y="302516"/>
                </ns0:lnTo>
                <ns0:lnTo>
                  <ns0:pt x="1417371" y="303018"/>
                </ns0:lnTo>
                <ns0:lnTo>
                  <ns0:pt x="1418400" y="303257"/>
                </ns0:lnTo>
                <ns0:lnTo>
                  <ns0:pt x="1419429" y="303265"/>
                </ns0:lnTo>
                <ns0:lnTo>
                  <ns0:pt x="1420457" y="303166"/>
                </ns0:lnTo>
                <ns0:lnTo>
                  <ns0:pt x="1421486" y="303172"/>
                </ns0:lnTo>
                <ns0:lnTo>
                  <ns0:pt x="1422514" y="303244"/>
                </ns0:lnTo>
                <ns0:lnTo>
                  <ns0:pt x="1423543" y="302733"/>
                </ns0:lnTo>
                <ns0:lnTo>
                  <ns0:pt x="1424571" y="301694"/>
                </ns0:lnTo>
                <ns0:lnTo>
                  <ns0:pt x="1425600" y="300699"/>
                </ns0:lnTo>
                <ns0:lnTo>
                  <ns0:pt x="1426629" y="300381"/>
                </ns0:lnTo>
                <ns0:lnTo>
                  <ns0:pt x="1427657" y="300908"/>
                </ns0:lnTo>
                <ns0:lnTo>
                  <ns0:pt x="1428686" y="300188"/>
                </ns0:lnTo>
                <ns0:lnTo>
                  <ns0:pt x="1429714" y="300373"/>
                </ns0:lnTo>
                <ns0:lnTo>
                  <ns0:pt x="1430743" y="301253"/>
                </ns0:lnTo>
                <ns0:lnTo>
                  <ns0:pt x="1431771" y="302525"/>
                </ns0:lnTo>
                <ns0:lnTo>
                  <ns0:pt x="1432800" y="303875"/>
                </ns0:lnTo>
                <ns0:lnTo>
                  <ns0:pt x="1433829" y="305121"/>
                </ns0:lnTo>
                <ns0:lnTo>
                  <ns0:pt x="1434857" y="306371"/>
                </ns0:lnTo>
                <ns0:lnTo>
                  <ns0:pt x="1435886" y="307870"/>
                </ns0:lnTo>
                <ns0:lnTo>
                  <ns0:pt x="1436914" y="308740"/>
                </ns0:lnTo>
                <ns0:lnTo>
                  <ns0:pt x="1437943" y="307996"/>
                </ns0:lnTo>
                <ns0:lnTo>
                  <ns0:pt x="1438971" y="305479"/>
                </ns0:lnTo>
                <ns0:lnTo>
                  <ns0:pt x="1440000" y="302047"/>
                </ns0:lnTo>
                <ns0:lnTo>
                  <ns0:pt x="1440000" y="248867"/>
                </ns0:lnTo>
                <ns0:lnTo>
                  <ns0:pt x="1440000" y="248867"/>
                </ns0:lnTo>
                <ns0:lnTo>
                  <ns0:pt x="1438971" y="250757"/>
                </ns0:lnTo>
                <ns0:lnTo>
                  <ns0:pt x="1437943" y="252634"/>
                </ns0:lnTo>
                <ns0:lnTo>
                  <ns0:pt x="1436914" y="254317"/>
                </ns0:lnTo>
                <ns0:lnTo>
                  <ns0:pt x="1435886" y="255070"/>
                </ns0:lnTo>
                <ns0:lnTo>
                  <ns0:pt x="1434857" y="253842"/>
                </ns0:lnTo>
                <ns0:lnTo>
                  <ns0:pt x="1433829" y="250695"/>
                </ns0:lnTo>
                <ns0:lnTo>
                  <ns0:pt x="1432800" y="247705"/>
                </ns0:lnTo>
                <ns0:lnTo>
                  <ns0:pt x="1431771" y="245737"/>
                </ns0:lnTo>
                <ns0:lnTo>
                  <ns0:pt x="1430743" y="245041"/>
                </ns0:lnTo>
                <ns0:lnTo>
                  <ns0:pt x="1429714" y="245327"/>
                </ns0:lnTo>
                <ns0:lnTo>
                  <ns0:pt x="1428686" y="246200"/>
                </ns0:lnTo>
                <ns0:lnTo>
                  <ns0:pt x="1427657" y="247280"/>
                </ns0:lnTo>
                <ns0:lnTo>
                  <ns0:pt x="1426629" y="247362"/>
                </ns0:lnTo>
                <ns0:lnTo>
                  <ns0:pt x="1425600" y="247306"/>
                </ns0:lnTo>
                <ns0:lnTo>
                  <ns0:pt x="1424571" y="247261"/>
                </ns0:lnTo>
                <ns0:lnTo>
                  <ns0:pt x="1423543" y="247638"/>
                </ns0:lnTo>
                <ns0:lnTo>
                  <ns0:pt x="1422514" y="248709"/>
                </ns0:lnTo>
                <ns0:lnTo>
                  <ns0:pt x="1421486" y="249824"/>
                </ns0:lnTo>
                <ns0:lnTo>
                  <ns0:pt x="1420457" y="249851"/>
                </ns0:lnTo>
                <ns0:lnTo>
                  <ns0:pt x="1419429" y="249186"/>
                </ns0:lnTo>
                <ns0:lnTo>
                  <ns0:pt x="1418400" y="248345"/>
                </ns0:lnTo>
                <ns0:lnTo>
                  <ns0:pt x="1417371" y="247606"/>
                </ns0:lnTo>
                <ns0:lnTo>
                  <ns0:pt x="1416343" y="247105"/>
                </ns0:lnTo>
                <ns0:lnTo>
                  <ns0:pt x="1415314" y="246880"/>
                </ns0:lnTo>
                <ns0:lnTo>
                  <ns0:pt x="1414286" y="246886"/>
                </ns0:lnTo>
                <ns0:lnTo>
                  <ns0:pt x="1413257" y="246950"/>
                </ns0:lnTo>
                <ns0:lnTo>
                  <ns0:pt x="1412229" y="246908"/>
                </ns0:lnTo>
                <ns0:lnTo>
                  <ns0:pt x="1411200" y="246848"/>
                </ns0:lnTo>
                <ns0:lnTo>
                  <ns0:pt x="1410171" y="247174"/>
                </ns0:lnTo>
                <ns0:lnTo>
                  <ns0:pt x="1409143" y="248215"/>
                </ns0:lnTo>
                <ns0:lnTo>
                  <ns0:pt x="1408114" y="249508"/>
                </ns0:lnTo>
                <ns0:lnTo>
                  <ns0:pt x="1407086" y="249836"/>
                </ns0:lnTo>
                <ns0:lnTo>
                  <ns0:pt x="1406057" y="249559"/>
                </ns0:lnTo>
                <ns0:lnTo>
                  <ns0:pt x="1405029" y="248991"/>
                </ns0:lnTo>
                <ns0:lnTo>
                  <ns0:pt x="1404000" y="248445"/>
                </ns0:lnTo>
                <ns0:lnTo>
                  <ns0:pt x="1402971" y="248062"/>
                </ns0:lnTo>
                <ns0:lnTo>
                  <ns0:pt x="1401943" y="247888"/>
                </ns0:lnTo>
                <ns0:lnTo>
                  <ns0:pt x="1400914" y="247908"/>
                </ns0:lnTo>
                <ns0:lnTo>
                  <ns0:pt x="1399886" y="247974"/>
                </ns0:lnTo>
                <ns0:lnTo>
                  <ns0:pt x="1398857" y="247933"/>
                </ns0:lnTo>
                <ns0:lnTo>
                  <ns0:pt x="1397829" y="247929"/>
                </ns0:lnTo>
                <ns0:lnTo>
                  <ns0:pt x="1396800" y="248388"/>
                </ns0:lnTo>
                <ns0:lnTo>
                  <ns0:pt x="1395771" y="249606"/>
                </ns0:lnTo>
                <ns0:lnTo>
                  <ns0:pt x="1394743" y="250625"/>
                </ns0:lnTo>
                <ns0:lnTo>
                  <ns0:pt x="1393714" y="250467"/>
                </ns0:lnTo>
                <ns0:lnTo>
                  <ns0:pt x="1392686" y="249571"/>
                </ns0:lnTo>
                <ns0:lnTo>
                  <ns0:pt x="1391657" y="248574"/>
                </ns0:lnTo>
                <ns0:lnTo>
                  <ns0:pt x="1390629" y="247722"/>
                </ns0:lnTo>
                <ns0:lnTo>
                  <ns0:pt x="1389600" y="247135"/>
                </ns0:lnTo>
                <ns0:lnTo>
                  <ns0:pt x="1388571" y="246866"/>
                </ns0:lnTo>
                <ns0:lnTo>
                  <ns0:pt x="1387543" y="246882"/>
                </ns0:lnTo>
                <ns0:lnTo>
                  <ns0:pt x="1386514" y="246990"/>
                </ns0:lnTo>
                <ns0:lnTo>
                  <ns0:pt x="1385486" y="246991"/>
                </ns0:lnTo>
                <ns0:lnTo>
                  <ns0:pt x="1384457" y="246970"/>
                </ns0:lnTo>
                <ns0:lnTo>
                  <ns0:pt x="1383429" y="247353"/>
                </ns0:lnTo>
                <ns0:lnTo>
                  <ns0:pt x="1382400" y="248416"/>
                </ns0:lnTo>
                <ns0:lnTo>
                  <ns0:pt x="1381371" y="249329"/>
                </ns0:lnTo>
                <ns0:lnTo>
                  <ns0:pt x="1380343" y="249619"/>
                </ns0:lnTo>
                <ns0:lnTo>
                  <ns0:pt x="1379314" y="249347"/>
                </ns0:lnTo>
                <ns0:lnTo>
                  <ns0:pt x="1378286" y="248929"/>
                </ns0:lnTo>
                <ns0:lnTo>
                  <ns0:pt x="1377257" y="248514"/>
                </ns0:lnTo>
                <ns0:lnTo>
                  <ns0:pt x="1376229" y="248211"/>
                </ns0:lnTo>
                <ns0:lnTo>
                  <ns0:pt x="1375200" y="248103"/>
                </ns0:lnTo>
                <ns0:lnTo>
                  <ns0:pt x="1374171" y="248165"/>
                </ns0:lnTo>
                <ns0:lnTo>
                  <ns0:pt x="1373143" y="248242"/>
                </ns0:lnTo>
                <ns0:lnTo>
                  <ns0:pt x="1372114" y="248216"/>
                </ns0:lnTo>
                <ns0:lnTo>
                  <ns0:pt x="1371086" y="248247"/>
                </ns0:lnTo>
                <ns0:lnTo>
                  <ns0:pt x="1370057" y="248720"/>
                </ns0:lnTo>
                <ns0:lnTo>
                  <ns0:pt x="1369029" y="249874"/>
                </ns0:lnTo>
                <ns0:lnTo>
                  <ns0:pt x="1368000" y="250673"/>
                </ns0:lnTo>
                <ns0:lnTo>
                  <ns0:pt x="1366971" y="250422"/>
                </ns0:lnTo>
                <ns0:lnTo>
                  <ns0:pt x="1365943" y="249438"/>
                </ns0:lnTo>
                <ns0:lnTo>
                  <ns0:pt x="1364914" y="248350"/>
                </ns0:lnTo>
                <ns0:lnTo>
                  <ns0:pt x="1363886" y="247414"/>
                </ns0:lnTo>
                <ns0:lnTo>
                  <ns0:pt x="1362857" y="246746"/>
                </ns0:lnTo>
                <ns0:lnTo>
                  <ns0:pt x="1361829" y="246406"/>
                </ns0:lnTo>
                <ns0:lnTo>
                  <ns0:pt x="1360800" y="246381"/>
                </ns0:lnTo>
                <ns0:lnTo>
                  <ns0:pt x="1359771" y="246524"/>
                </ns0:lnTo>
                <ns0:lnTo>
                  <ns0:pt x="1358743" y="246609"/>
                </ns0:lnTo>
                <ns0:lnTo>
                  <ns0:pt x="1357714" y="246579"/>
                </ns0:lnTo>
                <ns0:lnTo>
                  <ns0:pt x="1356686" y="246651"/>
                </ns0:lnTo>
                <ns0:lnTo>
                  <ns0:pt x="1355657" y="247035"/>
                </ns0:lnTo>
                <ns0:lnTo>
                  <ns0:pt x="1354629" y="246619"/>
                </ns0:lnTo>
                <ns0:lnTo>
                  <ns0:pt x="1353600" y="245636"/>
                </ns0:lnTo>
                <ns0:lnTo>
                  <ns0:pt x="1352571" y="244212"/>
                </ns0:lnTo>
                <ns0:lnTo>
                  <ns0:pt x="1351543" y="242998"/>
                </ns0:lnTo>
                <ns0:lnTo>
                  <ns0:pt x="1350514" y="242149"/>
                </ns0:lnTo>
                <ns0:lnTo>
                  <ns0:pt x="1349486" y="241716"/>
                </ns0:lnTo>
                <ns0:lnTo>
                  <ns0:pt x="1348457" y="241671"/>
                </ns0:lnTo>
                <ns0:lnTo>
                  <ns0:pt x="1347429" y="241896"/>
                </ns0:lnTo>
                <ns0:lnTo>
                  <ns0:pt x="1346400" y="242152"/>
                </ns0:lnTo>
                <ns0:lnTo>
                  <ns0:pt x="1345371" y="242249"/>
                </ns0:lnTo>
                <ns0:lnTo>
                  <ns0:pt x="1344343" y="242246"/>
                </ns0:lnTo>
                <ns0:lnTo>
                  <ns0:pt x="1343314" y="242378"/>
                </ns0:lnTo>
                <ns0:lnTo>
                  <ns0:pt x="1342286" y="242809"/>
                </ns0:lnTo>
                <ns0:lnTo>
                  <ns0:pt x="1341257" y="242649"/>
                </ns0:lnTo>
                <ns0:lnTo>
                  <ns0:pt x="1340229" y="242107"/>
                </ns0:lnTo>
                <ns0:lnTo>
                  <ns0:pt x="1339200" y="241214"/>
                </ns0:lnTo>
                <ns0:lnTo>
                  <ns0:pt x="1338171" y="240451"/>
                </ns0:lnTo>
                <ns0:lnTo>
                  <ns0:pt x="1337143" y="239955"/>
                </ns0:lnTo>
                <ns0:lnTo>
                  <ns0:pt x="1336114" y="239729"/>
                </ns0:lnTo>
                <ns0:lnTo>
                  <ns0:pt x="1335086" y="239701"/>
                </ns0:lnTo>
                <ns0:lnTo>
                  <ns0:pt x="1334057" y="239733"/>
                </ns0:lnTo>
                <ns0:lnTo>
                  <ns0:pt x="1333029" y="239699"/>
                </ns0:lnTo>
                <ns0:lnTo>
                  <ns0:pt x="1332000" y="239644"/>
                </ns0:lnTo>
                <ns0:lnTo>
                  <ns0:pt x="1330971" y="239804"/>
                </ns0:lnTo>
                <ns0:lnTo>
                  <ns0:pt x="1329943" y="240354"/>
                </ns0:lnTo>
                <ns0:lnTo>
                  <ns0:pt x="1328914" y="241041"/>
                </ns0:lnTo>
                <ns0:lnTo>
                  <ns0:pt x="1327886" y="241015"/>
                </ns0:lnTo>
                <ns0:lnTo>
                  <ns0:pt x="1326857" y="240486"/>
                </ns0:lnTo>
                <ns0:lnTo>
                  <ns0:pt x="1325829" y="239782"/>
                </ns0:lnTo>
                <ns0:lnTo>
                  <ns0:pt x="1324800" y="239248"/>
                </ns0:lnTo>
                <ns0:lnTo>
                  <ns0:pt x="1323771" y="238940"/>
                </ns0:lnTo>
                <ns0:lnTo>
                  <ns0:pt x="1322743" y="238846"/>
                </ns0:lnTo>
                <ns0:lnTo>
                  <ns0:pt x="1321714" y="238856"/>
                </ns0:lnTo>
                <ns0:lnTo>
                  <ns0:pt x="1320686" y="238802"/>
                </ns0:lnTo>
                <ns0:lnTo>
                  <ns0:pt x="1319657" y="238637"/>
                </ns0:lnTo>
                <ns0:lnTo>
                  <ns0:pt x="1318629" y="238566"/>
                </ns0:lnTo>
                <ns0:lnTo>
                  <ns0:pt x="1317600" y="238915"/>
                </ns0:lnTo>
                <ns0:lnTo>
                  <ns0:pt x="1316571" y="239847"/>
                </ns0:lnTo>
                <ns0:lnTo>
                  <ns0:pt x="1315543" y="241223"/>
                </ns0:lnTo>
                <ns0:lnTo>
                  <ns0:pt x="1314514" y="242456"/>
                </ns0:lnTo>
                <ns0:lnTo>
                  <ns0:pt x="1313486" y="243348"/>
                </ns0:lnTo>
                <ns0:lnTo>
                  <ns0:pt x="1312457" y="243981"/>
                </ns0:lnTo>
                <ns0:lnTo>
                  <ns0:pt x="1311429" y="244365"/>
                </ns0:lnTo>
                <ns0:lnTo>
                  <ns0:pt x="1310400" y="244556"/>
                </ns0:lnTo>
                <ns0:lnTo>
                  <ns0:pt x="1309371" y="244618"/>
                </ns0:lnTo>
                <ns0:lnTo>
                  <ns0:pt x="1308343" y="244605"/>
                </ns0:lnTo>
                <ns0:lnTo>
                  <ns0:pt x="1307314" y="244542"/>
                </ns0:lnTo>
                <ns0:lnTo>
                  <ns0:pt x="1306286" y="244473"/>
                </ns0:lnTo>
                <ns0:lnTo>
                  <ns0:pt x="1305257" y="244549"/>
                </ns0:lnTo>
                <ns0:lnTo>
                  <ns0:pt x="1304229" y="245046"/>
                </ns0:lnTo>
                <ns0:lnTo>
                  <ns0:pt x="1303200" y="246183"/>
                </ns0:lnTo>
                <ns0:lnTo>
                  <ns0:pt x="1302171" y="247313"/>
                </ns0:lnTo>
                <ns0:lnTo>
                  <ns0:pt x="1301143" y="248280"/>
                </ns0:lnTo>
                <ns0:lnTo>
                  <ns0:pt x="1300114" y="248799"/>
                </ns0:lnTo>
                <ns0:lnTo>
                  <ns0:pt x="1299086" y="249076"/>
                </ns0:lnTo>
                <ns0:lnTo>
                  <ns0:pt x="1298057" y="249185"/>
                </ns0:lnTo>
                <ns0:lnTo>
                  <ns0:pt x="1297029" y="249213"/>
                </ns0:lnTo>
                <ns0:lnTo>
                  <ns0:pt x="1296000" y="249208"/>
                </ns0:lnTo>
                <ns0:lnTo>
                  <ns0:pt x="1294971" y="249215"/>
                </ns0:lnTo>
                <ns0:lnTo>
                  <ns0:pt x="1293943" y="249207"/>
                </ns0:lnTo>
                <ns0:lnTo>
                  <ns0:pt x="1292914" y="249166"/>
                </ns0:lnTo>
                <ns0:lnTo>
                  <ns0:pt x="1291886" y="249231"/>
                </ns0:lnTo>
                <ns0:lnTo>
                  <ns0:pt x="1290857" y="249699"/>
                </ns0:lnTo>
                <ns0:lnTo>
                  <ns0:pt x="1289829" y="250559"/>
                </ns0:lnTo>
                <ns0:lnTo>
                  <ns0:pt x="1288800" y="250591"/>
                </ns0:lnTo>
                <ns0:lnTo>
                  <ns0:pt x="1287771" y="250344"/>
                </ns0:lnTo>
                <ns0:lnTo>
                  <ns0:pt x="1286743" y="249693"/>
                </ns0:lnTo>
                <ns0:lnTo>
                  <ns0:pt x="1285714" y="249123"/>
                </ns0:lnTo>
                <ns0:lnTo>
                  <ns0:pt x="1284686" y="248759"/>
                </ns0:lnTo>
                <ns0:lnTo>
                  <ns0:pt x="1283657" y="248611"/>
                </ns0:lnTo>
                <ns0:lnTo>
                  <ns0:pt x="1282629" y="248605"/>
                </ns0:lnTo>
                <ns0:lnTo>
                  <ns0:pt x="1281600" y="248596"/>
                </ns0:lnTo>
                <ns0:lnTo>
                  <ns0:pt x="1280571" y="248483"/>
                </ns0:lnTo>
                <ns0:lnTo>
                  <ns0:pt x="1279543" y="248380"/>
                </ns0:lnTo>
                <ns0:lnTo>
                  <ns0:pt x="1278514" y="248617"/>
                </ns0:lnTo>
                <ns0:lnTo>
                  <ns0:pt x="1277486" y="249447"/>
                </ns0:lnTo>
                <ns0:lnTo>
                  <ns0:pt x="1276457" y="250750"/>
                </ns0:lnTo>
                <ns0:lnTo>
                  <ns0:pt x="1275429" y="251350"/>
                </ns0:lnTo>
                <ns0:lnTo>
                  <ns0:pt x="1274400" y="251410"/>
                </ns0:lnTo>
                <ns0:lnTo>
                  <ns0:pt x="1273371" y="251081"/>
                </ns0:lnTo>
                <ns0:lnTo>
                  <ns0:pt x="1272343" y="250749"/>
                </ns0:lnTo>
                <ns0:lnTo>
                  <ns0:pt x="1271314" y="250510"/>
                </ns0:lnTo>
                <ns0:lnTo>
                  <ns0:pt x="1270286" y="250418"/>
                </ns0:lnTo>
                <ns0:lnTo>
                  <ns0:pt x="1269257" y="250418"/>
                </ns0:lnTo>
                <ns0:lnTo>
                  <ns0:pt x="1268229" y="250373"/>
                </ns0:lnTo>
                <ns0:lnTo>
                  <ns0:pt x="1267200" y="250210"/>
                </ns0:lnTo>
                <ns0:lnTo>
                  <ns0:pt x="1266171" y="250137"/>
                </ns0:lnTo>
                <ns0:lnTo>
                  <ns0:pt x="1265143" y="250556"/>
                </ns0:lnTo>
                <ns0:lnTo>
                  <ns0:pt x="1264114" y="251758"/>
                </ns0:lnTo>
                <ns0:lnTo>
                  <ns0:pt x="1263086" y="253445"/>
                </ns0:lnTo>
                <ns0:lnTo>
                  <ns0:pt x="1262057" y="253846"/>
                </ns0:lnTo>
                <ns0:lnTo>
                  <ns0:pt x="1261029" y="253554"/>
                </ns0:lnTo>
                <ns0:lnTo>
                  <ns0:pt x="1260000" y="252840"/>
                </ns0:lnTo>
                <ns0:lnTo>
                  <ns0:pt x="1258971" y="252152"/>
                </ns0:lnTo>
                <ns0:lnTo>
                  <ns0:pt x="1257943" y="251662"/>
                </ns0:lnTo>
                <ns0:lnTo>
                  <ns0:pt x="1256914" y="251423"/>
                </ns0:lnTo>
                <ns0:lnTo>
                  <ns0:pt x="1255886" y="251396"/>
                </ns0:lnTo>
                <ns0:lnTo>
                  <ns0:pt x="1254857" y="251432"/>
                </ns0:lnTo>
                <ns0:lnTo>
                  <ns0:pt x="1253829" y="251392"/>
                </ns0:lnTo>
                <ns0:lnTo>
                  <ns0:pt x="1252800" y="251372"/>
                </ns0:lnTo>
                <ns0:lnTo>
                  <ns0:pt x="1251771" y="251726"/>
                </ns0:lnTo>
                <ns0:lnTo>
                  <ns0:pt x="1250743" y="252736"/>
                </ns0:lnTo>
                <ns0:lnTo>
                  <ns0:pt x="1249714" y="253990"/>
                </ns0:lnTo>
                <ns0:lnTo>
                  <ns0:pt x="1248686" y="254399"/>
                </ns0:lnTo>
                <ns0:lnTo>
                  <ns0:pt x="1247657" y="254201"/>
                </ns0:lnTo>
                <ns0:lnTo>
                  <ns0:pt x="1246629" y="253685"/>
                </ns0:lnTo>
                <ns0:lnTo>
                  <ns0:pt x="1245600" y="253234"/>
                </ns0:lnTo>
                <ns0:lnTo>
                  <ns0:pt x="1244571" y="252973"/>
                </ns0:lnTo>
                <ns0:lnTo>
                  <ns0:pt x="1243543" y="252894"/>
                </ns0:lnTo>
                <ns0:lnTo>
                  <ns0:pt x="1242514" y="252913"/>
                </ns0:lnTo>
                <ns0:lnTo>
                  <ns0:pt x="1241486" y="252865"/>
                </ns0:lnTo>
                <ns0:lnTo>
                  <ns0:pt x="1240457" y="252665"/>
                </ns0:lnTo>
                <ns0:lnTo>
                  <ns0:pt x="1239429" y="252550"/>
                </ns0:lnTo>
                <ns0:lnTo>
                  <ns0:pt x="1238400" y="252937"/>
                </ns0:lnTo>
                <ns0:lnTo>
                  <ns0:pt x="1237371" y="254100"/>
                </ns0:lnTo>
                <ns0:lnTo>
                  <ns0:pt x="1236343" y="255770"/>
                </ns0:lnTo>
                <ns0:lnTo>
                  <ns0:pt x="1235314" y="256302"/>
                </ns0:lnTo>
                <ns0:lnTo>
                  <ns0:pt x="1234286" y="256146"/>
                </ns0:lnTo>
                <ns0:lnTo>
                  <ns0:pt x="1233257" y="255652"/>
                </ns0:lnTo>
                <ns0:lnTo>
                  <ns0:pt x="1232229" y="255138"/>
                </ns0:lnTo>
                <ns0:lnTo>
                  <ns0:pt x="1231200" y="254761"/>
                </ns0:lnTo>
                <ns0:lnTo>
                  <ns0:pt x="1230171" y="254584"/>
                </ns0:lnTo>
                <ns0:lnTo>
                  <ns0:pt x="1229143" y="254567"/>
                </ns0:lnTo>
                <ns0:lnTo>
                  <ns0:pt x="1228114" y="254550"/>
                </ns0:lnTo>
                <ns0:lnTo>
                  <ns0:pt x="1227086" y="254432"/>
                </ns0:lnTo>
                <ns0:lnTo>
                  <ns0:pt x="1226057" y="254446"/>
                </ns0:lnTo>
                <ns0:lnTo>
                  <ns0:pt x="1225029" y="255088"/>
                </ns0:lnTo>
                <ns0:lnTo>
                  <ns0:pt x="1224000" y="256627"/>
                </ns0:lnTo>
                <ns0:lnTo>
                  <ns0:pt x="1222971" y="258240"/>
                </ns0:lnTo>
                <ns0:lnTo>
                  <ns0:pt x="1221943" y="258483"/>
                </ns0:lnTo>
                <ns0:lnTo>
                  <ns0:pt x="1220914" y="257856"/>
                </ns0:lnTo>
                <ns0:lnTo>
                  <ns0:pt x="1219886" y="256839"/>
                </ns0:lnTo>
                <ns0:lnTo>
                  <ns0:pt x="1218857" y="255918"/>
                </ns0:lnTo>
                <ns0:lnTo>
                  <ns0:pt x="1217829" y="255299"/>
                </ns0:lnTo>
                <ns0:lnTo>
                  <ns0:pt x="1216800" y="255033"/>
                </ns0:lnTo>
                <ns0:lnTo>
                  <ns0:pt x="1215771" y="255067"/>
                </ns0:lnTo>
                <ns0:lnTo>
                  <ns0:pt x="1214743" y="255165"/>
                </ns0:lnTo>
                <ns0:lnTo>
                  <ns0:pt x="1213714" y="255110"/>
                </ns0:lnTo>
                <ns0:lnTo>
                  <ns0:pt x="1212686" y="255061"/>
                </ns0:lnTo>
                <ns0:lnTo>
                  <ns0:pt x="1211657" y="255495"/>
                </ns0:lnTo>
                <ns0:lnTo>
                  <ns0:pt x="1210629" y="256792"/>
                </ns0:lnTo>
                <ns0:lnTo>
                  <ns0:pt x="1209600" y="258518"/>
                </ns0:lnTo>
                <ns0:lnTo>
                  <ns0:pt x="1208571" y="259056"/>
                </ns0:lnTo>
                <ns0:lnTo>
                  <ns0:pt x="1207543" y="258797"/>
                </ns0:lnTo>
                <ns0:lnTo>
                  <ns0:pt x="1206514" y="258215"/>
                </ns0:lnTo>
                <ns0:lnTo>
                  <ns0:pt x="1205486" y="257645"/>
                </ns0:lnTo>
                <ns0:lnTo>
                  <ns0:pt x="1204457" y="257246"/>
                </ns0:lnTo>
                <ns0:lnTo>
                  <ns0:pt x="1203429" y="257072"/>
                </ns0:lnTo>
                <ns0:lnTo>
                  <ns0:pt x="1202400" y="257076"/>
                </ns0:lnTo>
                <ns0:lnTo>
                  <ns0:pt x="1201371" y="257093"/>
                </ns0:lnTo>
                <ns0:lnTo>
                  <ns0:pt x="1200343" y="256982"/>
                </ns0:lnTo>
                <ns0:lnTo>
                  <ns0:pt x="1199314" y="256894"/>
                </ns0:lnTo>
                <ns0:lnTo>
                  <ns0:pt x="1198286" y="257293"/>
                </ns0:lnTo>
                <ns0:lnTo>
                  <ns0:pt x="1197257" y="258569"/>
                </ns0:lnTo>
                <ns0:lnTo>
                  <ns0:pt x="1196229" y="260180"/>
                </ns0:lnTo>
                <ns0:lnTo>
                  <ns0:pt x="1195200" y="260512"/>
                </ns0:lnTo>
                <ns0:lnTo>
                  <ns0:pt x="1194171" y="260072"/>
                </ns0:lnTo>
                <ns0:lnTo>
                  <ns0:pt x="1193143" y="259328"/>
                </ns0:lnTo>
                <ns0:lnTo>
                  <ns0:pt x="1192114" y="258651"/>
                </ns0:lnTo>
                <ns0:lnTo>
                  <ns0:pt x="1191086" y="258189"/>
                </ns0:lnTo>
                <ns0:lnTo>
                  <ns0:pt x="1190057" y="258001"/>
                </ns0:lnTo>
                <ns0:lnTo>
                  <ns0:pt x="1189029" y="258010"/>
                </ns0:lnTo>
                <ns0:lnTo>
                  <ns0:pt x="1188000" y="257993"/>
                </ns0:lnTo>
                <ns0:lnTo>
                  <ns0:pt x="1186971" y="257826"/>
                </ns0:lnTo>
                <ns0:lnTo>
                  <ns0:pt x="1185943" y="257780"/>
                </ns0:lnTo>
                <ns0:lnTo>
                  <ns0:pt x="1184914" y="258307"/>
                </ns0:lnTo>
                <ns0:lnTo>
                  <ns0:pt x="1183886" y="259584"/>
                </ns0:lnTo>
                <ns0:lnTo>
                  <ns0:pt x="1182857" y="261038"/>
                </ns0:lnTo>
                <ns0:lnTo>
                  <ns0:pt x="1181829" y="261459"/>
                </ns0:lnTo>
                <ns0:lnTo>
                  <ns0:pt x="1180800" y="261203"/>
                </ns0:lnTo>
                <ns0:lnTo>
                  <ns0:pt x="1179771" y="260718"/>
                </ns0:lnTo>
                <ns0:lnTo>
                  <ns0:pt x="1178743" y="260257"/>
                </ns0:lnTo>
                <ns0:lnTo>
                  <ns0:pt x="1177714" y="259933"/>
                </ns0:lnTo>
                <ns0:lnTo>
                  <ns0:pt x="1176686" y="259798"/>
                </ns0:lnTo>
                <ns0:lnTo>
                  <ns0:pt x="1175657" y="259806"/>
                </ns0:lnTo>
                <ns0:lnTo>
                  <ns0:pt x="1174629" y="259794"/>
                </ns0:lnTo>
                <ns0:lnTo>
                  <ns0:pt x="1173600" y="259649"/>
                </ns0:lnTo>
                <ns0:lnTo>
                  <ns0:pt x="1172571" y="259579"/>
                </ns0:lnTo>
                <ns0:lnTo>
                  <ns0:pt x="1171543" y="260099"/>
                </ns0:lnTo>
                <ns0:lnTo>
                  <ns0:pt x="1170514" y="261596"/>
                </ns0:lnTo>
                <ns0:lnTo>
                  <ns0:pt x="1169486" y="263619"/>
                </ns0:lnTo>
                <ns0:lnTo>
                  <ns0:pt x="1168457" y="264788"/>
                </ns0:lnTo>
                <ns0:lnTo>
                  <ns0:pt x="1167429" y="265251"/>
                </ns0:lnTo>
                <ns0:lnTo>
                  <ns0:pt x="1166400" y="265362"/>
                </ns0:lnTo>
                <ns0:lnTo>
                  <ns0:pt x="1165371" y="265292"/>
                </ns0:lnTo>
                <ns0:lnTo>
                  <ns0:pt x="1164343" y="265128"/>
                </ns0:lnTo>
                <ns0:lnTo>
                  <ns0:pt x="1163314" y="265008"/>
                </ns0:lnTo>
                <ns0:lnTo>
                  <ns0:pt x="1162286" y="265014"/>
                </ns0:lnTo>
                <ns0:lnTo>
                  <ns0:pt x="1161257" y="265060"/>
                </ns0:lnTo>
                <ns0:lnTo>
                  <ns0:pt x="1160229" y="265006"/>
                </ns0:lnTo>
                <ns0:lnTo>
                  <ns0:pt x="1159200" y="265021"/>
                </ns0:lnTo>
                <ns0:lnTo>
                  <ns0:pt x="1158171" y="265669"/>
                </ns0:lnTo>
                <ns0:lnTo>
                  <ns0:pt x="1157143" y="267367"/>
                </ns0:lnTo>
                <ns0:lnTo>
                  <ns0:pt x="1156114" y="269274"/>
                </ns0:lnTo>
                <ns0:lnTo>
                  <ns0:pt x="1155086" y="269710"/>
                </ns0:lnTo>
                <ns0:lnTo>
                  <ns0:pt x="1154057" y="269187"/>
                </ns0:lnTo>
                <ns0:lnTo>
                  <ns0:pt x="1153029" y="268299"/>
                </ns0:lnTo>
                <ns0:lnTo>
                  <ns0:pt x="1152000" y="267479"/>
                </ns0:lnTo>
                <ns0:lnTo>
                  <ns0:pt x="1150971" y="266903"/>
                </ns0:lnTo>
                <ns0:lnTo>
                  <ns0:pt x="1149943" y="266646"/>
                </ns0:lnTo>
                <ns0:lnTo>
                  <ns0:pt x="1148914" y="266664"/>
                </ns0:lnTo>
                <ns0:lnTo>
                  <ns0:pt x="1147886" y="266730"/>
                </ns0:lnTo>
                <ns0:lnTo>
                  <ns0:pt x="1146857" y="266621"/>
                </ns0:lnTo>
                <ns0:lnTo>
                  <ns0:pt x="1145829" y="266503"/>
                </ns0:lnTo>
                <ns0:lnTo>
                  <ns0:pt x="1144800" y="266968"/>
                </ns0:lnTo>
                <ns0:lnTo>
                  <ns0:pt x="1143771" y="268474"/>
                </ns0:lnTo>
                <ns0:lnTo>
                  <ns0:pt x="1142743" y="270201"/>
                </ns0:lnTo>
                <ns0:lnTo>
                  <ns0:pt x="1141714" y="270682"/>
                </ns0:lnTo>
                <ns0:lnTo>
                  <ns0:pt x="1140686" y="270241"/>
                </ns0:lnTo>
                <ns0:lnTo>
                  <ns0:pt x="1139657" y="269615"/>
                </ns0:lnTo>
                <ns0:lnTo>
                  <ns0:pt x="1138629" y="269151"/>
                </ns0:lnTo>
                <ns0:lnTo>
                  <ns0:pt x="1137600" y="268898"/>
                </ns0:lnTo>
                <ns0:lnTo>
                  <ns0:pt x="1136571" y="268821"/>
                </ns0:lnTo>
                <ns0:lnTo>
                  <ns0:pt x="1135543" y="268829"/>
                </ns0:lnTo>
                <ns0:lnTo>
                  <ns0:pt x="1134514" y="268789"/>
                </ns0:lnTo>
                <ns0:lnTo>
                  <ns0:pt x="1133486" y="268664"/>
                </ns0:lnTo>
                <ns0:lnTo>
                  <ns0:pt x="1132457" y="268687"/>
                </ns0:lnTo>
                <ns0:lnTo>
                  <ns0:pt x="1131429" y="269328"/>
                </ns0:lnTo>
                <ns0:lnTo>
                  <ns0:pt x="1130400" y="271029"/>
                </ns0:lnTo>
                <ns0:lnTo>
                  <ns0:pt x="1129371" y="273678"/>
                </ns0:lnTo>
                <ns0:lnTo>
                  <ns0:pt x="1128343" y="276283"/>
                </ns0:lnTo>
                <ns0:lnTo>
                  <ns0:pt x="1127314" y="278457"/>
                </ns0:lnTo>
                <ns0:lnTo>
                  <ns0:pt x="1126286" y="280149"/>
                </ns0:lnTo>
                <ns0:lnTo>
                  <ns0:pt x="1125257" y="281313"/>
                </ns0:lnTo>
                <ns0:lnTo>
                  <ns0:pt x="1124229" y="281930"/>
                </ns0:lnTo>
                <ns0:lnTo>
                  <ns0:pt x="1123200" y="282029"/>
                </ns0:lnTo>
                <ns0:lnTo>
                  <ns0:pt x="1122171" y="281689"/>
                </ns0:lnTo>
                <ns0:lnTo>
                  <ns0:pt x="1121143" y="281074"/>
                </ns0:lnTo>
                <ns0:lnTo>
                  <ns0:pt x="1120114" y="280485"/>
                </ns0:lnTo>
                <ns0:lnTo>
                  <ns0:pt x="1119086" y="280412"/>
                </ns0:lnTo>
                <ns0:lnTo>
                  <ns0:pt x="1118057" y="281431"/>
                </ns0:lnTo>
                <ns0:lnTo>
                  <ns0:pt x="1117029" y="283954"/>
                </ns0:lnTo>
                <ns0:lnTo>
                  <ns0:pt x="1116000" y="287529"/>
                </ns0:lnTo>
                <ns0:lnTo>
                  <ns0:pt x="1114971" y="291209"/>
                </ns0:lnTo>
                <ns0:lnTo>
                  <ns0:pt x="1113943" y="294475"/>
                </ns0:lnTo>
                <ns0:lnTo>
                  <ns0:pt x="1112914" y="297121"/>
                </ns0:lnTo>
                <ns0:lnTo>
                  <ns0:pt x="1111886" y="299036"/>
                </ns0:lnTo>
                <ns0:lnTo>
                  <ns0:pt x="1110857" y="300175"/>
                </ns0:lnTo>
                <ns0:lnTo>
                  <ns0:pt x="1109829" y="300588"/>
                </ns0:lnTo>
                <ns0:lnTo>
                  <ns0:pt x="1108800" y="300430"/>
                </ns0:lnTo>
                <ns0:lnTo>
                  <ns0:pt x="1107771" y="300039"/>
                </ns0:lnTo>
                <ns0:lnTo>
                  <ns0:pt x="1106743" y="299972"/>
                </ns0:lnTo>
                <ns0:lnTo>
                  <ns0:pt x="1105714" y="300884"/>
                </ns0:lnTo>
                <ns0:lnTo>
                  <ns0:pt x="1104686" y="303289"/>
                </ns0:lnTo>
                <ns0:lnTo>
                  <ns0:pt x="1103657" y="307317"/>
                </ns0:lnTo>
                <ns0:lnTo>
                  <ns0:pt x="1102629" y="311579"/>
                </ns0:lnTo>
                <ns0:lnTo>
                  <ns0:pt x="1101600" y="315546"/>
                </ns0:lnTo>
                <ns0:lnTo>
                  <ns0:pt x="1100571" y="318877"/>
                </ns0:lnTo>
                <ns0:lnTo>
                  <ns0:pt x="1099543" y="321494"/>
                </ns0:lnTo>
                <ns0:lnTo>
                  <ns0:pt x="1098514" y="323323"/>
                </ns0:lnTo>
                <ns0:lnTo>
                  <ns0:pt x="1097486" y="324365"/>
                </ns0:lnTo>
                <ns0:lnTo>
                  <ns0:pt x="1096457" y="324748"/>
                </ns0:lnTo>
                <ns0:lnTo>
                  <ns0:pt x="1095429" y="324672"/>
                </ns0:lnTo>
                <ns0:lnTo>
                  <ns0:pt x="1094400" y="324390"/>
                </ns0:lnTo>
                <ns0:lnTo>
                  <ns0:pt x="1093371" y="324329"/>
                </ns0:lnTo>
                <ns0:lnTo>
                  <ns0:pt x="1092343" y="325167"/>
                </ns0:lnTo>
                <ns0:lnTo>
                  <ns0:pt x="1091314" y="327684"/>
                </ns0:lnTo>
                <ns0:lnTo>
                  <ns0:pt x="1090286" y="332374"/>
                </ns0:lnTo>
                <ns0:lnTo>
                  <ns0:pt x="1089257" y="337882"/>
                </ns0:lnTo>
                <ns0:lnTo>
                  <ns0:pt x="1088229" y="343127"/>
                </ns0:lnTo>
                <ns0:lnTo>
                  <ns0:pt x="1087200" y="347556"/>
                </ns0:lnTo>
                <ns0:lnTo>
                  <ns0:pt x="1086171" y="351025"/>
                </ns0:lnTo>
                <ns0:lnTo>
                  <ns0:pt x="1085143" y="353381"/>
                </ns0:lnTo>
                <ns0:lnTo>
                  <ns0:pt x="1084114" y="354584"/>
                </ns0:lnTo>
                <ns0:lnTo>
                  <ns0:pt x="1083086" y="354796"/>
                </ns0:lnTo>
                <ns0:lnTo>
                  <ns0:pt x="1082057" y="354369"/>
                </ns0:lnTo>
                <ns0:lnTo>
                  <ns0:pt x="1081029" y="353744"/>
                </ns0:lnTo>
                <ns0:lnTo>
                  <ns0:pt x="1080000" y="353528"/>
                </ns0:lnTo>
                <ns0:lnTo>
                  <ns0:pt x="1078971" y="354454"/>
                </ns0:lnTo>
                <ns0:lnTo>
                  <ns0:pt x="1077943" y="357284"/>
                </ns0:lnTo>
                <ns0:lnTo>
                  <ns0:pt x="1076914" y="362589"/>
                </ns0:lnTo>
                <ns0:lnTo>
                  <ns0:pt x="1075886" y="369041"/>
                </ns0:lnTo>
                <ns0:lnTo>
                  <ns0:pt x="1074857" y="375521"/>
                </ns0:lnTo>
                <ns0:lnTo>
                  <ns0:pt x="1073829" y="381365"/>
                </ns0:lnTo>
                <ns0:lnTo>
                  <ns0:pt x="1072800" y="386222"/>
                </ns0:lnTo>
                <ns0:lnTo>
                  <ns0:pt x="1071771" y="389915"/>
                </ns0:lnTo>
                <ns0:lnTo>
                  <ns0:pt x="1070743" y="392420"/>
                </ns0:lnTo>
                <ns0:lnTo>
                  <ns0:pt x="1069714" y="393932"/>
                </ns0:lnTo>
                <ns0:lnTo>
                  <ns0:pt x="1068686" y="394825"/>
                </ns0:lnTo>
                <ns0:lnTo>
                  <ns0:pt x="1067657" y="395616"/>
                </ns0:lnTo>
                <ns0:lnTo>
                  <ns0:pt x="1066629" y="396954"/>
                </ns0:lnTo>
                <ns0:lnTo>
                  <ns0:pt x="1065600" y="399423"/>
                </ns0:lnTo>
                <ns0:lnTo>
                  <ns0:pt x="1064571" y="403596"/>
                </ns0:lnTo>
                <ns0:lnTo>
                  <ns0:pt x="1063543" y="409786"/>
                </ns0:lnTo>
                <ns0:lnTo>
                  <ns0:pt x="1062514" y="417149"/>
                </ns0:lnTo>
                <ns0:lnTo>
                  <ns0:pt x="1061486" y="424806"/>
                </ns0:lnTo>
                <ns0:lnTo>
                  <ns0:pt x="1060457" y="431984"/>
                </ns0:lnTo>
                <ns0:lnTo>
                  <ns0:pt x="1059429" y="438200"/>
                </ns0:lnTo>
                <ns0:lnTo>
                  <ns0:pt x="1058400" y="443119"/>
                </ns0:lnTo>
                <ns0:lnTo>
                  <ns0:pt x="1057371" y="446642"/>
                </ns0:lnTo>
                <ns0:lnTo>
                  <ns0:pt x="1056343" y="448982"/>
                </ns0:lnTo>
                <ns0:lnTo>
                  <ns0:pt x="1055314" y="450625"/>
                </ns0:lnTo>
                <ns0:lnTo>
                  <ns0:pt x="1054286" y="452163"/>
                </ns0:lnTo>
                <ns0:lnTo>
                  <ns0:pt x="1053257" y="454105"/>
                </ns0:lnTo>
                <ns0:lnTo>
                  <ns0:pt x="1052229" y="456909"/>
                </ns0:lnTo>
                <ns0:lnTo>
                  <ns0:pt x="1051200" y="460935"/>
                </ns0:lnTo>
                <ns0:lnTo>
                  <ns0:pt x="1050171" y="466344"/>
                </ns0:lnTo>
                <ns0:lnTo>
                  <ns0:pt x="1049143" y="472373"/>
                </ns0:lnTo>
                <ns0:lnTo>
                  <ns0:pt x="1048114" y="478394"/>
                </ns0:lnTo>
                <ns0:lnTo>
                  <ns0:pt x="1047086" y="483862"/>
                </ns0:lnTo>
                <ns0:lnTo>
                  <ns0:pt x="1046057" y="488351"/>
                </ns0:lnTo>
                <ns0:lnTo>
                  <ns0:pt x="1045029" y="491534"/>
                </ns0:lnTo>
                <ns0:lnTo>
                  <ns0:pt x="1044000" y="493396"/>
                </ns0:lnTo>
                <ns0:lnTo>
                  <ns0:pt x="1042971" y="494301"/>
                </ns0:lnTo>
                <ns0:lnTo>
                  <ns0:pt x="1041943" y="494771"/>
                </ns0:lnTo>
                <ns0:lnTo>
                  <ns0:pt x="1040914" y="494530"/>
                </ns0:lnTo>
                <ns0:lnTo>
                  <ns0:pt x="1039886" y="494333"/>
                </ns0:lnTo>
                <ns0:lnTo>
                  <ns0:pt x="1038857" y="494574"/>
                </ns0:lnTo>
                <ns0:lnTo>
                  <ns0:pt x="1037829" y="495894"/>
                </ns0:lnTo>
                <ns0:lnTo>
                  <ns0:pt x="1036800" y="499037"/>
                </ns0:lnTo>
                <ns0:lnTo>
                  <ns0:pt x="1035771" y="503516"/>
                </ns0:lnTo>
                <ns0:lnTo>
                  <ns0:pt x="1034743" y="507869"/>
                </ns0:lnTo>
                <ns0:lnTo>
                  <ns0:pt x="1033714" y="511297"/>
                </ns0:lnTo>
                <ns0:lnTo>
                  <ns0:pt x="1032686" y="513352"/>
                </ns0:lnTo>
                <ns0:lnTo>
                  <ns0:pt x="1031657" y="514062"/>
                </ns0:lnTo>
                <ns0:lnTo>
                  <ns0:pt x="1030629" y="513800"/>
                </ns0:lnTo>
                <ns0:lnTo>
                  <ns0:pt x="1029600" y="513020"/>
                </ns0:lnTo>
                <ns0:lnTo>
                  <ns0:pt x="1028571" y="514286"/>
                </ns0:lnTo>
                <ns0:lnTo>
                  <ns0:pt x="1027543" y="515476"/>
                </ns0:lnTo>
                <ns0:lnTo>
                  <ns0:pt x="1026514" y="516239"/>
                </ns0:lnTo>
                <ns0:lnTo>
                  <ns0:pt x="1025486" y="515774"/>
                </ns0:lnTo>
                <ns0:lnTo>
                  <ns0:pt x="1024457" y="513792"/>
                </ns0:lnTo>
                <ns0:lnTo>
                  <ns0:pt x="1023429" y="511884"/>
                </ns0:lnTo>
                <ns0:lnTo>
                  <ns0:pt x="1022400" y="510795"/>
                </ns0:lnTo>
                <ns0:lnTo>
                  <ns0:pt x="1021371" y="510532"/>
                </ns0:lnTo>
                <ns0:lnTo>
                  <ns0:pt x="1020343" y="510852"/>
                </ns0:lnTo>
                <ns0:lnTo>
                  <ns0:pt x="1019314" y="511475"/>
                </ns0:lnTo>
                <ns0:lnTo>
                  <ns0:pt x="1018286" y="512165"/>
                </ns0:lnTo>
                <ns0:lnTo>
                  <ns0:pt x="1017257" y="512812"/>
                </ns0:lnTo>
                <ns0:lnTo>
                  <ns0:pt x="1016229" y="513436"/>
                </ns0:lnTo>
                <ns0:lnTo>
                  <ns0:pt x="1015200" y="513440"/>
                </ns0:lnTo>
                <ns0:lnTo>
                  <ns0:pt x="1014171" y="513357"/>
                </ns0:lnTo>
                <ns0:lnTo>
                  <ns0:pt x="1013143" y="513026"/>
                </ns0:lnTo>
                <ns0:lnTo>
                  <ns0:pt x="1012114" y="512361"/>
                </ns0:lnTo>
                <ns0:lnTo>
                  <ns0:pt x="1011086" y="511987"/>
                </ns0:lnTo>
                <ns0:lnTo>
                  <ns0:pt x="1010057" y="511851"/>
                </ns0:lnTo>
                <ns0:lnTo>
                  <ns0:pt x="1009029" y="511891"/>
                </ns0:lnTo>
                <ns0:lnTo>
                  <ns0:pt x="1008000" y="511968"/>
                </ns0:lnTo>
                <ns0:lnTo>
                  <ns0:pt x="1006971" y="511989"/>
                </ns0:lnTo>
                <ns0:lnTo>
                  <ns0:pt x="1005943" y="511970"/>
                </ns0:lnTo>
                <ns0:lnTo>
                  <ns0:pt x="1004914" y="511968"/>
                </ns0:lnTo>
                <ns0:lnTo>
                  <ns0:pt x="1003886" y="512042"/>
                </ns0:lnTo>
                <ns0:lnTo>
                  <ns0:pt x="1002857" y="512120"/>
                </ns0:lnTo>
                <ns0:lnTo>
                  <ns0:pt x="1001829" y="511952"/>
                </ns0:lnTo>
                <ns0:lnTo>
                  <ns0:pt x="1000800" y="511272"/>
                </ns0:lnTo>
                <ns0:lnTo>
                  <ns0:pt x="999771" y="510185"/>
                </ns0:lnTo>
                <ns0:lnTo>
                  <ns0:pt x="998743" y="509601"/>
                </ns0:lnTo>
                <ns0:lnTo>
                  <ns0:pt x="997714" y="509561"/>
                </ns0:lnTo>
                <ns0:lnTo>
                  <ns0:pt x="996686" y="509775"/>
                </ns0:lnTo>
                <ns0:lnTo>
                  <ns0:pt x="995657" y="510070"/>
                </ns0:lnTo>
                <ns0:lnTo>
                  <ns0:pt x="994629" y="510310"/>
                </ns0:lnTo>
                <ns0:lnTo>
                  <ns0:pt x="993600" y="510371"/>
                </ns0:lnTo>
                <ns0:lnTo>
                  <ns0:pt x="992571" y="510261"/>
                </ns0:lnTo>
                <ns0:lnTo>
                  <ns0:pt x="991543" y="510144"/>
                </ns0:lnTo>
                <ns0:lnTo>
                  <ns0:pt x="990514" y="510139"/>
                </ns0:lnTo>
                <ns0:lnTo>
                  <ns0:pt x="989486" y="510121"/>
                </ns0:lnTo>
                <ns0:lnTo>
                  <ns0:pt x="988457" y="509827"/>
                </ns0:lnTo>
                <ns0:lnTo>
                  <ns0:pt x="987429" y="509250"/>
                </ns0:lnTo>
                <ns0:lnTo>
                  <ns0:pt x="986400" y="509425"/>
                </ns0:lnTo>
                <ns0:lnTo>
                  <ns0:pt x="985371" y="510479"/>
                </ns0:lnTo>
                <ns0:lnTo>
                  <ns0:pt x="984343" y="511682"/>
                </ns0:lnTo>
                <ns0:lnTo>
                  <ns0:pt x="983314" y="512684"/>
                </ns0:lnTo>
                <ns0:lnTo>
                  <ns0:pt x="982286" y="513300"/>
                </ns0:lnTo>
                <ns0:lnTo>
                  <ns0:pt x="981257" y="513537"/>
                </ns0:lnTo>
                <ns0:lnTo>
                  <ns0:pt x="980229" y="513530"/>
                </ns0:lnTo>
                <ns0:lnTo>
                  <ns0:pt x="979200" y="513480"/>
                </ns0:lnTo>
                <ns0:lnTo>
                  <ns0:pt x="978171" y="513504"/>
                </ns0:lnTo>
                <ns0:lnTo>
                  <ns0:pt x="977143" y="513521"/>
                </ns0:lnTo>
                <ns0:lnTo>
                  <ns0:pt x="976114" y="513308"/>
                </ns0:lnTo>
                <ns0:lnTo>
                  <ns0:pt x="975086" y="512837"/>
                </ns0:lnTo>
                <ns0:lnTo>
                  <ns0:pt x="974057" y="513278"/>
                </ns0:lnTo>
                <ns0:lnTo>
                  <ns0:pt x="973029" y="514562"/>
                </ns0:lnTo>
                <ns0:lnTo>
                  <ns0:pt x="972000" y="516038"/>
                </ns0:lnTo>
                <ns0:lnTo>
                  <ns0:pt x="970971" y="517281"/>
                </ns0:lnTo>
                <ns0:lnTo>
                  <ns0:pt x="969943" y="518061"/>
                </ns0:lnTo>
                <ns0:lnTo>
                  <ns0:pt x="968914" y="518367"/>
                </ns0:lnTo>
                <ns0:lnTo>
                  <ns0:pt x="967886" y="518397"/>
                </ns0:lnTo>
                <ns0:lnTo>
                  <ns0:pt x="966857" y="518386"/>
                </ns0:lnTo>
                <ns0:lnTo>
                  <ns0:pt x="965829" y="518405"/>
                </ns0:lnTo>
                <ns0:lnTo>
                  <ns0:pt x="964800" y="518272"/>
                </ns0:lnTo>
                <ns0:lnTo>
                  <ns0:pt x="963771" y="517674"/>
                </ns0:lnTo>
                <ns0:lnTo>
                  <ns0:pt x="962743" y="516457"/>
                </ns0:lnTo>
                <ns0:lnTo>
                  <ns0:pt x="961714" y="515463"/>
                </ns0:lnTo>
                <ns0:lnTo>
                  <ns0:pt x="960686" y="514984"/>
                </ns0:lnTo>
                <ns0:lnTo>
                  <ns0:pt x="959657" y="514744"/>
                </ns0:lnTo>
                <ns0:lnTo>
                  <ns0:pt x="958629" y="514570"/>
                </ns0:lnTo>
                <ns0:lnTo>
                  <ns0:pt x="957600" y="514406"/>
                </ns0:lnTo>
                <ns0:lnTo>
                  <ns0:pt x="956571" y="514263"/>
                </ns0:lnTo>
                <ns0:lnTo>
                  <ns0:pt x="955543" y="514197"/>
                </ns0:lnTo>
                <ns0:lnTo>
                  <ns0:pt x="954514" y="514241"/>
                </ns0:lnTo>
                <ns0:lnTo>
                  <ns0:pt x="953486" y="514311"/>
                </ns0:lnTo>
                <ns0:lnTo>
                  <ns0:pt x="952457" y="514203"/>
                </ns0:lnTo>
                <ns0:lnTo>
                  <ns0:pt x="951429" y="513713"/>
                </ns0:lnTo>
                <ns0:lnTo>
                  <ns0:pt x="950400" y="512843"/>
                </ns0:lnTo>
                <ns0:lnTo>
                  <ns0:pt x="949371" y="512095"/>
                </ns0:lnTo>
                <ns0:lnTo>
                  <ns0:pt x="948343" y="511601"/>
                </ns0:lnTo>
                <ns0:lnTo>
                  <ns0:pt x="947314" y="511258"/>
                </ns0:lnTo>
                <ns0:lnTo>
                  <ns0:pt x="946286" y="510966"/>
                </ns0:lnTo>
                <ns0:lnTo>
                  <ns0:pt x="945257" y="510722"/>
                </ns0:lnTo>
                <ns0:lnTo>
                  <ns0:pt x="944229" y="510570"/>
                </ns0:lnTo>
                <ns0:lnTo>
                  <ns0:pt x="943200" y="510562"/>
                </ns0:lnTo>
                <ns0:lnTo>
                  <ns0:pt x="942171" y="510720"/>
                </ns0:lnTo>
                <ns0:lnTo>
                  <ns0:pt x="941143" y="510966"/>
                </ns0:lnTo>
                <ns0:lnTo>
                  <ns0:pt x="940114" y="511095"/>
                </ns0:lnTo>
                <ns0:lnTo>
                  <ns0:pt x="939086" y="510869"/>
                </ns0:lnTo>
                <ns0:lnTo>
                  <ns0:pt x="938057" y="510330"/>
                </ns0:lnTo>
                <ns0:lnTo>
                  <ns0:pt x="937029" y="510032"/>
                </ns0:lnTo>
                <ns0:lnTo>
                  <ns0:pt x="936000" y="510495"/>
                </ns0:lnTo>
                <ns0:lnTo>
                  <ns0:pt x="934971" y="511062"/>
                </ns0:lnTo>
                <ns0:lnTo>
                  <ns0:pt x="933943" y="511572"/>
                </ns0:lnTo>
                <ns0:lnTo>
                  <ns0:pt x="932914" y="511931"/>
                </ns0:lnTo>
                <ns0:lnTo>
                  <ns0:pt x="931886" y="512065"/>
                </ns0:lnTo>
                <ns0:lnTo>
                  <ns0:pt x="930857" y="511936"/>
                </ns0:lnTo>
                <ns0:lnTo>
                  <ns0:pt x="929829" y="511630"/>
                </ns0:lnTo>
                <ns0:lnTo>
                  <ns0:pt x="928800" y="511370"/>
                </ns0:lnTo>
                <ns0:lnTo>
                  <ns0:pt x="927771" y="511308"/>
                </ns0:lnTo>
                <ns0:lnTo>
                  <ns0:pt x="926743" y="511341"/>
                </ns0:lnTo>
                <ns0:lnTo>
                  <ns0:pt x="925714" y="511109"/>
                </ns0:lnTo>
                <ns0:lnTo>
                  <ns0:pt x="924686" y="510369"/>
                </ns0:lnTo>
                <ns0:lnTo>
                  <ns0:pt x="923657" y="510136"/>
                </ns0:lnTo>
                <ns0:lnTo>
                  <ns0:pt x="922629" y="510180"/>
                </ns0:lnTo>
                <ns0:lnTo>
                  <ns0:pt x="921600" y="510410"/>
                </ns0:lnTo>
                <ns0:lnTo>
                  <ns0:pt x="920571" y="510699"/>
                </ns0:lnTo>
                <ns0:lnTo>
                  <ns0:pt x="919543" y="510955"/>
                </ns0:lnTo>
                <ns0:lnTo>
                  <ns0:pt x="918514" y="511110"/>
                </ns0:lnTo>
                <ns0:lnTo>
                  <ns0:pt x="917486" y="511165"/>
                </ns0:lnTo>
                <ns0:lnTo>
                  <ns0:pt x="916457" y="511188"/>
                </ns0:lnTo>
                <ns0:lnTo>
                  <ns0:pt x="915429" y="511229"/>
                </ns0:lnTo>
                <ns0:lnTo>
                  <ns0:pt x="914400" y="511200"/>
                </ns0:lnTo>
                <ns0:lnTo>
                  <ns0:pt x="913371" y="510876"/>
                </ns0:lnTo>
                <ns0:lnTo>
                  <ns0:pt x="912343" y="510153"/>
                </ns0:lnTo>
                <ns0:lnTo>
                  <ns0:pt x="911314" y="509920"/>
                </ns0:lnTo>
                <ns0:lnTo>
                  <ns0:pt x="910286" y="509922"/>
                </ns0:lnTo>
                <ns0:lnTo>
                  <ns0:pt x="909257" y="510171"/>
                </ns0:lnTo>
                <ns0:lnTo>
                  <ns0:pt x="908229" y="510409"/>
                </ns0:lnTo>
                <ns0:lnTo>
                  <ns0:pt x="907200" y="510523"/>
                </ns0:lnTo>
                <ns0:lnTo>
                  <ns0:pt x="906171" y="510534"/>
                </ns0:lnTo>
                <ns0:lnTo>
                  <ns0:pt x="905143" y="510546"/>
                </ns0:lnTo>
                <ns0:lnTo>
                  <ns0:pt x="904114" y="510665"/>
                </ns0:lnTo>
                <ns0:lnTo>
                  <ns0:pt x="903086" y="510829"/>
                </ns0:lnTo>
                <ns0:lnTo>
                  <ns0:pt x="902057" y="510787"/>
                </ns0:lnTo>
                <ns0:lnTo>
                  <ns0:pt x="901029" y="510347"/>
                </ns0:lnTo>
                <ns0:lnTo>
                  <ns0:pt x="900000" y="509802"/>
                </ns0:lnTo>
                <ns0:lnTo>
                  <ns0:pt x="898971" y="510290"/>
                </ns0:lnTo>
                <ns0:lnTo>
                  <ns0:pt x="897943" y="511254"/>
                </ns0:lnTo>
                <ns0:lnTo>
                  <ns0:pt x="896914" y="512238"/>
                </ns0:lnTo>
                <ns0:lnTo>
                  <ns0:pt x="895886" y="512954"/>
                </ns0:lnTo>
                <ns0:lnTo>
                  <ns0:pt x="894857" y="513343"/>
                </ns0:lnTo>
                <ns0:lnTo>
                  <ns0:pt x="893829" y="513469"/>
                </ns0:lnTo>
                <ns0:lnTo>
                  <ns0:pt x="892800" y="513460"/>
                </ns0:lnTo>
                <ns0:lnTo>
                  <ns0:pt x="891771" y="513443"/>
                </ns0:lnTo>
                <ns0:lnTo>
                  <ns0:pt x="890743" y="513462"/>
                </ns0:lnTo>
                <ns0:lnTo>
                  <ns0:pt x="889714" y="513445"/>
                </ns0:lnTo>
                <ns0:lnTo>
                  <ns0:pt x="888686" y="513244"/>
                </ns0:lnTo>
                <ns0:lnTo>
                  <ns0:pt x="887657" y="512780"/>
                </ns0:lnTo>
                <ns0:lnTo>
                  <ns0:pt x="886629" y="512159"/>
                </ns0:lnTo>
                <ns0:lnTo>
                  <ns0:pt x="885600" y="511807"/>
                </ns0:lnTo>
                <ns0:lnTo>
                  <ns0:pt x="884571" y="511661"/>
                </ns0:lnTo>
                <ns0:lnTo>
                  <ns0:pt x="883543" y="511561"/>
                </ns0:lnTo>
                <ns0:lnTo>
                  <ns0:pt x="882514" y="511453"/>
                </ns0:lnTo>
                <ns0:lnTo>
                  <ns0:pt x="881486" y="511371"/>
                </ns0:lnTo>
                <ns0:lnTo>
                  <ns0:pt x="880457" y="511333"/>
                </ns0:lnTo>
                <ns0:lnTo>
                  <ns0:pt x="879429" y="511346"/>
                </ns0:lnTo>
                <ns0:lnTo>
                  <ns0:pt x="878400" y="511370"/>
                </ns0:lnTo>
                <ns0:lnTo>
                  <ns0:pt x="877371" y="511298"/>
                </ns0:lnTo>
                <ns0:lnTo>
                  <ns0:pt x="876343" y="510988"/>
                </ns0:lnTo>
                <ns0:lnTo>
                  <ns0:pt x="875314" y="510357"/>
                </ns0:lnTo>
                <ns0:lnTo>
                  <ns0:pt x="874286" y="509524"/>
                </ns0:lnTo>
                <ns0:lnTo>
                  <ns0:pt x="873257" y="509002"/>
                </ns0:lnTo>
                <ns0:lnTo>
                  <ns0:pt x="872229" y="508627"/>
                </ns0:lnTo>
                <ns0:lnTo>
                  <ns0:pt x="871200" y="508401"/>
                </ns0:lnTo>
                <ns0:lnTo>
                  <ns0:pt x="870171" y="508285"/>
                </ns0:lnTo>
                <ns0:lnTo>
                  <ns0:pt x="869143" y="508235"/>
                </ns0:lnTo>
                <ns0:lnTo>
                  <ns0:pt x="868114" y="508233"/>
                </ns0:lnTo>
                <ns0:lnTo>
                  <ns0:pt x="867086" y="508287"/>
                </ns0:lnTo>
                <ns0:lnTo>
                  <ns0:pt x="866057" y="508391"/>
                </ns0:lnTo>
                <ns0:lnTo>
                  <ns0:pt x="865029" y="508485"/>
                </ns0:lnTo>
                <ns0:lnTo>
                  <ns0:pt x="864000" y="508399"/>
                </ns0:lnTo>
                <ns0:lnTo>
                  <ns0:pt x="862971" y="507934"/>
                </ns0:lnTo>
                <ns0:lnTo>
                  <ns0:pt x="861943" y="507238"/>
                </ns0:lnTo>
                <ns0:lnTo>
                  <ns0:pt x="860914" y="507321"/>
                </ns0:lnTo>
                <ns0:lnTo>
                  <ns0:pt x="859886" y="507664"/>
                </ns0:lnTo>
                <ns0:lnTo>
                  <ns0:pt x="858857" y="508148"/>
                </ns0:lnTo>
                <ns0:lnTo>
                  <ns0:pt x="857829" y="508587"/>
                </ns0:lnTo>
                <ns0:lnTo>
                  <ns0:pt x="856800" y="508856"/>
                </ns0:lnTo>
                <ns0:lnTo>
                  <ns0:pt x="855771" y="508882"/>
                </ns0:lnTo>
                <ns0:lnTo>
                  <ns0:pt x="854743" y="508762"/>
                </ns0:lnTo>
                <ns0:lnTo>
                  <ns0:pt x="853714" y="508661"/>
                </ns0:lnTo>
                <ns0:lnTo>
                  <ns0:pt x="852686" y="508656"/>
                </ns0:lnTo>
                <ns0:lnTo>
                  <ns0:pt x="851657" y="508617"/>
                </ns0:lnTo>
                <ns0:lnTo>
                  <ns0:pt x="850629" y="508397"/>
                </ns0:lnTo>
                <ns0:lnTo>
                  <ns0:pt x="849600" y="508151"/>
                </ns0:lnTo>
                <ns0:lnTo>
                  <ns0:pt x="848571" y="508666"/>
                </ns0:lnTo>
                <ns0:lnTo>
                  <ns0:pt x="847543" y="509376"/>
                </ns0:lnTo>
                <ns0:lnTo>
                  <ns0:pt x="846514" y="510240"/>
                </ns0:lnTo>
                <ns0:lnTo>
                  <ns0:pt x="845486" y="510959"/>
                </ns0:lnTo>
                <ns0:lnTo>
                  <ns0:pt x="844457" y="511389"/>
                </ns0:lnTo>
                <ns0:lnTo>
                  <ns0:pt x="843429" y="511486"/>
                </ns0:lnTo>
                <ns0:lnTo>
                  <ns0:pt x="842400" y="511349"/>
                </ns0:lnTo>
                <ns0:lnTo>
                  <ns0:pt x="841371" y="511190"/>
                </ns0:lnTo>
                <ns0:lnTo>
                  <ns0:pt x="840343" y="511164"/>
                </ns0:lnTo>
                <ns0:lnTo>
                  <ns0:pt x="839314" y="511216"/>
                </ns0:lnTo>
                <ns0:lnTo>
                  <ns0:pt x="838286" y="511066"/>
                </ns0:lnTo>
                <ns0:lnTo>
                  <ns0:pt x="837257" y="510574"/>
                </ns0:lnTo>
                <ns0:lnTo>
                  <ns0:pt x="836229" y="510832"/>
                </ns0:lnTo>
                <ns0:lnTo>
                  <ns0:pt x="835200" y="511797"/>
                </ns0:lnTo>
                <ns0:lnTo>
                  <ns0:pt x="834171" y="513004"/>
                </ns0:lnTo>
                <ns0:lnTo>
                  <ns0:pt x="833143" y="513969"/>
                </ns0:lnTo>
                <ns0:lnTo>
                  <ns0:pt x="832114" y="514533"/>
                </ns0:lnTo>
                <ns0:lnTo>
                  <ns0:pt x="831086" y="514745"/>
                </ns0:lnTo>
                <ns0:lnTo>
                  <ns0:pt x="830057" y="514774"/>
                </ns0:lnTo>
                <ns0:lnTo>
                  <ns0:pt x="829029" y="514774"/>
                </ns0:lnTo>
                <ns0:lnTo>
                  <ns0:pt x="828000" y="514732"/>
                </ns0:lnTo>
                <ns0:lnTo>
                  <ns0:pt x="826971" y="514468"/>
                </ns0:lnTo>
                <ns0:lnTo>
                  <ns0:pt x="825943" y="513843"/>
                </ns0:lnTo>
                <ns0:lnTo>
                  <ns0:pt x="824914" y="512938"/>
                </ns0:lnTo>
                <ns0:lnTo>
                  <ns0:pt x="823886" y="512649"/>
                </ns0:lnTo>
                <ns0:lnTo>
                  <ns0:pt x="822857" y="512725"/>
                </ns0:lnTo>
                <ns0:lnTo>
                  <ns0:pt x="821829" y="513089"/>
                </ns0:lnTo>
                <ns0:lnTo>
                  <ns0:pt x="820800" y="513444"/>
                </ns0:lnTo>
                <ns0:lnTo>
                  <ns0:pt x="819771" y="513657"/>
                </ns0:lnTo>
                <ns0:lnTo>
                  <ns0:pt x="818743" y="513713"/>
                </ns0:lnTo>
                <ns0:lnTo>
                  <ns0:pt x="817714" y="513708"/>
                </ns0:lnTo>
                <ns0:lnTo>
                  <ns0:pt x="816686" y="513761"/>
                </ns0:lnTo>
                <ns0:lnTo>
                  <ns0:pt x="815657" y="513883"/>
                </ns0:lnTo>
                <ns0:lnTo>
                  <ns0:pt x="814629" y="513885"/>
                </ns0:lnTo>
                <ns0:lnTo>
                  <ns0:pt x="813600" y="513522"/>
                </ns0:lnTo>
                <ns0:lnTo>
                  <ns0:pt x="812571" y="512926"/>
                </ns0:lnTo>
                <ns0:lnTo>
                  <ns0:pt x="811543" y="513326"/>
                </ns0:lnTo>
                <ns0:lnTo>
                  <ns0:pt x="810514" y="514260"/>
                </ns0:lnTo>
                <ns0:lnTo>
                  <ns0:pt x="809486" y="515248"/>
                </ns0:lnTo>
                <ns0:lnTo>
                  <ns0:pt x="808457" y="515985"/>
                </ns0:lnTo>
                <ns0:lnTo>
                  <ns0:pt x="807429" y="516366"/>
                </ns0:lnTo>
                <ns0:lnTo>
                  <ns0:pt x="806400" y="516435"/>
                </ns0:lnTo>
                <ns0:lnTo>
                  <ns0:pt x="805371" y="516337"/>
                </ns0:lnTo>
                <ns0:lnTo>
                  <ns0:pt x="804343" y="516243"/>
                </ns0:lnTo>
                <ns0:lnTo>
                  <ns0:pt x="803314" y="516231"/>
                </ns0:lnTo>
                <ns0:lnTo>
                  <ns0:pt x="802286" y="516267"/>
                </ns0:lnTo>
                <ns0:lnTo>
                  <ns0:pt x="801257" y="516288"/>
                </ns0:lnTo>
                <ns0:lnTo>
                  <ns0:pt x="800229" y="516380"/>
                </ns0:lnTo>
                <ns0:lnTo>
                  <ns0:pt x="799200" y="517205"/>
                </ns0:lnTo>
                <ns0:lnTo>
                  <ns0:pt x="798171" y="518498"/>
                </ns0:lnTo>
                <ns0:lnTo>
                  <ns0:pt x="797143" y="519986"/>
                </ns0:lnTo>
                <ns0:lnTo>
                  <ns0:pt x="796114" y="521205"/>
                </ns0:lnTo>
                <ns0:lnTo>
                  <ns0:pt x="795086" y="521960"/>
                </ns0:lnTo>
                <ns0:lnTo>
                  <ns0:pt x="794057" y="522253"/>
                </ns0:lnTo>
                <ns0:lnTo>
                  <ns0:pt x="793029" y="522234"/>
                </ns0:lnTo>
                <ns0:lnTo>
                  <ns0:pt x="792000" y="522124"/>
                </ns0:lnTo>
                <ns0:lnTo>
                  <ns0:pt x="790971" y="522085"/>
                </ns0:lnTo>
                <ns0:lnTo>
                  <ns0:pt x="789943" y="522126"/>
                </ns0:lnTo>
                <ns0:lnTo>
                  <ns0:pt x="788914" y="522097"/>
                </ns0:lnTo>
                <ns0:lnTo>
                  <ns0:pt x="787886" y="521847"/>
                </ns0:lnTo>
                <ns0:lnTo>
                  <ns0:pt x="786857" y="521630"/>
                </ns0:lnTo>
                <ns0:lnTo>
                  <ns0:pt x="785829" y="521762"/>
                </ns0:lnTo>
                <ns0:lnTo>
                  <ns0:pt x="784800" y="522136"/>
                </ns0:lnTo>
                <ns0:lnTo>
                  <ns0:pt x="783771" y="522468"/>
                </ns0:lnTo>
                <ns0:lnTo>
                  <ns0:pt x="782743" y="522669"/>
                </ns0:lnTo>
                <ns0:lnTo>
                  <ns0:pt x="781714" y="522766"/>
                </ns0:lnTo>
                <ns0:lnTo>
                  <ns0:pt x="780686" y="522779"/>
                </ns0:lnTo>
                <ns0:lnTo>
                  <ns0:pt x="779657" y="522761"/>
                </ns0:lnTo>
                <ns0:lnTo>
                  <ns0:pt x="778629" y="522756"/>
                </ns0:lnTo>
                <ns0:lnTo>
                  <ns0:pt x="777600" y="522748"/>
                </ns0:lnTo>
                <ns0:lnTo>
                  <ns0:pt x="776571" y="522641"/>
                </ns0:lnTo>
                <ns0:lnTo>
                  <ns0:pt x="775543" y="522381"/>
                </ns0:lnTo>
                <ns0:lnTo>
                  <ns0:pt x="774514" y="522347"/>
                </ns0:lnTo>
                <ns0:lnTo>
                  <ns0:pt x="773486" y="522894"/>
                </ns0:lnTo>
                <ns0:lnTo>
                  <ns0:pt x="772457" y="523564"/>
                </ns0:lnTo>
                <ns0:lnTo>
                  <ns0:pt x="771429" y="524078"/>
                </ns0:lnTo>
                <ns0:lnTo>
                  <ns0:pt x="770400" y="524363"/>
                </ns0:lnTo>
                <ns0:lnTo>
                  <ns0:pt x="769371" y="524464"/>
                </ns0:lnTo>
                <ns0:lnTo>
                  <ns0:pt x="768343" y="524470"/>
                </ns0:lnTo>
                <ns0:lnTo>
                  <ns0:pt x="767314" y="524469"/>
                </ns0:lnTo>
                <ns0:lnTo>
                  <ns0:pt x="766286" y="524496"/>
                </ns0:lnTo>
                <ns0:lnTo>
                  <ns0:pt x="765257" y="524517"/>
                </ns0:lnTo>
                <ns0:lnTo>
                  <ns0:pt x="764229" y="524446"/>
                </ns0:lnTo>
                <ns0:lnTo>
                  <ns0:pt x="763200" y="524221"/>
                </ns0:lnTo>
                <ns0:lnTo>
                  <ns0:pt x="762171" y="523939"/>
                </ns0:lnTo>
                <ns0:lnTo>
                  <ns0:pt x="761143" y="524182"/>
                </ns0:lnTo>
                <ns0:lnTo>
                  <ns0:pt x="760114" y="524580"/>
                </ns0:lnTo>
                <ns0:lnTo>
                  <ns0:pt x="759086" y="524986"/>
                </ns0:lnTo>
                <ns0:lnTo>
                  <ns0:pt x="758057" y="525289"/>
                </ns0:lnTo>
                <ns0:lnTo>
                  <ns0:pt x="757029" y="525475"/>
                </ns0:lnTo>
                <ns0:lnTo>
                  <ns0:pt x="756000" y="525534"/>
                </ns0:lnTo>
                <ns0:lnTo>
                  <ns0:pt x="754971" y="525502"/>
                </ns0:lnTo>
                <ns0:lnTo>
                  <ns0:pt x="753943" y="525455"/>
                </ns0:lnTo>
                <ns0:lnTo>
                  <ns0:pt x="752914" y="525442"/>
                </ns0:lnTo>
                <ns0:lnTo>
                  <ns0:pt x="751886" y="525439"/>
                </ns0:lnTo>
                <ns0:lnTo>
                  <ns0:pt x="750857" y="525330"/>
                </ns0:lnTo>
                <ns0:lnTo>
                  <ns0:pt x="749829" y="525014"/>
                </ns0:lnTo>
                <ns0:lnTo>
                  <ns0:pt x="748800" y="524607"/>
                </ns0:lnTo>
                <ns0:lnTo>
                  <ns0:pt x="747771" y="524247"/>
                </ns0:lnTo>
                <ns0:lnTo>
                  <ns0:pt x="746743" y="524056"/>
                </ns0:lnTo>
                <ns0:lnTo>
                  <ns0:pt x="745714" y="524016"/>
                </ns0:lnTo>
                <ns0:lnTo>
                  <ns0:pt x="744686" y="524061"/>
                </ns0:lnTo>
                <ns0:lnTo>
                  <ns0:pt x="743657" y="524102"/>
                </ns0:lnTo>
                <ns0:lnTo>
                  <ns0:pt x="742629" y="524093"/>
                </ns0:lnTo>
                <ns0:lnTo>
                  <ns0:pt x="741600" y="524055"/>
                </ns0:lnTo>
                <ns0:lnTo>
                  <ns0:pt x="740571" y="524036"/>
                </ns0:lnTo>
                <ns0:lnTo>
                  <ns0:pt x="739543" y="524035"/>
                </ns0:lnTo>
                <ns0:lnTo>
                  <ns0:pt x="738514" y="524006"/>
                </ns0:lnTo>
                <ns0:lnTo>
                  <ns0:pt x="737486" y="523988"/>
                </ns0:lnTo>
                <ns0:lnTo>
                  <ns0:pt x="736457" y="524365"/>
                </ns0:lnTo>
                <ns0:lnTo>
                  <ns0:pt x="735429" y="525455"/>
                </ns0:lnTo>
                <ns0:lnTo>
                  <ns0:pt x="734400" y="526600"/>
                </ns0:lnTo>
                <ns0:lnTo>
                  <ns0:pt x="733371" y="527499"/>
                </ns0:lnTo>
                <ns0:lnTo>
                  <ns0:pt x="732343" y="528061"/>
                </ns0:lnTo>
                <ns0:lnTo>
                  <ns0:pt x="731314" y="528285"/>
                </ns0:lnTo>
                <ns0:lnTo>
                  <ns0:pt x="730286" y="528295"/>
                </ns0:lnTo>
                <ns0:lnTo>
                  <ns0:pt x="729257" y="528260"/>
                </ns0:lnTo>
                <ns0:lnTo>
                  <ns0:pt x="728229" y="528263"/>
                </ns0:lnTo>
                <ns0:lnTo>
                  <ns0:pt x="727200" y="528228"/>
                </ns0:lnTo>
                <ns0:lnTo>
                  <ns0:pt x="726171" y="528002"/>
                </ns0:lnTo>
                <ns0:lnTo>
                  <ns0:pt x="725143" y="527652"/>
                </ns0:lnTo>
                <ns0:lnTo>
                  <ns0:pt x="724114" y="527713"/>
                </ns0:lnTo>
                <ns0:lnTo>
                  <ns0:pt x="723086" y="528897"/>
                </ns0:lnTo>
                <ns0:lnTo>
                  <ns0:pt x="722057" y="530253"/>
                </ns0:lnTo>
                <ns0:lnTo>
                  <ns0:pt x="721029" y="531483"/>
                </ns0:lnTo>
                <ns0:lnTo>
                  <ns0:pt x="720000" y="532356"/>
                </ns0:lnTo>
                <ns0:lnTo>
                  <ns0:pt x="718971" y="532729"/>
                </ns0:lnTo>
                <ns0:lnTo>
                  <ns0:pt x="717943" y="532617"/>
                </ns0:lnTo>
                <ns0:lnTo>
                  <ns0:pt x="716914" y="532238"/>
                </ns0:lnTo>
                <ns0:lnTo>
                  <ns0:pt x="715886" y="531910"/>
                </ns0:lnTo>
                <ns0:lnTo>
                  <ns0:pt x="714857" y="531840"/>
                </ns0:lnTo>
                <ns0:lnTo>
                  <ns0:pt x="713829" y="531993"/>
                </ns0:lnTo>
                <ns0:lnTo>
                  <ns0:pt x="712800" y="532183"/>
                </ns0:lnTo>
                <ns0:lnTo>
                  <ns0:pt x="711771" y="532383"/>
                </ns0:lnTo>
                <ns0:lnTo>
                  <ns0:pt x="710743" y="533197"/>
                </ns0:lnTo>
                <ns0:lnTo>
                  <ns0:pt x="709714" y="534153"/>
                </ns0:lnTo>
                <ns0:lnTo>
                  <ns0:pt x="708686" y="535063"/>
                </ns0:lnTo>
                <ns0:lnTo>
                  <ns0:pt x="707657" y="535773"/>
                </ns0:lnTo>
                <ns0:lnTo>
                  <ns0:pt x="706629" y="536202"/>
                </ns0:lnTo>
                <ns0:lnTo>
                  <ns0:pt x="705600" y="536354"/>
                </ns0:lnTo>
                <ns0:lnTo>
                  <ns0:pt x="704571" y="536313"/>
                </ns0:lnTo>
                <ns0:lnTo>
                  <ns0:pt x="703543" y="536234"/>
                </ns0:lnTo>
                <ns0:lnTo>
                  <ns0:pt x="702514" y="536325"/>
                </ns0:lnTo>
                <ns0:lnTo>
                  <ns0:pt x="701486" y="536824"/>
                </ns0:lnTo>
                <ns0:lnTo>
                  <ns0:pt x="700457" y="537994"/>
                </ns0:lnTo>
                <ns0:lnTo>
                  <ns0:pt x="699429" y="540043"/>
                </ns0:lnTo>
                <ns0:lnTo>
                  <ns0:pt x="698400" y="543048"/>
                </ns0:lnTo>
                <ns0:lnTo>
                  <ns0:pt x="697371" y="545987"/>
                </ns0:lnTo>
                <ns0:lnTo>
                  <ns0:pt x="696343" y="548605"/>
                </ns0:lnTo>
                <ns0:lnTo>
                  <ns0:pt x="695314" y="550523"/>
                </ns0:lnTo>
                <ns0:lnTo>
                  <ns0:pt x="694286" y="551589"/>
                </ns0:lnTo>
                <ns0:lnTo>
                  <ns0:pt x="693257" y="551894"/>
                </ns0:lnTo>
                <ns0:lnTo>
                  <ns0:pt x="692229" y="551728"/>
                </ns0:lnTo>
                <ns0:lnTo>
                  <ns0:pt x="691200" y="551446"/>
                </ns0:lnTo>
                <ns0:lnTo>
                  <ns0:pt x="690171" y="551303"/>
                </ns0:lnTo>
                <ns0:lnTo>
                  <ns0:pt x="689143" y="551544"/>
                </ns0:lnTo>
                <ns0:lnTo>
                  <ns0:pt x="688114" y="552454"/>
                </ns0:lnTo>
                <ns0:lnTo>
                  <ns0:pt x="687086" y="554422"/>
                </ns0:lnTo>
                <ns0:lnTo>
                  <ns0:pt x="686057" y="557762"/>
                </ns0:lnTo>
                <ns0:lnTo>
                  <ns0:pt x="685029" y="561842"/>
                </ns0:lnTo>
                <ns0:lnTo>
                  <ns0:pt x="684000" y="565829"/>
                </ns0:lnTo>
                <ns0:lnTo>
                  <ns0:pt x="682971" y="569176"/>
                </ns0:lnTo>
                <ns0:lnTo>
                  <ns0:pt x="681943" y="571487"/>
                </ns0:lnTo>
                <ns0:lnTo>
                  <ns0:pt x="680914" y="572698"/>
                </ns0:lnTo>
                <ns0:lnTo>
                  <ns0:pt x="679886" y="573118"/>
                </ns0:lnTo>
                <ns0:lnTo>
                  <ns0:pt x="678857" y="573230"/>
                </ns0:lnTo>
                <ns0:lnTo>
                  <ns0:pt x="677829" y="573479"/>
                </ns0:lnTo>
                <ns0:lnTo>
                  <ns0:pt x="676800" y="574178"/>
                </ns0:lnTo>
                <ns0:lnTo>
                  <ns0:pt x="675771" y="575471"/>
                </ns0:lnTo>
                <ns0:lnTo>
                  <ns0:pt x="674743" y="577437"/>
                </ns0:lnTo>
                <ns0:lnTo>
                  <ns0:pt x="673714" y="580172"/>
                </ns0:lnTo>
                <ns0:lnTo>
                  <ns0:pt x="672686" y="583363"/>
                </ns0:lnTo>
                <ns0:lnTo>
                  <ns0:pt x="671657" y="586569"/>
                </ns0:lnTo>
                <ns0:lnTo>
                  <ns0:pt x="670629" y="589373"/>
                </ns0:lnTo>
                <ns0:lnTo>
                  <ns0:pt x="669600" y="591477"/>
                </ns0:lnTo>
                <ns0:lnTo>
                  <ns0:pt x="668571" y="592782"/>
                </ns0:lnTo>
                <ns0:lnTo>
                  <ns0:pt x="667543" y="593459"/>
                </ns0:lnTo>
                <ns0:lnTo>
                  <ns0:pt x="666514" y="593849"/>
                </ns0:lnTo>
                <ns0:lnTo>
                  <ns0:pt x="665486" y="594315"/>
                </ns0:lnTo>
                <ns0:lnTo>
                  <ns0:pt x="664457" y="595082"/>
                </ns0:lnTo>
                <ns0:lnTo>
                  <ns0:pt x="663429" y="596370"/>
                </ns0:lnTo>
                <ns0:lnTo>
                  <ns0:pt x="662400" y="598412"/>
                </ns0:lnTo>
                <ns0:lnTo>
                  <ns0:pt x="661371" y="601527"/>
                </ns0:lnTo>
                <ns0:lnTo>
                  <ns0:pt x="660343" y="605871"/>
                </ns0:lnTo>
                <ns0:lnTo>
                  <ns0:pt x="659314" y="610253"/>
                </ns0:lnTo>
                <ns0:lnTo>
                  <ns0:pt x="658286" y="614141"/>
                </ns0:lnTo>
                <ns0:lnTo>
                  <ns0:pt x="657257" y="616972"/>
                </ns0:lnTo>
                <ns0:lnTo>
                  <ns0:pt x="656229" y="618649"/>
                </ns0:lnTo>
                <ns0:lnTo>
                  <ns0:pt x="655200" y="619450"/>
                </ns0:lnTo>
                <ns0:lnTo>
                  <ns0:pt x="654171" y="619853"/>
                </ns0:lnTo>
                <ns0:lnTo>
                  <ns0:pt x="653143" y="620272"/>
                </ns0:lnTo>
                <ns0:lnTo>
                  <ns0:pt x="652114" y="620991"/>
                </ns0:lnTo>
                <ns0:lnTo>
                  <ns0:pt x="651086" y="622209"/>
                </ns0:lnTo>
                <ns0:lnTo>
                  <ns0:pt x="650057" y="624138"/>
                </ns0:lnTo>
                <ns0:lnTo>
                  <ns0:pt x="649029" y="627085"/>
                </ns0:lnTo>
                <ns0:lnTo>
                  <ns0:pt x="648000" y="631205"/>
                </ns0:lnTo>
                <ns0:lnTo>
                  <ns0:pt x="646971" y="635543"/>
                </ns0:lnTo>
                <ns0:lnTo>
                  <ns0:pt x="645943" y="639444"/>
                </ns0:lnTo>
                <ns0:lnTo>
                  <ns0:pt x="644914" y="642518"/>
                </ns0:lnTo>
                <ns0:lnTo>
                  <ns0:pt x="643886" y="644683"/>
                </ns0:lnTo>
                <ns0:lnTo>
                  <ns0:pt x="642857" y="646155"/>
                </ns0:lnTo>
                <ns0:lnTo>
                  <ns0:pt x="641829" y="647287"/>
                </ns0:lnTo>
                <ns0:lnTo>
                  <ns0:pt x="640800" y="648415"/>
                </ns0:lnTo>
                <ns0:lnTo>
                  <ns0:pt x="639771" y="649785"/>
                </ns0:lnTo>
                <ns0:lnTo>
                  <ns0:pt x="638743" y="651564"/>
                </ns0:lnTo>
                <ns0:lnTo>
                  <ns0:pt x="637714" y="653928"/>
                </ns0:lnTo>
                <ns0:lnTo>
                  <ns0:pt x="636686" y="657111"/>
                </ns0:lnTo>
                <ns0:lnTo>
                  <ns0:pt x="635657" y="661268"/>
                </ns0:lnTo>
                <ns0:lnTo>
                  <ns0:pt x="634629" y="665294"/>
                </ns0:lnTo>
                <ns0:lnTo>
                  <ns0:pt x="633600" y="669019"/>
                </ns0:lnTo>
                <ns0:lnTo>
                  <ns0:pt x="632571" y="671929"/>
                </ns0:lnTo>
                <ns0:lnTo>
                  <ns0:pt x="631543" y="673848"/>
                </ns0:lnTo>
                <ns0:lnTo>
                  <ns0:pt x="630514" y="674990"/>
                </ns0:lnTo>
                <ns0:lnTo>
                  <ns0:pt x="629486" y="675292"/>
                </ns0:lnTo>
                <ns0:lnTo>
                  <ns0:pt x="628457" y="675317"/>
                </ns0:lnTo>
                <ns0:lnTo>
                  <ns0:pt x="627429" y="675301"/>
                </ns0:lnTo>
                <ns0:lnTo>
                  <ns0:pt x="626400" y="675502"/>
                </ns0:lnTo>
                <ns0:lnTo>
                  <ns0:pt x="625371" y="676218"/>
                </ns0:lnTo>
                <ns0:lnTo>
                  <ns0:pt x="624343" y="677842"/>
                </ns0:lnTo>
                <ns0:lnTo>
                  <ns0:pt x="623314" y="680620"/>
                </ns0:lnTo>
                <ns0:lnTo>
                  <ns0:pt x="622286" y="683712"/>
                </ns0:lnTo>
                <ns0:lnTo>
                  <ns0:pt x="621257" y="686431"/>
                </ns0:lnTo>
                <ns0:lnTo>
                  <ns0:pt x="620229" y="688251"/>
                </ns0:lnTo>
                <ns0:lnTo>
                  <ns0:pt x="619200" y="689004"/>
                </ns0:lnTo>
                <ns0:lnTo>
                  <ns0:pt x="618171" y="688952"/>
                </ns0:lnTo>
                <ns0:lnTo>
                  <ns0:pt x="617143" y="692995"/>
                </ns0:lnTo>
                <ns0:lnTo>
                  <ns0:pt x="616114" y="693513"/>
                </ns0:lnTo>
                <ns0:lnTo>
                  <ns0:pt x="615086" y="693468"/>
                </ns0:lnTo>
                <ns0:lnTo>
                  <ns0:pt x="614057" y="692653"/>
                </ns0:lnTo>
                <ns0:lnTo>
                  <ns0:pt x="613029" y="691574"/>
                </ns0:lnTo>
                <ns0:lnTo>
                  <ns0:pt x="612000" y="690974"/>
                </ns0:lnTo>
                <ns0:lnTo>
                  <ns0:pt x="610971" y="690900"/>
                </ns0:lnTo>
                <ns0:lnTo>
                  <ns0:pt x="609943" y="691173"/>
                </ns0:lnTo>
                <ns0:lnTo>
                  <ns0:pt x="608914" y="691570"/>
                </ns0:lnTo>
                <ns0:lnTo>
                  <ns0:pt x="607886" y="691944"/>
                </ns0:lnTo>
                <ns0:lnTo>
                  <ns0:pt x="606857" y="692278"/>
                </ns0:lnTo>
                <ns0:lnTo>
                  <ns0:pt x="605829" y="692620"/>
                </ns0:lnTo>
                <ns0:lnTo>
                  <ns0:pt x="604800" y="692980"/>
                </ns0:lnTo>
                <ns0:lnTo>
                  <ns0:pt x="603771" y="692921"/>
                </ns0:lnTo>
                <ns0:lnTo>
                  <ns0:pt x="602743" y="692630"/>
                </ns0:lnTo>
                <ns0:lnTo>
                  <ns0:pt x="601714" y="692149"/>
                </ns0:lnTo>
                <ns0:lnTo>
                  <ns0:pt x="600686" y="692080"/>
                </ns0:lnTo>
                <ns0:lnTo>
                  <ns0:pt x="599657" y="692746"/>
                </ns0:lnTo>
                <ns0:lnTo>
                  <ns0:pt x="598629" y="693667"/>
                </ns0:lnTo>
                <ns0:lnTo>
                  <ns0:pt x="597600" y="694442"/>
                </ns0:lnTo>
                <ns0:lnTo>
                  <ns0:pt x="596571" y="694877"/>
                </ns0:lnTo>
                <ns0:lnTo>
                  <ns0:pt x="595543" y="695022"/>
                </ns0:lnTo>
                <ns0:lnTo>
                  <ns0:pt x="594514" y="695038"/>
                </ns0:lnTo>
                <ns0:lnTo>
                  <ns0:pt x="593486" y="695035"/>
                </ns0:lnTo>
                <ns0:lnTo>
                  <ns0:pt x="592457" y="694990"/>
                </ns0:lnTo>
                <ns0:lnTo>
                  <ns0:pt x="591429" y="694758"/>
                </ns0:lnTo>
                <ns0:lnTo>
                  <ns0:pt x="590400" y="694247"/>
                </ns0:lnTo>
                <ns0:lnTo>
                  <ns0:pt x="589371" y="693736"/>
                </ns0:lnTo>
                <ns0:lnTo>
                  <ns0:pt x="588343" y="693990"/>
                </ns0:lnTo>
                <ns0:lnTo>
                  <ns0:pt x="587314" y="694893"/>
                </ns0:lnTo>
                <ns0:lnTo>
                  <ns0:pt x="586286" y="695839"/>
                </ns0:lnTo>
                <ns0:lnTo>
                  <ns0:pt x="585257" y="696497"/>
                </ns0:lnTo>
                <ns0:lnTo>
                  <ns0:pt x="584229" y="696775"/>
                </ns0:lnTo>
                <ns0:lnTo>
                  <ns0:pt x="583200" y="696805"/>
                </ns0:lnTo>
                <ns0:lnTo>
                  <ns0:pt x="582171" y="696772"/>
                </ns0:lnTo>
                <ns0:lnTo>
                  <ns0:pt x="581143" y="696771"/>
                </ns0:lnTo>
                <ns0:lnTo>
                  <ns0:pt x="580114" y="696719"/>
                </ns0:lnTo>
                <ns0:lnTo>
                  <ns0:pt x="579086" y="696385"/>
                </ns0:lnTo>
                <ns0:lnTo>
                  <ns0:pt x="578057" y="695691"/>
                </ns0:lnTo>
                <ns0:lnTo>
                  <ns0:pt x="577029" y="695366"/>
                </ns0:lnTo>
                <ns0:lnTo>
                  <ns0:pt x="576000" y="695759"/>
                </ns0:lnTo>
                <ns0:lnTo>
                  <ns0:pt x="574971" y="696432"/>
                </ns0:lnTo>
                <ns0:lnTo>
                  <ns0:pt x="573943" y="697004"/>
                </ns0:lnTo>
                <ns0:lnTo>
                  <ns0:pt x="572914" y="697333"/>
                </ns0:lnTo>
                <ns0:lnTo>
                  <ns0:pt x="571886" y="697456"/>
                </ns0:lnTo>
                <ns0:lnTo>
                  <ns0:pt x="570857" y="697484"/>
                </ns0:lnTo>
                <ns0:lnTo>
                  <ns0:pt x="569829" y="697489"/>
                </ns0:lnTo>
                <ns0:lnTo>
                  <ns0:pt x="568800" y="697463"/>
                </ns0:lnTo>
                <ns0:lnTo>
                  <ns0:pt x="567771" y="697334"/>
                </ns0:lnTo>
                <ns0:lnTo>
                  <ns0:pt x="566743" y="696979"/>
                </ns0:lnTo>
                <ns0:lnTo>
                  <ns0:pt x="565714" y="696424"/>
                </ns0:lnTo>
                <ns0:lnTo>
                  <ns0:pt x="564686" y="696495"/>
                </ns0:lnTo>
                <ns0:lnTo>
                  <ns0:pt x="563657" y="697252"/>
                </ns0:lnTo>
                <ns0:lnTo>
                  <ns0:pt x="562629" y="698017"/>
                </ns0:lnTo>
                <ns0:lnTo>
                  <ns0:pt x="561600" y="698543"/>
                </ns0:lnTo>
                <ns0:lnTo>
                  <ns0:pt x="560571" y="698776"/>
                </ns0:lnTo>
                <ns0:lnTo>
                  <ns0:pt x="559543" y="698823"/>
                </ns0:lnTo>
                <ns0:lnTo>
                  <ns0:pt x="558514" y="698818"/>
                </ns0:lnTo>
                <ns0:lnTo>
                  <ns0:pt x="557486" y="698815"/>
                </ns0:lnTo>
                <ns0:lnTo>
                  <ns0:pt x="556457" y="698730"/>
                </ns0:lnTo>
                <ns0:lnTo>
                  <ns0:pt x="555429" y="698350"/>
                </ns0:lnTo>
                <ns0:lnTo>
                  <ns0:pt x="554400" y="697596"/>
                </ns0:lnTo>
                <ns0:lnTo>
                  <ns0:pt x="553371" y="696920"/>
                </ns0:lnTo>
                <ns0:lnTo>
                  <ns0:pt x="552343" y="697047"/>
                </ns0:lnTo>
                <ns0:lnTo>
                  <ns0:pt x="551314" y="697521"/>
                </ns0:lnTo>
                <ns0:lnTo>
                  <ns0:pt x="550286" y="697971"/>
                </ns0:lnTo>
                <ns0:lnTo>
                  <ns0:pt x="549257" y="698229"/>
                </ns0:lnTo>
                <ns0:lnTo>
                  <ns0:pt x="548229" y="698309"/>
                </ns0:lnTo>
                <ns0:lnTo>
                  <ns0:pt x="547200" y="698311"/>
                </ns0:lnTo>
                <ns0:lnTo>
                  <ns0:pt x="546171" y="698313"/>
                </ns0:lnTo>
                <ns0:lnTo>
                  <ns0:pt x="545143" y="698310"/>
                </ns0:lnTo>
                <ns0:lnTo>
                  <ns0:pt x="544114" y="698188"/>
                </ns0:lnTo>
                <ns0:lnTo>
                  <ns0:pt x="543086" y="697724"/>
                </ns0:lnTo>
                <ns0:lnTo>
                  <ns0:pt x="542057" y="696771"/>
                </ns0:lnTo>
                <ns0:lnTo>
                  <ns0:pt x="541029" y="696191"/>
                </ns0:lnTo>
                <ns0:lnTo>
                  <ns0:pt x="540000" y="696389"/>
                </ns0:lnTo>
                <ns0:lnTo>
                  <ns0:pt x="538971" y="696722"/>
                </ns0:lnTo>
                <ns0:lnTo>
                  <ns0:pt x="537943" y="696978"/>
                </ns0:lnTo>
                <ns0:lnTo>
                  <ns0:pt x="536914" y="697089"/>
                </ns0:lnTo>
                <ns0:lnTo>
                  <ns0:pt x="535886" y="697108"/>
                </ns0:lnTo>
                <ns0:lnTo>
                  <ns0:pt x="534857" y="697108"/>
                </ns0:lnTo>
                <ns0:lnTo>
                  <ns0:pt x="533829" y="697106"/>
                </ns0:lnTo>
                <ns0:lnTo>
                  <ns0:pt x="532800" y="697030"/>
                </ns0:lnTo>
                <ns0:lnTo>
                  <ns0:pt x="531771" y="696705"/>
                </ns0:lnTo>
                <ns0:lnTo>
                  <ns0:pt x="530743" y="696027"/>
                </ns0:lnTo>
                <ns0:lnTo>
                  <ns0:pt x="529714" y="695213"/>
                </ns0:lnTo>
                <ns0:lnTo>
                  <ns0:pt x="528686" y="695024"/>
                </ns0:lnTo>
                <ns0:lnTo>
                  <ns0:pt x="527657" y="695383"/>
                </ns0:lnTo>
                <ns0:lnTo>
                  <ns0:pt x="526629" y="695785"/>
                </ns0:lnTo>
                <ns0:lnTo>
                  <ns0:pt x="525600" y="696047"/>
                </ns0:lnTo>
                <ns0:lnTo>
                  <ns0:pt x="524571" y="696144"/>
                </ns0:lnTo>
                <ns0:lnTo>
                  <ns0:pt x="523543" y="696151"/>
                </ns0:lnTo>
                <ns0:lnTo>
                  <ns0:pt x="522514" y="696148"/>
                </ns0:lnTo>
                <ns0:lnTo>
                  <ns0:pt x="521486" y="696138"/>
                </ns0:lnTo>
                <ns0:lnTo>
                  <ns0:pt x="520457" y="696017"/>
                </ns0:lnTo>
                <ns0:lnTo>
                  <ns0:pt x="519429" y="695577"/>
                </ns0:lnTo>
                <ns0:lnTo>
                  <ns0:pt x="518400" y="694661"/>
                </ns0:lnTo>
                <ns0:lnTo>
                  <ns0:pt x="517371" y="693739"/>
                </ns0:lnTo>
                <ns0:lnTo>
                  <ns0:pt x="516343" y="693579"/>
                </ns0:lnTo>
                <ns0:lnTo>
                  <ns0:pt x="515314" y="693772"/>
                </ns0:lnTo>
                <ns0:lnTo>
                  <ns0:pt x="514286" y="693992"/>
                </ns0:lnTo>
                <ns0:lnTo>
                  <ns0:pt x="513257" y="694117"/>
                </ns0:lnTo>
                <ns0:lnTo>
                  <ns0:pt x="512229" y="694147"/>
                </ns0:lnTo>
                <ns0:lnTo>
                  <ns0:pt x="511200" y="694146"/>
                </ns0:lnTo>
                <ns0:lnTo>
                  <ns0:pt x="510171" y="694164"/>
                </ns0:lnTo>
                <ns0:lnTo>
                  <ns0:pt x="509143" y="694180"/>
                </ns0:lnTo>
                <ns0:lnTo>
                  <ns0:pt x="508114" y="694079"/>
                </ns0:lnTo>
                <ns0:lnTo>
                  <ns0:pt x="507086" y="693733"/>
                </ns0:lnTo>
                <ns0:lnTo>
                  <ns0:pt x="506057" y="693206"/>
                </ns0:lnTo>
                <ns0:lnTo>
                  <ns0:pt x="505029" y="693108"/>
                </ns0:lnTo>
                <ns0:lnTo>
                  <ns0:pt x="504000" y="693591"/>
                </ns0:lnTo>
                <ns0:lnTo>
                  <ns0:pt x="502971" y="694100"/>
                </ns0:lnTo>
                <ns0:lnTo>
                  <ns0:pt x="501943" y="694444"/>
                </ns0:lnTo>
                <ns0:lnTo>
                  <ns0:pt x="500914" y="694574"/>
                </ns0:lnTo>
                <ns0:lnTo>
                  <ns0:pt x="499886" y="694577"/>
                </ns0:lnTo>
                <ns0:lnTo>
                  <ns0:pt x="498857" y="694560"/>
                </ns0:lnTo>
                <ns0:lnTo>
                  <ns0:pt x="497829" y="694561"/>
                </ns0:lnTo>
                <ns0:lnTo>
                  <ns0:pt x="496800" y="694499"/>
                </ns0:lnTo>
                <ns0:lnTo>
                  <ns0:pt x="495771" y="694163"/>
                </ns0:lnTo>
                <ns0:lnTo>
                  <ns0:pt x="494743" y="693313"/>
                </ns0:lnTo>
                <ns0:lnTo>
                  <ns0:pt x="493714" y="692168"/>
                </ns0:lnTo>
                <ns0:lnTo>
                  <ns0:pt x="492686" y="691758"/>
                </ns0:lnTo>
                <ns0:lnTo>
                  <ns0:pt x="491657" y="692026"/>
                </ns0:lnTo>
                <ns0:lnTo>
                  <ns0:pt x="490629" y="692475"/>
                </ns0:lnTo>
                <ns0:lnTo>
                  <ns0:pt x="489600" y="692849"/>
                </ns0:lnTo>
                <ns0:lnTo>
                  <ns0:pt x="488571" y="693047"/>
                </ns0:lnTo>
                <ns0:lnTo>
                  <ns0:pt x="487543" y="693103"/>
                </ns0:lnTo>
                <ns0:lnTo>
                  <ns0:pt x="486514" y="693105"/>
                </ns0:lnTo>
                <ns0:lnTo>
                  <ns0:pt x="485486" y="693100"/>
                </ns0:lnTo>
                <ns0:lnTo>
                  <ns0:pt x="484457" y="692981"/>
                </ns0:lnTo>
                <ns0:lnTo>
                  <ns0:pt x="483429" y="692511"/>
                </ns0:lnTo>
                <ns0:lnTo>
                  <ns0:pt x="482400" y="691666"/>
                </ns0:lnTo>
                <ns0:lnTo>
                  <ns0:pt x="481371" y="691135"/>
                </ns0:lnTo>
                <ns0:lnTo>
                  <ns0:pt x="480343" y="691206"/>
                </ns0:lnTo>
                <ns0:lnTo>
                  <ns0:pt x="479314" y="691502"/>
                </ns0:lnTo>
                <ns0:lnTo>
                  <ns0:pt x="478286" y="691765"/>
                </ns0:lnTo>
                <ns0:lnTo>
                  <ns0:pt x="477257" y="691885"/>
                </ns0:lnTo>
                <ns0:lnTo>
                  <ns0:pt x="476229" y="691901"/>
                </ns0:lnTo>
                <ns0:lnTo>
                  <ns0:pt x="475200" y="691888"/>
                </ns0:lnTo>
                <ns0:lnTo>
                  <ns0:pt x="474171" y="691860"/>
                </ns0:lnTo>
                <ns0:lnTo>
                  <ns0:pt x="473143" y="691730"/>
                </ns0:lnTo>
                <ns0:lnTo>
                  <ns0:pt x="472114" y="691343"/>
                </ns0:lnTo>
                <ns0:lnTo>
                  <ns0:pt x="471086" y="690653"/>
                </ns0:lnTo>
                <ns0:lnTo>
                  <ns0:pt x="470057" y="690046"/>
                </ns0:lnTo>
                <ns0:lnTo>
                  <ns0:pt x="469029" y="690153"/>
                </ns0:lnTo>
                <ns0:lnTo>
                  <ns0:pt x="468000" y="691111"/>
                </ns0:lnTo>
                <ns0:lnTo>
                  <ns0:pt x="466971" y="692128"/>
                </ns0:lnTo>
                <ns0:lnTo>
                  <ns0:pt x="465943" y="692835"/>
                </ns0:lnTo>
                <ns0:lnTo>
                  <ns0:pt x="464914" y="693109"/>
                </ns0:lnTo>
                <ns0:lnTo>
                  <ns0:pt x="463886" y="693097"/>
                </ns0:lnTo>
                <ns0:lnTo>
                  <ns0:pt x="462857" y="693039"/>
                </ns0:lnTo>
                <ns0:lnTo>
                  <ns0:pt x="461829" y="693036"/>
                </ns0:lnTo>
                <ns0:lnTo>
                  <ns0:pt x="460800" y="692977"/>
                </ns0:lnTo>
                <ns0:lnTo>
                  <ns0:pt x="459771" y="692585"/>
                </ns0:lnTo>
                <ns0:lnTo>
                  <ns0:pt x="458743" y="691797"/>
                </ns0:lnTo>
                <ns0:lnTo>
                  <ns0:pt x="457714" y="691448"/>
                </ns0:lnTo>
                <ns0:lnTo>
                  <ns0:pt x="456686" y="691863"/>
                </ns0:lnTo>
                <ns0:lnTo>
                  <ns0:pt x="455657" y="692546"/>
                </ns0:lnTo>
                <ns0:lnTo>
                  <ns0:pt x="454629" y="693122"/>
                </ns0:lnTo>
                <ns0:lnTo>
                  <ns0:pt x="453600" y="693441"/>
                </ns0:lnTo>
                <ns0:lnTo>
                  <ns0:pt x="452571" y="693564"/>
                </ns0:lnTo>
                <ns0:lnTo>
                  <ns0:pt x="451543" y="693604"/>
                </ns0:lnTo>
                <ns0:lnTo>
                  <ns0:pt x="450514" y="693611"/>
                </ns0:lnTo>
                <ns0:lnTo>
                  <ns0:pt x="449486" y="693531"/>
                </ns0:lnTo>
                <ns0:lnTo>
                  <ns0:pt x="448457" y="693249"/>
                </ns0:lnTo>
                <ns0:lnTo>
                  <ns0:pt x="447429" y="692698"/>
                </ns0:lnTo>
                <ns0:lnTo>
                  <ns0:pt x="446400" y="692100"/>
                </ns0:lnTo>
                <ns0:lnTo>
                  <ns0:pt x="445371" y="692149"/>
                </ns0:lnTo>
                <ns0:lnTo>
                  <ns0:pt x="444343" y="692619"/>
                </ns0:lnTo>
                <ns0:lnTo>
                  <ns0:pt x="443314" y="693141"/>
                </ns0:lnTo>
                <ns0:lnTo>
                  <ns0:pt x="442286" y="693511"/>
                </ns0:lnTo>
                <ns0:lnTo>
                  <ns0:pt x="441257" y="693659"/>
                </ns0:lnTo>
                <ns0:lnTo>
                  <ns0:pt x="440229" y="693675"/>
                </ns0:lnTo>
                <ns0:lnTo>
                  <ns0:pt x="439200" y="693686"/>
                </ns0:lnTo>
                <ns0:lnTo>
                  <ns0:pt x="438171" y="693745"/>
                </ns0:lnTo>
                <ns0:lnTo>
                  <ns0:pt x="437143" y="693768"/>
                </ns0:lnTo>
                <ns0:lnTo>
                  <ns0:pt x="436114" y="693566"/>
                </ns0:lnTo>
                <ns0:lnTo>
                  <ns0:pt x="435086" y="693125"/>
                </ns0:lnTo>
                <ns0:lnTo>
                  <ns0:pt x="434057" y="692840"/>
                </ns0:lnTo>
                <ns0:lnTo>
                  <ns0:pt x="433029" y="693327"/>
                </ns0:lnTo>
                <ns0:lnTo>
                  <ns0:pt x="432000" y="694004"/>
                </ns0:lnTo>
                <ns0:lnTo>
                  <ns0:pt x="430971" y="694542"/>
                </ns0:lnTo>
                <ns0:lnTo>
                  <ns0:pt x="429943" y="694794"/>
                </ns0:lnTo>
                <ns0:lnTo>
                  <ns0:pt x="428914" y="694846"/>
                </ns0:lnTo>
                <ns0:lnTo>
                  <ns0:pt x="427886" y="694839"/>
                </ns0:lnTo>
                <ns0:lnTo>
                  <ns0:pt x="426857" y="694843"/>
                </ns0:lnTo>
                <ns0:lnTo>
                  <ns0:pt x="425829" y="694821"/>
                </ns0:lnTo>
                <ns0:lnTo>
                  <ns0:pt x="424800" y="694663"/>
                </ns0:lnTo>
                <ns0:lnTo>
                  <ns0:pt x="423771" y="694254"/>
                </ns0:lnTo>
                <ns0:lnTo>
                  <ns0:pt x="422743" y="693647"/>
                </ns0:lnTo>
                <ns0:lnTo>
                  <ns0:pt x="421714" y="693400"/>
                </ns0:lnTo>
                <ns0:lnTo>
                  <ns0:pt x="420686" y="693754"/>
                </ns0:lnTo>
                <ns0:lnTo>
                  <ns0:pt x="419657" y="694193"/>
                </ns0:lnTo>
                <ns0:lnTo>
                  <ns0:pt x="418629" y="694644"/>
                </ns0:lnTo>
                <ns0:lnTo>
                  <ns0:pt x="417600" y="694918"/>
                </ns0:lnTo>
                <ns0:lnTo>
                  <ns0:pt x="416571" y="694991"/>
                </ns0:lnTo>
                <ns0:lnTo>
                  <ns0:pt x="415543" y="694946"/>
                </ns0:lnTo>
                <ns0:lnTo>
                  <ns0:pt x="414514" y="694899"/>
                </ns0:lnTo>
                <ns0:lnTo>
                  <ns0:pt x="413486" y="694897"/>
                </ns0:lnTo>
                <ns0:lnTo>
                  <ns0:pt x="412457" y="694829"/>
                </ns0:lnTo>
                <ns0:lnTo>
                  <ns0:pt x="411429" y="694435"/>
                </ns0:lnTo>
                <ns0:lnTo>
                  <ns0:pt x="410400" y="693682"/>
                </ns0:lnTo>
                <ns0:lnTo>
                  <ns0:pt x="409371" y="693267"/>
                </ns0:lnTo>
                <ns0:lnTo>
                  <ns0:pt x="408343" y="693364"/>
                </ns0:lnTo>
                <ns0:lnTo>
                  <ns0:pt x="407314" y="693564"/>
                </ns0:lnTo>
                <ns0:lnTo>
                  <ns0:pt x="406286" y="693728"/>
                </ns0:lnTo>
                <ns0:lnTo>
                  <ns0:pt x="405257" y="693799"/>
                </ns0:lnTo>
                <ns0:lnTo>
                  <ns0:pt x="404229" y="693811"/>
                </ns0:lnTo>
                <ns0:lnTo>
                  <ns0:pt x="403200" y="693810"/>
                </ns0:lnTo>
                <ns0:lnTo>
                  <ns0:pt x="402171" y="693799"/>
                </ns0:lnTo>
                <ns0:lnTo>
                  <ns0:pt x="401143" y="693732"/>
                </ns0:lnTo>
                <ns0:lnTo>
                  <ns0:pt x="400114" y="693552"/>
                </ns0:lnTo>
                <ns0:lnTo>
                  <ns0:pt x="399086" y="693267"/>
                </ns0:lnTo>
                <ns0:lnTo>
                  <ns0:pt x="398057" y="693167"/>
                </ns0:lnTo>
                <ns0:lnTo>
                  <ns0:pt x="397029" y="693727"/>
                </ns0:lnTo>
                <ns0:lnTo>
                  <ns0:pt x="396000" y="694672"/>
                </ns0:lnTo>
                <ns0:lnTo>
                  <ns0:pt x="394971" y="695609"/>
                </ns0:lnTo>
                <ns0:lnTo>
                  <ns0:pt x="393943" y="696186"/>
                </ns0:lnTo>
                <ns0:lnTo>
                  <ns0:pt x="392914" y="696364"/>
                </ns0:lnTo>
                <ns0:lnTo>
                  <ns0:pt x="391886" y="696312"/>
                </ns0:lnTo>
                <ns0:lnTo>
                  <ns0:pt x="390857" y="696236"/>
                </ns0:lnTo>
                <ns0:lnTo>
                  <ns0:pt x="389829" y="696223"/>
                </ns0:lnTo>
                <ns0:lnTo>
                  <ns0:pt x="388800" y="696208"/>
                </ns0:lnTo>
                <ns0:lnTo>
                  <ns0:pt x="387771" y="696052"/>
                </ns0:lnTo>
                <ns0:lnTo>
                  <ns0:pt x="386743" y="695819"/>
                </ns0:lnTo>
                <ns0:lnTo>
                  <ns0:pt x="385714" y="696106"/>
                </ns0:lnTo>
                <ns0:lnTo>
                  <ns0:pt x="384686" y="697252"/>
                </ns0:lnTo>
                <ns0:lnTo>
                  <ns0:pt x="383657" y="698631"/>
                </ns0:lnTo>
                <ns0:lnTo>
                  <ns0:pt x="382629" y="699736"/>
                </ns0:lnTo>
                <ns0:lnTo>
                  <ns0:pt x="381600" y="700375"/>
                </ns0:lnTo>
                <ns0:lnTo>
                  <ns0:pt x="380571" y="700664"/>
                </ns0:lnTo>
                <ns0:lnTo>
                  <ns0:pt x="379543" y="700806"/>
                </ns0:lnTo>
                <ns0:lnTo>
                  <ns0:pt x="378514" y="700932"/>
                </ns0:lnTo>
                <ns0:lnTo>
                  <ns0:pt x="377486" y="701048"/>
                </ns0:lnTo>
                <ns0:lnTo>
                  <ns0:pt x="376457" y="701051"/>
                </ns0:lnTo>
                <ns0:lnTo>
                  <ns0:pt x="375429" y="700799"/>
                </ns0:lnTo>
                <ns0:lnTo>
                  <ns0:pt x="374400" y="700352"/>
                </ns0:lnTo>
                <ns0:lnTo>
                  <ns0:pt x="373371" y="700528"/>
                </ns0:lnTo>
                <ns0:lnTo>
                  <ns0:pt x="372343" y="701219"/>
                </ns0:lnTo>
                <ns0:lnTo>
                  <ns0:pt x="371314" y="701926"/>
                </ns0:lnTo>
                <ns0:lnTo>
                  <ns0:pt x="370286" y="702432"/>
                </ns0:lnTo>
                <ns0:lnTo>
                  <ns0:pt x="369257" y="702671"/>
                </ns0:lnTo>
                <ns0:lnTo>
                  <ns0:pt x="368229" y="702720"/>
                </ns0:lnTo>
                <ns0:lnTo>
                  <ns0:pt x="367200" y="702705"/>
                </ns0:lnTo>
                <ns0:lnTo>
                  <ns0:pt x="366171" y="702677"/>
                </ns0:lnTo>
                <ns0:lnTo>
                  <ns0:pt x="365143" y="702587"/>
                </ns0:lnTo>
                <ns0:lnTo>
                  <ns0:pt x="364114" y="702317"/>
                </ns0:lnTo>
                <ns0:lnTo>
                  <ns0:pt x="363086" y="701823"/>
                </ns0:lnTo>
                <ns0:lnTo>
                  <ns0:pt x="362057" y="701272"/>
                </ns0:lnTo>
                <ns0:lnTo>
                  <ns0:pt x="361029" y="701327"/>
                </ns0:lnTo>
                <ns0:lnTo>
                  <ns0:pt x="360000" y="701591"/>
                </ns0:lnTo>
                <ns0:lnTo>
                  <ns0:pt x="358971" y="701860"/>
                </ns0:lnTo>
                <ns0:lnTo>
                  <ns0:pt x="357943" y="701996"/>
                </ns0:lnTo>
                <ns0:lnTo>
                  <ns0:pt x="356914" y="702002"/>
                </ns0:lnTo>
                <ns0:lnTo>
                  <ns0:pt x="355886" y="701957"/>
                </ns0:lnTo>
                <ns0:lnTo>
                  <ns0:pt x="354857" y="701927"/>
                </ns0:lnTo>
                <ns0:lnTo>
                  <ns0:pt x="353829" y="701925"/>
                </ns0:lnTo>
                <ns0:lnTo>
                  <ns0:pt x="352800" y="701926"/>
                </ns0:lnTo>
                <ns0:lnTo>
                  <ns0:pt x="351771" y="701937"/>
                </ns0:lnTo>
                <ns0:lnTo>
                  <ns0:pt x="350743" y="702066"/>
                </ns0:lnTo>
                <ns0:lnTo>
                  <ns0:pt x="349714" y="702622"/>
                </ns0:lnTo>
                <ns0:lnTo>
                  <ns0:pt x="348686" y="703926"/>
                </ns0:lnTo>
                <ns0:lnTo>
                  <ns0:pt x="347657" y="705145"/>
                </ns0:lnTo>
                <ns0:lnTo>
                  <ns0:pt x="346629" y="705988"/>
                </ns0:lnTo>
                <ns0:lnTo>
                  <ns0:pt x="345600" y="706311"/>
                </ns0:lnTo>
                <ns0:lnTo>
                  <ns0:pt x="344571" y="706291"/>
                </ns0:lnTo>
                <ns0:lnTo>
                  <ns0:pt x="343543" y="706198"/>
                </ns0:lnTo>
                <ns0:lnTo>
                  <ns0:pt x="342514" y="706220"/>
                </ns0:lnTo>
                <ns0:lnTo>
                  <ns0:pt x="341486" y="706425"/>
                </ns0:lnTo>
                <ns0:lnTo>
                  <ns0:pt x="340457" y="706790"/>
                </ns0:lnTo>
                <ns0:lnTo>
                  <ns0:pt x="339429" y="707268"/>
                </ns0:lnTo>
                <ns0:lnTo>
                  <ns0:pt x="338400" y="707898"/>
                </ns0:lnTo>
                <ns0:lnTo>
                  <ns0:pt x="337371" y="709066"/>
                </ns0:lnTo>
                <ns0:lnTo>
                  <ns0:pt x="336343" y="710974"/>
                </ns0:lnTo>
                <ns0:lnTo>
                  <ns0:pt x="335314" y="712825"/>
                </ns0:lnTo>
                <ns0:lnTo>
                  <ns0:pt x="334286" y="714368"/>
                </ns0:lnTo>
                <ns0:lnTo>
                  <ns0:pt x="333257" y="715362"/>
                </ns0:lnTo>
                <ns0:lnTo>
                  <ns0:pt x="332229" y="715904"/>
                </ns0:lnTo>
                <ns0:lnTo>
                  <ns0:pt x="331200" y="716236"/>
                </ns0:lnTo>
                <ns0:lnTo>
                  <ns0:pt x="330171" y="716552"/>
                </ns0:lnTo>
                <ns0:lnTo>
                  <ns0:pt x="329143" y="716933"/>
                </ns0:lnTo>
                <ns0:lnTo>
                  <ns0:pt x="328114" y="717366"/>
                </ns0:lnTo>
                <ns0:lnTo>
                  <ns0:pt x="327086" y="717728"/>
                </ns0:lnTo>
                <ns0:lnTo>
                  <ns0:pt x="326057" y="717923"/>
                </ns0:lnTo>
                <ns0:lnTo>
                  <ns0:pt x="325029" y="718242"/>
                </ns0:lnTo>
                <ns0:lnTo>
                  <ns0:pt x="324000" y="719063"/>
                </ns0:lnTo>
                <ns0:lnTo>
                  <ns0:pt x="322971" y="719940"/>
                </ns0:lnTo>
                <ns0:lnTo>
                  <ns0:pt x="321943" y="720665"/>
                </ns0:lnTo>
                <ns0:lnTo>
                  <ns0:pt x="320914" y="721067"/>
                </ns0:lnTo>
                <ns0:lnTo>
                  <ns0:pt x="319886" y="721123"/>
                </ns0:lnTo>
                <ns0:lnTo>
                  <ns0:pt x="318857" y="720945"/>
                </ns0:lnTo>
                <ns0:lnTo>
                  <ns0:pt x="317829" y="720690"/>
                </ns0:lnTo>
                <ns0:lnTo>
                  <ns0:pt x="316800" y="720514"/>
                </ns0:lnTo>
                <ns0:lnTo>
                  <ns0:pt x="315771" y="720577"/>
                </ns0:lnTo>
                <ns0:lnTo>
                  <ns0:pt x="314743" y="721014"/>
                </ns0:lnTo>
                <ns0:lnTo>
                  <ns0:pt x="313714" y="721966"/>
                </ns0:lnTo>
                <ns0:lnTo>
                  <ns0:pt x="312686" y="723487"/>
                </ns0:lnTo>
                <ns0:lnTo>
                  <ns0:pt x="311657" y="725018"/>
                </ns0:lnTo>
                <ns0:lnTo>
                  <ns0:pt x="310629" y="726221"/>
                </ns0:lnTo>
                <ns0:lnTo>
                  <ns0:pt x="309600" y="727006"/>
                </ns0:lnTo>
                <ns0:lnTo>
                  <ns0:pt x="308571" y="727467"/>
                </ns0:lnTo>
                <ns0:lnTo>
                  <ns0:pt x="307543" y="727778"/>
                </ns0:lnTo>
                <ns0:lnTo>
                  <ns0:pt x="306514" y="728096"/>
                </ns0:lnTo>
                <ns0:lnTo>
                  <ns0:pt x="305486" y="728524"/>
                </ns0:lnTo>
                <ns0:lnTo>
                  <ns0:pt x="304457" y="729143"/>
                </ns0:lnTo>
                <ns0:lnTo>
                  <ns0:pt x="303429" y="730068"/>
                </ns0:lnTo>
                <ns0:lnTo>
                  <ns0:pt x="302400" y="731503"/>
                </ns0:lnTo>
                <ns0:lnTo>
                  <ns0:pt x="301371" y="733723"/>
                </ns0:lnTo>
                <ns0:lnTo>
                  <ns0:pt x="300343" y="736920"/>
                </ns0:lnTo>
                <ns0:lnTo>
                  <ns0:pt x="299314" y="740806"/>
                </ns0:lnTo>
                <ns0:lnTo>
                  <ns0:pt x="298286" y="744550"/>
                </ns0:lnTo>
                <ns0:lnTo>
                  <ns0:pt x="297257" y="747784"/>
                </ns0:lnTo>
                <ns0:lnTo>
                  <ns0:pt x="296229" y="750334"/>
                </ns0:lnTo>
                <ns0:lnTo>
                  <ns0:pt x="295200" y="752290"/>
                </ns0:lnTo>
                <ns0:lnTo>
                  <ns0:pt x="294171" y="753912"/>
                </ns0:lnTo>
                <ns0:lnTo>
                  <ns0:pt x="293143" y="755453"/>
                </ns0:lnTo>
                <ns0:lnTo>
                  <ns0:pt x="292114" y="757061"/>
                </ns0:lnTo>
                <ns0:lnTo>
                  <ns0:pt x="291086" y="758773"/>
                </ns0:lnTo>
                <ns0:lnTo>
                  <ns0:pt x="290057" y="760603"/>
                </ns0:lnTo>
                <ns0:lnTo>
                  <ns0:pt x="289029" y="762558"/>
                </ns0:lnTo>
                <ns0:lnTo>
                  <ns0:pt x="288000" y="764753"/>
                </ns0:lnTo>
                <ns0:lnTo>
                  <ns0:pt x="286971" y="767247"/>
                </ns0:lnTo>
                <ns0:lnTo>
                  <ns0:pt x="285943" y="769597"/>
                </ns0:lnTo>
                <ns0:lnTo>
                  <ns0:pt x="284914" y="771508"/>
                </ns0:lnTo>
                <ns0:lnTo>
                  <ns0:pt x="283886" y="772903"/>
                </ns0:lnTo>
                <ns0:lnTo>
                  <ns0:pt x="282857" y="773922"/>
                </ns0:lnTo>
                <ns0:lnTo>
                  <ns0:pt x="281829" y="774819"/>
                </ns0:lnTo>
                <ns0:lnTo>
                  <ns0:pt x="280800" y="775823"/>
                </ns0:lnTo>
                <ns0:lnTo>
                  <ns0:pt x="279771" y="777082"/>
                </ns0:lnTo>
                <ns0:lnTo>
                  <ns0:pt x="278743" y="778656"/>
                </ns0:lnTo>
                <ns0:lnTo>
                  <ns0:pt x="277714" y="780547"/>
                </ns0:lnTo>
                <ns0:lnTo>
                  <ns0:pt x="276686" y="782675"/>
                </ns0:lnTo>
                <ns0:lnTo>
                  <ns0:pt x="275657" y="784924"/>
                </ns0:lnTo>
                <ns0:lnTo>
                  <ns0:pt x="274629" y="786968"/>
                </ns0:lnTo>
                <ns0:lnTo>
                  <ns0:pt x="273600" y="788880"/>
                </ns0:lnTo>
                <ns0:lnTo>
                  <ns0:pt x="272571" y="790509"/>
                </ns0:lnTo>
                <ns0:lnTo>
                  <ns0:pt x="271543" y="791858"/>
                </ns0:lnTo>
                <ns0:lnTo>
                  <ns0:pt x="270514" y="793022"/>
                </ns0:lnTo>
                <ns0:lnTo>
                  <ns0:pt x="269486" y="794165"/>
                </ns0:lnTo>
                <ns0:lnTo>
                  <ns0:pt x="268457" y="795476"/>
                </ns0:lnTo>
                <ns0:lnTo>
                  <ns0:pt x="267429" y="797157"/>
                </ns0:lnTo>
                <ns0:lnTo>
                  <ns0:pt x="266400" y="799429"/>
                </ns0:lnTo>
                <ns0:lnTo>
                  <ns0:pt x="265371" y="802459"/>
                </ns0:lnTo>
                <ns0:lnTo>
                  <ns0:pt x="264343" y="806488"/>
                </ns0:lnTo>
                <ns0:lnTo>
                  <ns0:pt x="263314" y="811516"/>
                </ns0:lnTo>
                <ns0:lnTo>
                  <ns0:pt x="262286" y="817065"/>
                </ns0:lnTo>
                <ns0:lnTo>
                  <ns0:pt x="261257" y="822340"/>
                </ns0:lnTo>
                <ns0:lnTo>
                  <ns0:pt x="260229" y="827256"/>
                </ns0:lnTo>
                <ns0:lnTo>
                  <ns0:pt x="259200" y="831631"/>
                </ns0:lnTo>
                <ns0:lnTo>
                  <ns0:pt x="258171" y="835461"/>
                </ns0:lnTo>
                <ns0:lnTo>
                  <ns0:pt x="257143" y="838822"/>
                </ns0:lnTo>
                <ns0:lnTo>
                  <ns0:pt x="256114" y="841826"/>
                </ns0:lnTo>
                <ns0:lnTo>
                  <ns0:pt x="255086" y="844537"/>
                </ns0:lnTo>
                <ns0:lnTo>
                  <ns0:pt x="254057" y="846989"/>
                </ns0:lnTo>
                <ns0:lnTo>
                  <ns0:pt x="253029" y="849243"/>
                </ns0:lnTo>
                <ns0:lnTo>
                  <ns0:pt x="252000" y="851402"/>
                </ns0:lnTo>
                <ns0:lnTo>
                  <ns0:pt x="250971" y="853444"/>
                </ns0:lnTo>
                <ns0:lnTo>
                  <ns0:pt x="249943" y="855297"/>
                </ns0:lnTo>
                <ns0:lnTo>
                  <ns0:pt x="248914" y="857019"/>
                </ns0:lnTo>
                <ns0:lnTo>
                  <ns0:pt x="247886" y="858813"/>
                </ns0:lnTo>
                <ns0:lnTo>
                  <ns0:pt x="246857" y="860623"/>
                </ns0:lnTo>
                <ns0:lnTo>
                  <ns0:pt x="245829" y="862450"/>
                </ns0:lnTo>
                <ns0:lnTo>
                  <ns0:pt x="244800" y="864347"/>
                </ns0:lnTo>
                <ns0:lnTo>
                  <ns0:pt x="243771" y="866466"/>
                </ns0:lnTo>
                <ns0:lnTo>
                  <ns0:pt x="242743" y="868964"/>
                </ns0:lnTo>
                <ns0:lnTo>
                  <ns0:pt x="241714" y="871973"/>
                </ns0:lnTo>
                <ns0:lnTo>
                  <ns0:pt x="240686" y="875563"/>
                </ns0:lnTo>
                <ns0:lnTo>
                  <ns0:pt x="239657" y="879737"/>
                </ns0:lnTo>
                <ns0:lnTo>
                  <ns0:pt x="238629" y="884438"/>
                </ns0:lnTo>
                <ns0:lnTo>
                  <ns0:pt x="237600" y="889606"/>
                </ns0:lnTo>
                <ns0:lnTo>
                  <ns0:pt x="236571" y="895170"/>
                </ns0:lnTo>
                <ns0:lnTo>
                  <ns0:pt x="235543" y="901044"/>
                </ns0:lnTo>
                <ns0:lnTo>
                  <ns0:pt x="234514" y="907191"/>
                </ns0:lnTo>
                <ns0:lnTo>
                  <ns0:pt x="233486" y="913567"/>
                </ns0:lnTo>
                <ns0:lnTo>
                  <ns0:pt x="232457" y="920122"/>
                </ns0:lnTo>
                <ns0:lnTo>
                  <ns0:pt x="231429" y="926827"/>
                </ns0:lnTo>
                <ns0:lnTo>
                  <ns0:pt x="230400" y="933667"/>
                </ns0:lnTo>
                <ns0:lnTo>
                  <ns0:pt x="229371" y="940650"/>
                </ns0:lnTo>
                <ns0:lnTo>
                  <ns0:pt x="228343" y="947791"/>
                </ns0:lnTo>
                <ns0:lnTo>
                  <ns0:pt x="227314" y="955067"/>
                </ns0:lnTo>
                <ns0:lnTo>
                  <ns0:pt x="226286" y="962364"/>
                </ns0:lnTo>
                <ns0:lnTo>
                  <ns0:pt x="225257" y="969429"/>
                </ns0:lnTo>
                <ns0:lnTo>
                  <ns0:pt x="224229" y="975868"/>
                </ns0:lnTo>
                <ns0:lnTo>
                  <ns0:pt x="223200" y="981221"/>
                </ns0:lnTo>
                <ns0:lnTo>
                  <ns0:pt x="222171" y="985447"/>
                </ns0:lnTo>
                <ns0:lnTo>
                  <ns0:pt x="221143" y="989096"/>
                </ns0:lnTo>
                <ns0:lnTo>
                  <ns0:pt x="220114" y="992668"/>
                </ns0:lnTo>
                <ns0:lnTo>
                  <ns0:pt x="219086" y="995864"/>
                </ns0:lnTo>
                <ns0:lnTo>
                  <ns0:pt x="218057" y="998513"/>
                </ns0:lnTo>
                <ns0:lnTo>
                  <ns0:pt x="217029" y="1000607"/>
                </ns0:lnTo>
                <ns0:lnTo>
                  <ns0:pt x="216000" y="1002155"/>
                </ns0:lnTo>
                <ns0:lnTo>
                  <ns0:pt x="214971" y="1003192"/>
                </ns0:lnTo>
                <ns0:lnTo>
                  <ns0:pt x="213943" y="1003776"/>
                </ns0:lnTo>
                <ns0:lnTo>
                  <ns0:pt x="212914" y="1003967"/>
                </ns0:lnTo>
                <ns0:lnTo>
                  <ns0:pt x="211886" y="1003815"/>
                </ns0:lnTo>
                <ns0:lnTo>
                  <ns0:pt x="210857" y="1003357"/>
                </ns0:lnTo>
                <ns0:lnTo>
                  <ns0:pt x="209829" y="1002613"/>
                </ns0:lnTo>
                <ns0:lnTo>
                  <ns0:pt x="208800" y="1001583"/>
                </ns0:lnTo>
                <ns0:lnTo>
                  <ns0:pt x="207771" y="1000252"/>
                </ns0:lnTo>
                <ns0:lnTo>
                  <ns0:pt x="206743" y="998621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7" name="vx (m/s)"/>
          <ns0:cNvSpPr txBox="1"/>
          <ns0:nvPr/>
        </ns0:nvSpPr>
        <ns0:spPr>
          <ns0:xfrm xmlns:ns0="http://schemas.openxmlformats.org/drawingml/2006/main">
            <ns0:off x="792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18" name="Isaac Sim / PhysX vx native data chart"/>
          <ns0:cNvGraphicFramePr/>
          <ns0:nvPr/>
        </ns0:nvGraphicFramePr>
        <ns0:xfrm>
          <ns0:off xmlns:ns0="http://schemas.openxmlformats.org/drawingml/2006/main" x="828000" y="161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8="http://schemas.openxmlformats.org/officeDocument/2006/relationships" ns8:id="rId101"/>
          </ns0:graphicData>
        </ns0:graphic>
      </ns0:graphicFrame>
      <ns0:sp>
        <ns0:nvSpPr>
          <ns0:cNvPr id="19" name="Isaac Sim / PhysX vy CWC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4237"/>
                </ns0:lnTo>
                <ns0:lnTo>
                  <ns0:pt x="290880" y="976291"/>
                </ns0:lnTo>
                <ns0:lnTo>
                  <ns0:pt x="292320" y="976282"/>
                </ns0:lnTo>
                <ns0:lnTo>
                  <ns0:pt x="293760" y="976099"/>
                </ns0:lnTo>
                <ns0:lnTo>
                  <ns0:pt x="295200" y="976700"/>
                </ns0:lnTo>
                <ns0:lnTo>
                  <ns0:pt x="296640" y="978036"/>
                </ns0:lnTo>
                <ns0:lnTo>
                  <ns0:pt x="298080" y="977415"/>
                </ns0:lnTo>
                <ns0:lnTo>
                  <ns0:pt x="299520" y="977452"/>
                </ns0:lnTo>
                <ns0:lnTo>
                  <ns0:pt x="300960" y="977285"/>
                </ns0:lnTo>
                <ns0:lnTo>
                  <ns0:pt x="302400" y="976786"/>
                </ns0:lnTo>
                <ns0:lnTo>
                  <ns0:pt x="303840" y="976176"/>
                </ns0:lnTo>
                <ns0:lnTo>
                  <ns0:pt x="305280" y="975568"/>
                </ns0:lnTo>
                <ns0:lnTo>
                  <ns0:pt x="306720" y="975354"/>
                </ns0:lnTo>
                <ns0:lnTo>
                  <ns0:pt x="308160" y="974985"/>
                </ns0:lnTo>
                <ns0:lnTo>
                  <ns0:pt x="309600" y="973587"/>
                </ns0:lnTo>
                <ns0:lnTo>
                  <ns0:pt x="311040" y="972752"/>
                </ns0:lnTo>
                <ns0:lnTo>
                  <ns0:pt x="312480" y="971383"/>
                </ns0:lnTo>
                <ns0:lnTo>
                  <ns0:pt x="313920" y="971482"/>
                </ns0:lnTo>
                <ns0:lnTo>
                  <ns0:pt x="315360" y="972389"/>
                </ns0:lnTo>
                <ns0:lnTo>
                  <ns0:pt x="316800" y="971779"/>
                </ns0:lnTo>
                <ns0:lnTo>
                  <ns0:pt x="318240" y="970306"/>
                </ns0:lnTo>
                <ns0:lnTo>
                  <ns0:pt x="319680" y="968665"/>
                </ns0:lnTo>
                <ns0:lnTo>
                  <ns0:pt x="321120" y="968304"/>
                </ns0:lnTo>
                <ns0:lnTo>
                  <ns0:pt x="322560" y="966215"/>
                </ns0:lnTo>
                <ns0:lnTo>
                  <ns0:pt x="324000" y="963321"/>
                </ns0:lnTo>
                <ns0:lnTo>
                  <ns0:pt x="325440" y="960022"/>
                </ns0:lnTo>
                <ns0:lnTo>
                  <ns0:pt x="326880" y="955116"/>
                </ns0:lnTo>
                <ns0:lnTo>
                  <ns0:pt x="328320" y="951201"/>
                </ns0:lnTo>
                <ns0:lnTo>
                  <ns0:pt x="329760" y="947169"/>
                </ns0:lnTo>
                <ns0:lnTo>
                  <ns0:pt x="331200" y="941631"/>
                </ns0:lnTo>
                <ns0:lnTo>
                  <ns0:pt x="332640" y="934457"/>
                </ns0:lnTo>
                <ns0:lnTo>
                  <ns0:pt x="334080" y="931622"/>
                </ns0:lnTo>
                <ns0:lnTo>
                  <ns0:pt x="335520" y="930029"/>
                </ns0:lnTo>
                <ns0:lnTo>
                  <ns0:pt x="336960" y="928759"/>
                </ns0:lnTo>
                <ns0:lnTo>
                  <ns0:pt x="338400" y="926947"/>
                </ns0:lnTo>
                <ns0:lnTo>
                  <ns0:pt x="339840" y="925020"/>
                </ns0:lnTo>
                <ns0:lnTo>
                  <ns0:pt x="341280" y="920162"/>
                </ns0:lnTo>
                <ns0:lnTo>
                  <ns0:pt x="342720" y="912975"/>
                </ns0:lnTo>
                <ns0:lnTo>
                  <ns0:pt x="344160" y="904942"/>
                </ns0:lnTo>
                <ns0:lnTo>
                  <ns0:pt x="345600" y="899200"/>
                </ns0:lnTo>
                <ns0:lnTo>
                  <ns0:pt x="347040" y="893898"/>
                </ns0:lnTo>
                <ns0:lnTo>
                  <ns0:pt x="348480" y="890737"/>
                </ns0:lnTo>
                <ns0:lnTo>
                  <ns0:pt x="349920" y="886066"/>
                </ns0:lnTo>
                <ns0:lnTo>
                  <ns0:pt x="351360" y="883988"/>
                </ns0:lnTo>
                <ns0:lnTo>
                  <ns0:pt x="352800" y="881913"/>
                </ns0:lnTo>
                <ns0:lnTo>
                  <ns0:pt x="354240" y="878916"/>
                </ns0:lnTo>
                <ns0:lnTo>
                  <ns0:pt x="355680" y="876059"/>
                </ns0:lnTo>
                <ns0:lnTo>
                  <ns0:pt x="357120" y="875832"/>
                </ns0:lnTo>
                <ns0:lnTo>
                  <ns0:pt x="358560" y="874536"/>
                </ns0:lnTo>
                <ns0:lnTo>
                  <ns0:pt x="360000" y="871839"/>
                </ns0:lnTo>
                <ns0:lnTo>
                  <ns0:pt x="361440" y="869313"/>
                </ns0:lnTo>
                <ns0:lnTo>
                  <ns0:pt x="362880" y="866027"/>
                </ns0:lnTo>
                <ns0:lnTo>
                  <ns0:pt x="364320" y="862987"/>
                </ns0:lnTo>
                <ns0:lnTo>
                  <ns0:pt x="365760" y="860512"/>
                </ns0:lnTo>
                <ns0:lnTo>
                  <ns0:pt x="367200" y="856973"/>
                </ns0:lnTo>
                <ns0:lnTo>
                  <ns0:pt x="368640" y="853238"/>
                </ns0:lnTo>
                <ns0:lnTo>
                  <ns0:pt x="370080" y="848881"/>
                </ns0:lnTo>
                <ns0:lnTo>
                  <ns0:pt x="371520" y="846257"/>
                </ns0:lnTo>
                <ns0:lnTo>
                  <ns0:pt x="372960" y="844753"/>
                </ns0:lnTo>
                <ns0:lnTo>
                  <ns0:pt x="374400" y="843707"/>
                </ns0:lnTo>
                <ns0:lnTo>
                  <ns0:pt x="375840" y="841881"/>
                </ns0:lnTo>
                <ns0:lnTo>
                  <ns0:pt x="377280" y="841168"/>
                </ns0:lnTo>
                <ns0:lnTo>
                  <ns0:pt x="378720" y="837790"/>
                </ns0:lnTo>
                <ns0:lnTo>
                  <ns0:pt x="380160" y="834986"/>
                </ns0:lnTo>
                <ns0:lnTo>
                  <ns0:pt x="381600" y="830475"/>
                </ns0:lnTo>
                <ns0:lnTo>
                  <ns0:pt x="383040" y="823768"/>
                </ns0:lnTo>
                <ns0:lnTo>
                  <ns0:pt x="384480" y="816523"/>
                </ns0:lnTo>
                <ns0:lnTo>
                  <ns0:pt x="385920" y="809426"/>
                </ns0:lnTo>
                <ns0:lnTo>
                  <ns0:pt x="387360" y="803737"/>
                </ns0:lnTo>
                <ns0:lnTo>
                  <ns0:pt x="388800" y="800128"/>
                </ns0:lnTo>
                <ns0:lnTo>
                  <ns0:pt x="390240" y="796905"/>
                </ns0:lnTo>
                <ns0:lnTo>
                  <ns0:pt x="391680" y="794978"/>
                </ns0:lnTo>
                <ns0:lnTo>
                  <ns0:pt x="393120" y="792448"/>
                </ns0:lnTo>
                <ns0:lnTo>
                  <ns0:pt x="394560" y="790393"/>
                </ns0:lnTo>
                <ns0:lnTo>
                  <ns0:pt x="396000" y="786593"/>
                </ns0:lnTo>
                <ns0:lnTo>
                  <ns0:pt x="397440" y="780728"/>
                </ns0:lnTo>
                <ns0:lnTo>
                  <ns0:pt x="398880" y="775222"/>
                </ns0:lnTo>
                <ns0:lnTo>
                  <ns0:pt x="400320" y="771383"/>
                </ns0:lnTo>
                <ns0:lnTo>
                  <ns0:pt x="401760" y="767757"/>
                </ns0:lnTo>
                <ns0:lnTo>
                  <ns0:pt x="403200" y="761781"/>
                </ns0:lnTo>
                <ns0:lnTo>
                  <ns0:pt x="404640" y="756378"/>
                </ns0:lnTo>
                <ns0:lnTo>
                  <ns0:pt x="406080" y="751906"/>
                </ns0:lnTo>
                <ns0:lnTo>
                  <ns0:pt x="407520" y="748408"/>
                </ns0:lnTo>
                <ns0:lnTo>
                  <ns0:pt x="408960" y="747681"/>
                </ns0:lnTo>
                <ns0:lnTo>
                  <ns0:pt x="410400" y="748487"/>
                </ns0:lnTo>
                <ns0:lnTo>
                  <ns0:pt x="411840" y="748582"/>
                </ns0:lnTo>
                <ns0:lnTo>
                  <ns0:pt x="413280" y="748514"/>
                </ns0:lnTo>
                <ns0:lnTo>
                  <ns0:pt x="414720" y="748355"/>
                </ns0:lnTo>
                <ns0:lnTo>
                  <ns0:pt x="416160" y="748169"/>
                </ns0:lnTo>
                <ns0:lnTo>
                  <ns0:pt x="417600" y="747790"/>
                </ns0:lnTo>
                <ns0:lnTo>
                  <ns0:pt x="419040" y="747648"/>
                </ns0:lnTo>
                <ns0:lnTo>
                  <ns0:pt x="420480" y="748303"/>
                </ns0:lnTo>
                <ns0:lnTo>
                  <ns0:pt x="421920" y="748927"/>
                </ns0:lnTo>
                <ns0:lnTo>
                  <ns0:pt x="423360" y="748160"/>
                </ns0:lnTo>
                <ns0:lnTo>
                  <ns0:pt x="424800" y="746743"/>
                </ns0:lnTo>
                <ns0:lnTo>
                  <ns0:pt x="426240" y="745156"/>
                </ns0:lnTo>
                <ns0:lnTo>
                  <ns0:pt x="427680" y="740883"/>
                </ns0:lnTo>
                <ns0:lnTo>
                  <ns0:pt x="429120" y="738077"/>
                </ns0:lnTo>
                <ns0:lnTo>
                  <ns0:pt x="430560" y="735370"/>
                </ns0:lnTo>
                <ns0:lnTo>
                  <ns0:pt x="432000" y="733024"/>
                </ns0:lnTo>
                <ns0:lnTo>
                  <ns0:pt x="433440" y="729462"/>
                </ns0:lnTo>
                <ns0:lnTo>
                  <ns0:pt x="434880" y="725988"/>
                </ns0:lnTo>
                <ns0:lnTo>
                  <ns0:pt x="436320" y="722446"/>
                </ns0:lnTo>
                <ns0:lnTo>
                  <ns0:pt x="437760" y="719019"/>
                </ns0:lnTo>
                <ns0:lnTo>
                  <ns0:pt x="439200" y="715710"/>
                </ns0:lnTo>
                <ns0:lnTo>
                  <ns0:pt x="440640" y="713110"/>
                </ns0:lnTo>
                <ns0:lnTo>
                  <ns0:pt x="442080" y="709713"/>
                </ns0:lnTo>
                <ns0:lnTo>
                  <ns0:pt x="443520" y="706829"/>
                </ns0:lnTo>
                <ns0:lnTo>
                  <ns0:pt x="444960" y="707104"/>
                </ns0:lnTo>
                <ns0:lnTo>
                  <ns0:pt x="446400" y="706992"/>
                </ns0:lnTo>
                <ns0:lnTo>
                  <ns0:pt x="447840" y="706852"/>
                </ns0:lnTo>
                <ns0:lnTo>
                  <ns0:pt x="449280" y="706753"/>
                </ns0:lnTo>
                <ns0:lnTo>
                  <ns0:pt x="450720" y="706905"/>
                </ns0:lnTo>
                <ns0:lnTo>
                  <ns0:pt x="452160" y="706226"/>
                </ns0:lnTo>
                <ns0:lnTo>
                  <ns0:pt x="453600" y="704974"/>
                </ns0:lnTo>
                <ns0:lnTo>
                  <ns0:pt x="455040" y="703098"/>
                </ns0:lnTo>
                <ns0:lnTo>
                  <ns0:pt x="456480" y="698540"/>
                </ns0:lnTo>
                <ns0:lnTo>
                  <ns0:pt x="457920" y="693155"/>
                </ns0:lnTo>
                <ns0:lnTo>
                  <ns0:pt x="459360" y="690201"/>
                </ns0:lnTo>
                <ns0:lnTo>
                  <ns0:pt x="460800" y="687876"/>
                </ns0:lnTo>
                <ns0:lnTo>
                  <ns0:pt x="462240" y="684157"/>
                </ns0:lnTo>
                <ns0:lnTo>
                  <ns0:pt x="463680" y="681860"/>
                </ns0:lnTo>
                <ns0:lnTo>
                  <ns0:pt x="465120" y="680817"/>
                </ns0:lnTo>
                <ns0:lnTo>
                  <ns0:pt x="466560" y="679850"/>
                </ns0:lnTo>
                <ns0:lnTo>
                  <ns0:pt x="468000" y="678362"/>
                </ns0:lnTo>
                <ns0:lnTo>
                  <ns0:pt x="469440" y="677276"/>
                </ns0:lnTo>
                <ns0:lnTo>
                  <ns0:pt x="470880" y="675784"/>
                </ns0:lnTo>
                <ns0:lnTo>
                  <ns0:pt x="472320" y="674419"/>
                </ns0:lnTo>
                <ns0:lnTo>
                  <ns0:pt x="473760" y="673568"/>
                </ns0:lnTo>
                <ns0:lnTo>
                  <ns0:pt x="475200" y="673036"/>
                </ns0:lnTo>
                <ns0:lnTo>
                  <ns0:pt x="476640" y="672760"/>
                </ns0:lnTo>
                <ns0:lnTo>
                  <ns0:pt x="478080" y="672361"/>
                </ns0:lnTo>
                <ns0:lnTo>
                  <ns0:pt x="479520" y="672239"/>
                </ns0:lnTo>
                <ns0:lnTo>
                  <ns0:pt x="480960" y="672369"/>
                </ns0:lnTo>
                <ns0:lnTo>
                  <ns0:pt x="482400" y="672219"/>
                </ns0:lnTo>
                <ns0:lnTo>
                  <ns0:pt x="483840" y="670971"/>
                </ns0:lnTo>
                <ns0:lnTo>
                  <ns0:pt x="485280" y="669392"/>
                </ns0:lnTo>
                <ns0:lnTo>
                  <ns0:pt x="486720" y="666514"/>
                </ns0:lnTo>
                <ns0:lnTo>
                  <ns0:pt x="488160" y="664642"/>
                </ns0:lnTo>
                <ns0:lnTo>
                  <ns0:pt x="489600" y="665666"/>
                </ns0:lnTo>
                <ns0:lnTo>
                  <ns0:pt x="491040" y="663963"/>
                </ns0:lnTo>
                <ns0:lnTo>
                  <ns0:pt x="492480" y="663254"/>
                </ns0:lnTo>
                <ns0:lnTo>
                  <ns0:pt x="493920" y="663527"/>
                </ns0:lnTo>
                <ns0:lnTo>
                  <ns0:pt x="495360" y="662459"/>
                </ns0:lnTo>
                <ns0:lnTo>
                  <ns0:pt x="496800" y="661629"/>
                </ns0:lnTo>
                <ns0:lnTo>
                  <ns0:pt x="498240" y="661873"/>
                </ns0:lnTo>
                <ns0:lnTo>
                  <ns0:pt x="499680" y="662361"/>
                </ns0:lnTo>
                <ns0:lnTo>
                  <ns0:pt x="501120" y="662239"/>
                </ns0:lnTo>
                <ns0:lnTo>
                  <ns0:pt x="502560" y="662206"/>
                </ns0:lnTo>
                <ns0:lnTo>
                  <ns0:pt x="504000" y="662119"/>
                </ns0:lnTo>
                <ns0:lnTo>
                  <ns0:pt x="505440" y="662402"/>
                </ns0:lnTo>
                <ns0:lnTo>
                  <ns0:pt x="506880" y="664422"/>
                </ns0:lnTo>
                <ns0:lnTo>
                  <ns0:pt x="508320" y="668224"/>
                </ns0:lnTo>
                <ns0:lnTo>
                  <ns0:pt x="509760" y="671876"/>
                </ns0:lnTo>
                <ns0:lnTo>
                  <ns0:pt x="511200" y="673733"/>
                </ns0:lnTo>
                <ns0:lnTo>
                  <ns0:pt x="512640" y="675904"/>
                </ns0:lnTo>
                <ns0:lnTo>
                  <ns0:pt x="514080" y="678605"/>
                </ns0:lnTo>
                <ns0:lnTo>
                  <ns0:pt x="515520" y="681174"/>
                </ns0:lnTo>
                <ns0:lnTo>
                  <ns0:pt x="516960" y="682456"/>
                </ns0:lnTo>
                <ns0:lnTo>
                  <ns0:pt x="518400" y="688426"/>
                </ns0:lnTo>
                <ns0:lnTo>
                  <ns0:pt x="519840" y="694552"/>
                </ns0:lnTo>
                <ns0:lnTo>
                  <ns0:pt x="521280" y="699498"/>
                </ns0:lnTo>
                <ns0:lnTo>
                  <ns0:pt x="522720" y="703599"/>
                </ns0:lnTo>
                <ns0:lnTo>
                  <ns0:pt x="524160" y="706828"/>
                </ns0:lnTo>
                <ns0:lnTo>
                  <ns0:pt x="525600" y="706600"/>
                </ns0:lnTo>
                <ns0:lnTo>
                  <ns0:pt x="527040" y="706075"/>
                </ns0:lnTo>
                <ns0:lnTo>
                  <ns0:pt x="528480" y="705597"/>
                </ns0:lnTo>
                <ns0:lnTo>
                  <ns0:pt x="529920" y="704876"/>
                </ns0:lnTo>
                <ns0:lnTo>
                  <ns0:pt x="531360" y="704431"/>
                </ns0:lnTo>
                <ns0:lnTo>
                  <ns0:pt x="532800" y="704243"/>
                </ns0:lnTo>
                <ns0:lnTo>
                  <ns0:pt x="534240" y="704052"/>
                </ns0:lnTo>
                <ns0:lnTo>
                  <ns0:pt x="535680" y="704492"/>
                </ns0:lnTo>
                <ns0:lnTo>
                  <ns0:pt x="537120" y="704870"/>
                </ns0:lnTo>
                <ns0:lnTo>
                  <ns0:pt x="538560" y="705504"/>
                </ns0:lnTo>
                <ns0:lnTo>
                  <ns0:pt x="540000" y="705390"/>
                </ns0:lnTo>
                <ns0:lnTo>
                  <ns0:pt x="541440" y="705874"/>
                </ns0:lnTo>
                <ns0:lnTo>
                  <ns0:pt x="542880" y="707056"/>
                </ns0:lnTo>
                <ns0:lnTo>
                  <ns0:pt x="544320" y="707310"/>
                </ns0:lnTo>
                <ns0:lnTo>
                  <ns0:pt x="545760" y="707454"/>
                </ns0:lnTo>
                <ns0:lnTo>
                  <ns0:pt x="547200" y="708077"/>
                </ns0:lnTo>
                <ns0:lnTo>
                  <ns0:pt x="548640" y="709632"/>
                </ns0:lnTo>
                <ns0:lnTo>
                  <ns0:pt x="550080" y="710615"/>
                </ns0:lnTo>
                <ns0:lnTo>
                  <ns0:pt x="551520" y="714162"/>
                </ns0:lnTo>
                <ns0:lnTo>
                  <ns0:pt x="552960" y="716578"/>
                </ns0:lnTo>
                <ns0:lnTo>
                  <ns0:pt x="554400" y="715279"/>
                </ns0:lnTo>
                <ns0:lnTo>
                  <ns0:pt x="555840" y="712739"/>
                </ns0:lnTo>
                <ns0:lnTo>
                  <ns0:pt x="557280" y="709585"/>
                </ns0:lnTo>
                <ns0:lnTo>
                  <ns0:pt x="558720" y="706543"/>
                </ns0:lnTo>
                <ns0:lnTo>
                  <ns0:pt x="560160" y="704221"/>
                </ns0:lnTo>
                <ns0:lnTo>
                  <ns0:pt x="561600" y="704596"/>
                </ns0:lnTo>
                <ns0:lnTo>
                  <ns0:pt x="563040" y="704842"/>
                </ns0:lnTo>
                <ns0:lnTo>
                  <ns0:pt x="564480" y="704808"/>
                </ns0:lnTo>
                <ns0:lnTo>
                  <ns0:pt x="565920" y="705270"/>
                </ns0:lnTo>
                <ns0:lnTo>
                  <ns0:pt x="567360" y="706139"/>
                </ns0:lnTo>
                <ns0:lnTo>
                  <ns0:pt x="568800" y="706655"/>
                </ns0:lnTo>
                <ns0:lnTo>
                  <ns0:pt x="570240" y="707313"/>
                </ns0:lnTo>
                <ns0:lnTo>
                  <ns0:pt x="571680" y="708286"/>
                </ns0:lnTo>
                <ns0:lnTo>
                  <ns0:pt x="573120" y="709026"/>
                </ns0:lnTo>
                <ns0:lnTo>
                  <ns0:pt x="574560" y="708368"/>
                </ns0:lnTo>
                <ns0:lnTo>
                  <ns0:pt x="576000" y="708716"/>
                </ns0:lnTo>
                <ns0:lnTo>
                  <ns0:pt x="577440" y="708590"/>
                </ns0:lnTo>
                <ns0:lnTo>
                  <ns0:pt x="578880" y="708648"/>
                </ns0:lnTo>
                <ns0:lnTo>
                  <ns0:pt x="580320" y="709869"/>
                </ns0:lnTo>
                <ns0:lnTo>
                  <ns0:pt x="581760" y="710641"/>
                </ns0:lnTo>
                <ns0:lnTo>
                  <ns0:pt x="583200" y="711218"/>
                </ns0:lnTo>
                <ns0:lnTo>
                  <ns0:pt x="584640" y="710793"/>
                </ns0:lnTo>
                <ns0:lnTo>
                  <ns0:pt x="586080" y="709154"/>
                </ns0:lnTo>
                <ns0:lnTo>
                  <ns0:pt x="587520" y="704516"/>
                </ns0:lnTo>
                <ns0:lnTo>
                  <ns0:pt x="588960" y="700802"/>
                </ns0:lnTo>
                <ns0:lnTo>
                  <ns0:pt x="590400" y="698147"/>
                </ns0:lnTo>
                <ns0:lnTo>
                  <ns0:pt x="591840" y="696111"/>
                </ns0:lnTo>
                <ns0:lnTo>
                  <ns0:pt x="593280" y="696362"/>
                </ns0:lnTo>
                <ns0:lnTo>
                  <ns0:pt x="594720" y="696293"/>
                </ns0:lnTo>
                <ns0:lnTo>
                  <ns0:pt x="596160" y="696623"/>
                </ns0:lnTo>
                <ns0:lnTo>
                  <ns0:pt x="597600" y="697120"/>
                </ns0:lnTo>
                <ns0:lnTo>
                  <ns0:pt x="599040" y="699458"/>
                </ns0:lnTo>
                <ns0:lnTo>
                  <ns0:pt x="600480" y="703570"/>
                </ns0:lnTo>
                <ns0:lnTo>
                  <ns0:pt x="601920" y="706695"/>
                </ns0:lnTo>
                <ns0:lnTo>
                  <ns0:pt x="603360" y="708428"/>
                </ns0:lnTo>
                <ns0:lnTo>
                  <ns0:pt x="604800" y="710306"/>
                </ns0:lnTo>
                <ns0:lnTo>
                  <ns0:pt x="606240" y="712539"/>
                </ns0:lnTo>
                <ns0:lnTo>
                  <ns0:pt x="607680" y="712962"/>
                </ns0:lnTo>
                <ns0:lnTo>
                  <ns0:pt x="609120" y="713003"/>
                </ns0:lnTo>
                <ns0:lnTo>
                  <ns0:pt x="610560" y="714573"/>
                </ns0:lnTo>
                <ns0:lnTo>
                  <ns0:pt x="612000" y="715293"/>
                </ns0:lnTo>
                <ns0:lnTo>
                  <ns0:pt x="613440" y="716255"/>
                </ns0:lnTo>
                <ns0:lnTo>
                  <ns0:pt x="614880" y="717030"/>
                </ns0:lnTo>
                <ns0:lnTo>
                  <ns0:pt x="616320" y="717158"/>
                </ns0:lnTo>
                <ns0:lnTo>
                  <ns0:pt x="617760" y="716967"/>
                </ns0:lnTo>
                <ns0:lnTo>
                  <ns0:pt x="619200" y="716400"/>
                </ns0:lnTo>
                <ns0:lnTo>
                  <ns0:pt x="620640" y="715466"/>
                </ns0:lnTo>
                <ns0:lnTo>
                  <ns0:pt x="622080" y="715912"/>
                </ns0:lnTo>
                <ns0:lnTo>
                  <ns0:pt x="623520" y="716112"/>
                </ns0:lnTo>
                <ns0:lnTo>
                  <ns0:pt x="624960" y="716376"/>
                </ns0:lnTo>
                <ns0:lnTo>
                  <ns0:pt x="626400" y="716789"/>
                </ns0:lnTo>
                <ns0:lnTo>
                  <ns0:pt x="627840" y="716800"/>
                </ns0:lnTo>
                <ns0:lnTo>
                  <ns0:pt x="629280" y="716514"/>
                </ns0:lnTo>
                <ns0:lnTo>
                  <ns0:pt x="630720" y="716530"/>
                </ns0:lnTo>
                <ns0:lnTo>
                  <ns0:pt x="632160" y="716498"/>
                </ns0:lnTo>
                <ns0:lnTo>
                  <ns0:pt x="633600" y="716054"/>
                </ns0:lnTo>
                <ns0:lnTo>
                  <ns0:pt x="635040" y="713771"/>
                </ns0:lnTo>
                <ns0:lnTo>
                  <ns0:pt x="636480" y="710207"/>
                </ns0:lnTo>
                <ns0:lnTo>
                  <ns0:pt x="637920" y="706808"/>
                </ns0:lnTo>
                <ns0:lnTo>
                  <ns0:pt x="639360" y="705346"/>
                </ns0:lnTo>
                <ns0:lnTo>
                  <ns0:pt x="640800" y="704031"/>
                </ns0:lnTo>
                <ns0:lnTo>
                  <ns0:pt x="642240" y="701615"/>
                </ns0:lnTo>
                <ns0:lnTo>
                  <ns0:pt x="643680" y="700929"/>
                </ns0:lnTo>
                <ns0:lnTo>
                  <ns0:pt x="645120" y="700305"/>
                </ns0:lnTo>
                <ns0:lnTo>
                  <ns0:pt x="646560" y="697764"/>
                </ns0:lnTo>
                <ns0:lnTo>
                  <ns0:pt x="648000" y="695240"/>
                </ns0:lnTo>
                <ns0:lnTo>
                  <ns0:pt x="649440" y="692540"/>
                </ns0:lnTo>
                <ns0:lnTo>
                  <ns0:pt x="650880" y="688751"/>
                </ns0:lnTo>
                <ns0:lnTo>
                  <ns0:pt x="652320" y="684174"/>
                </ns0:lnTo>
                <ns0:lnTo>
                  <ns0:pt x="653760" y="679596"/>
                </ns0:lnTo>
                <ns0:lnTo>
                  <ns0:pt x="655200" y="675962"/>
                </ns0:lnTo>
                <ns0:lnTo>
                  <ns0:pt x="656640" y="673690"/>
                </ns0:lnTo>
                <ns0:lnTo>
                  <ns0:pt x="658080" y="674576"/>
                </ns0:lnTo>
                <ns0:lnTo>
                  <ns0:pt x="659520" y="675874"/>
                </ns0:lnTo>
                <ns0:lnTo>
                  <ns0:pt x="660960" y="676152"/>
                </ns0:lnTo>
                <ns0:lnTo>
                  <ns0:pt x="662400" y="676170"/>
                </ns0:lnTo>
                <ns0:lnTo>
                  <ns0:pt x="663840" y="675899"/>
                </ns0:lnTo>
                <ns0:lnTo>
                  <ns0:pt x="665280" y="674229"/>
                </ns0:lnTo>
                <ns0:lnTo>
                  <ns0:pt x="666720" y="671743"/>
                </ns0:lnTo>
                <ns0:lnTo>
                  <ns0:pt x="668160" y="671074"/>
                </ns0:lnTo>
                <ns0:lnTo>
                  <ns0:pt x="669600" y="671461"/>
                </ns0:lnTo>
                <ns0:lnTo>
                  <ns0:pt x="671040" y="672684"/>
                </ns0:lnTo>
                <ns0:lnTo>
                  <ns0:pt x="672480" y="677192"/>
                </ns0:lnTo>
                <ns0:lnTo>
                  <ns0:pt x="673920" y="680901"/>
                </ns0:lnTo>
                <ns0:lnTo>
                  <ns0:pt x="675360" y="682302"/>
                </ns0:lnTo>
                <ns0:lnTo>
                  <ns0:pt x="676800" y="682233"/>
                </ns0:lnTo>
                <ns0:lnTo>
                  <ns0:pt x="678240" y="680504"/>
                </ns0:lnTo>
                <ns0:lnTo>
                  <ns0:pt x="679680" y="677553"/>
                </ns0:lnTo>
                <ns0:lnTo>
                  <ns0:pt x="681120" y="675326"/>
                </ns0:lnTo>
                <ns0:lnTo>
                  <ns0:pt x="682560" y="675648"/>
                </ns0:lnTo>
                <ns0:lnTo>
                  <ns0:pt x="684000" y="675934"/>
                </ns0:lnTo>
                <ns0:lnTo>
                  <ns0:pt x="685440" y="676168"/>
                </ns0:lnTo>
                <ns0:lnTo>
                  <ns0:pt x="686880" y="676576"/>
                </ns0:lnTo>
                <ns0:lnTo>
                  <ns0:pt x="688320" y="676921"/>
                </ns0:lnTo>
                <ns0:lnTo>
                  <ns0:pt x="689760" y="676776"/>
                </ns0:lnTo>
                <ns0:lnTo>
                  <ns0:pt x="691200" y="677092"/>
                </ns0:lnTo>
                <ns0:lnTo>
                  <ns0:pt x="692640" y="677172"/>
                </ns0:lnTo>
                <ns0:lnTo>
                  <ns0:pt x="694080" y="676620"/>
                </ns0:lnTo>
                <ns0:lnTo>
                  <ns0:pt x="695520" y="675492"/>
                </ns0:lnTo>
                <ns0:lnTo>
                  <ns0:pt x="696960" y="675248"/>
                </ns0:lnTo>
                <ns0:lnTo>
                  <ns0:pt x="698400" y="675718"/>
                </ns0:lnTo>
                <ns0:lnTo>
                  <ns0:pt x="699840" y="676884"/>
                </ns0:lnTo>
                <ns0:lnTo>
                  <ns0:pt x="701280" y="678021"/>
                </ns0:lnTo>
                <ns0:lnTo>
                  <ns0:pt x="702720" y="679484"/>
                </ns0:lnTo>
                <ns0:lnTo>
                  <ns0:pt x="704160" y="679585"/>
                </ns0:lnTo>
                <ns0:lnTo>
                  <ns0:pt x="705600" y="679088"/>
                </ns0:lnTo>
                <ns0:lnTo>
                  <ns0:pt x="707040" y="677853"/>
                </ns0:lnTo>
                <ns0:lnTo>
                  <ns0:pt x="708480" y="674151"/>
                </ns0:lnTo>
                <ns0:lnTo>
                  <ns0:pt x="709920" y="670092"/>
                </ns0:lnTo>
                <ns0:lnTo>
                  <ns0:pt x="711360" y="664207"/>
                </ns0:lnTo>
                <ns0:lnTo>
                  <ns0:pt x="712800" y="659602"/>
                </ns0:lnTo>
                <ns0:lnTo>
                  <ns0:pt x="714240" y="658446"/>
                </ns0:lnTo>
                <ns0:lnTo>
                  <ns0:pt x="715680" y="657947"/>
                </ns0:lnTo>
                <ns0:lnTo>
                  <ns0:pt x="717120" y="657577"/>
                </ns0:lnTo>
                <ns0:lnTo>
                  <ns0:pt x="718560" y="658539"/>
                </ns0:lnTo>
                <ns0:lnTo>
                  <ns0:pt x="720000" y="658864"/>
                </ns0:lnTo>
                <ns0:lnTo>
                  <ns0:pt x="721440" y="659060"/>
                </ns0:lnTo>
                <ns0:lnTo>
                  <ns0:pt x="722880" y="658930"/>
                </ns0:lnTo>
                <ns0:lnTo>
                  <ns0:pt x="724320" y="657982"/>
                </ns0:lnTo>
                <ns0:lnTo>
                  <ns0:pt x="725760" y="657927"/>
                </ns0:lnTo>
                <ns0:lnTo>
                  <ns0:pt x="727200" y="657241"/>
                </ns0:lnTo>
                <ns0:lnTo>
                  <ns0:pt x="728640" y="657145"/>
                </ns0:lnTo>
                <ns0:lnTo>
                  <ns0:pt x="730080" y="657527"/>
                </ns0:lnTo>
                <ns0:lnTo>
                  <ns0:pt x="731520" y="658137"/>
                </ns0:lnTo>
                <ns0:lnTo>
                  <ns0:pt x="732960" y="658542"/>
                </ns0:lnTo>
                <ns0:lnTo>
                  <ns0:pt x="734400" y="658940"/>
                </ns0:lnTo>
                <ns0:lnTo>
                  <ns0:pt x="735840" y="658293"/>
                </ns0:lnTo>
                <ns0:lnTo>
                  <ns0:pt x="737280" y="660092"/>
                </ns0:lnTo>
                <ns0:lnTo>
                  <ns0:pt x="738720" y="661980"/>
                </ns0:lnTo>
                <ns0:lnTo>
                  <ns0:pt x="740160" y="664822"/>
                </ns0:lnTo>
                <ns0:lnTo>
                  <ns0:pt x="741600" y="666341"/>
                </ns0:lnTo>
                <ns0:lnTo>
                  <ns0:pt x="743040" y="666308"/>
                </ns0:lnTo>
                <ns0:lnTo>
                  <ns0:pt x="744480" y="665440"/>
                </ns0:lnTo>
                <ns0:lnTo>
                  <ns0:pt x="745920" y="666567"/>
                </ns0:lnTo>
                <ns0:lnTo>
                  <ns0:pt x="747360" y="668274"/>
                </ns0:lnTo>
                <ns0:lnTo>
                  <ns0:pt x="748800" y="669354"/>
                </ns0:lnTo>
                <ns0:lnTo>
                  <ns0:pt x="750240" y="670686"/>
                </ns0:lnTo>
                <ns0:lnTo>
                  <ns0:pt x="751680" y="672365"/>
                </ns0:lnTo>
                <ns0:lnTo>
                  <ns0:pt x="753120" y="672281"/>
                </ns0:lnTo>
                <ns0:lnTo>
                  <ns0:pt x="754560" y="671614"/>
                </ns0:lnTo>
                <ns0:lnTo>
                  <ns0:pt x="756000" y="671486"/>
                </ns0:lnTo>
                <ns0:lnTo>
                  <ns0:pt x="757440" y="671665"/>
                </ns0:lnTo>
                <ns0:lnTo>
                  <ns0:pt x="758880" y="671901"/>
                </ns0:lnTo>
                <ns0:lnTo>
                  <ns0:pt x="760320" y="675758"/>
                </ns0:lnTo>
                <ns0:lnTo>
                  <ns0:pt x="761760" y="679282"/>
                </ns0:lnTo>
                <ns0:lnTo>
                  <ns0:pt x="763200" y="683977"/>
                </ns0:lnTo>
                <ns0:lnTo>
                  <ns0:pt x="764640" y="687764"/>
                </ns0:lnTo>
                <ns0:lnTo>
                  <ns0:pt x="766080" y="692700"/>
                </ns0:lnTo>
                <ns0:lnTo>
                  <ns0:pt x="767520" y="696497"/>
                </ns0:lnTo>
                <ns0:lnTo>
                  <ns0:pt x="768960" y="699749"/>
                </ns0:lnTo>
                <ns0:lnTo>
                  <ns0:pt x="770400" y="702629"/>
                </ns0:lnTo>
                <ns0:lnTo>
                  <ns0:pt x="771840" y="705040"/>
                </ns0:lnTo>
                <ns0:lnTo>
                  <ns0:pt x="773280" y="706074"/>
                </ns0:lnTo>
                <ns0:lnTo>
                  <ns0:pt x="774720" y="707292"/>
                </ns0:lnTo>
                <ns0:lnTo>
                  <ns0:pt x="776160" y="708160"/>
                </ns0:lnTo>
                <ns0:lnTo>
                  <ns0:pt x="777600" y="709118"/>
                </ns0:lnTo>
                <ns0:lnTo>
                  <ns0:pt x="779040" y="709893"/>
                </ns0:lnTo>
                <ns0:lnTo>
                  <ns0:pt x="780480" y="711443"/>
                </ns0:lnTo>
                <ns0:lnTo>
                  <ns0:pt x="781920" y="712525"/>
                </ns0:lnTo>
                <ns0:lnTo>
                  <ns0:pt x="783360" y="713132"/>
                </ns0:lnTo>
                <ns0:lnTo>
                  <ns0:pt x="784800" y="713252"/>
                </ns0:lnTo>
                <ns0:lnTo>
                  <ns0:pt x="786240" y="713281"/>
                </ns0:lnTo>
                <ns0:lnTo>
                  <ns0:pt x="787680" y="713424"/>
                </ns0:lnTo>
                <ns0:lnTo>
                  <ns0:pt x="789120" y="712761"/>
                </ns0:lnTo>
                <ns0:lnTo>
                  <ns0:pt x="790560" y="711440"/>
                </ns0:lnTo>
                <ns0:lnTo>
                  <ns0:pt x="792000" y="710929"/>
                </ns0:lnTo>
                <ns0:lnTo>
                  <ns0:pt x="793440" y="710910"/>
                </ns0:lnTo>
                <ns0:lnTo>
                  <ns0:pt x="794880" y="711065"/>
                </ns0:lnTo>
                <ns0:lnTo>
                  <ns0:pt x="796320" y="711298"/>
                </ns0:lnTo>
                <ns0:lnTo>
                  <ns0:pt x="797760" y="711203"/>
                </ns0:lnTo>
                <ns0:lnTo>
                  <ns0:pt x="799200" y="713055"/>
                </ns0:lnTo>
                <ns0:lnTo>
                  <ns0:pt x="800640" y="712988"/>
                </ns0:lnTo>
                <ns0:lnTo>
                  <ns0:pt x="802080" y="710945"/>
                </ns0:lnTo>
                <ns0:lnTo>
                  <ns0:pt x="803520" y="710555"/>
                </ns0:lnTo>
                <ns0:lnTo>
                  <ns0:pt x="804960" y="710028"/>
                </ns0:lnTo>
                <ns0:lnTo>
                  <ns0:pt x="806400" y="708883"/>
                </ns0:lnTo>
                <ns0:lnTo>
                  <ns0:pt x="807840" y="707994"/>
                </ns0:lnTo>
                <ns0:lnTo>
                  <ns0:pt x="809280" y="707438"/>
                </ns0:lnTo>
                <ns0:lnTo>
                  <ns0:pt x="810720" y="706244"/>
                </ns0:lnTo>
                <ns0:lnTo>
                  <ns0:pt x="812160" y="705590"/>
                </ns0:lnTo>
                <ns0:lnTo>
                  <ns0:pt x="813600" y="705346"/>
                </ns0:lnTo>
                <ns0:lnTo>
                  <ns0:pt x="815040" y="705209"/>
                </ns0:lnTo>
                <ns0:lnTo>
                  <ns0:pt x="816480" y="704575"/>
                </ns0:lnTo>
                <ns0:lnTo>
                  <ns0:pt x="817920" y="705034"/>
                </ns0:lnTo>
                <ns0:lnTo>
                  <ns0:pt x="819360" y="705861"/>
                </ns0:lnTo>
                <ns0:lnTo>
                  <ns0:pt x="820800" y="706138"/>
                </ns0:lnTo>
                <ns0:lnTo>
                  <ns0:pt x="822240" y="706219"/>
                </ns0:lnTo>
                <ns0:lnTo>
                  <ns0:pt x="823680" y="706598"/>
                </ns0:lnTo>
                <ns0:lnTo>
                  <ns0:pt x="825120" y="706661"/>
                </ns0:lnTo>
                <ns0:lnTo>
                  <ns0:pt x="826560" y="706584"/>
                </ns0:lnTo>
                <ns0:lnTo>
                  <ns0:pt x="828000" y="706363"/>
                </ns0:lnTo>
                <ns0:lnTo>
                  <ns0:pt x="829440" y="705558"/>
                </ns0:lnTo>
                <ns0:lnTo>
                  <ns0:pt x="830880" y="705189"/>
                </ns0:lnTo>
                <ns0:lnTo>
                  <ns0:pt x="832320" y="705041"/>
                </ns0:lnTo>
                <ns0:lnTo>
                  <ns0:pt x="833760" y="704996"/>
                </ns0:lnTo>
                <ns0:lnTo>
                  <ns0:pt x="835200" y="701326"/>
                </ns0:lnTo>
                <ns0:lnTo>
                  <ns0:pt x="836640" y="699327"/>
                </ns0:lnTo>
                <ns0:lnTo>
                  <ns0:pt x="838080" y="697316"/>
                </ns0:lnTo>
                <ns0:lnTo>
                  <ns0:pt x="839520" y="694514"/>
                </ns0:lnTo>
                <ns0:lnTo>
                  <ns0:pt x="840960" y="692088"/>
                </ns0:lnTo>
                <ns0:lnTo>
                  <ns0:pt x="842400" y="690950"/>
                </ns0:lnTo>
                <ns0:lnTo>
                  <ns0:pt x="843840" y="689408"/>
                </ns0:lnTo>
                <ns0:lnTo>
                  <ns0:pt x="845280" y="688760"/>
                </ns0:lnTo>
                <ns0:lnTo>
                  <ns0:pt x="846720" y="687738"/>
                </ns0:lnTo>
                <ns0:lnTo>
                  <ns0:pt x="848160" y="688093"/>
                </ns0:lnTo>
                <ns0:lnTo>
                  <ns0:pt x="849600" y="688578"/>
                </ns0:lnTo>
                <ns0:lnTo>
                  <ns0:pt x="851040" y="688448"/>
                </ns0:lnTo>
                <ns0:lnTo>
                  <ns0:pt x="852480" y="687275"/>
                </ns0:lnTo>
                <ns0:lnTo>
                  <ns0:pt x="853920" y="684302"/>
                </ns0:lnTo>
                <ns0:lnTo>
                  <ns0:pt x="855360" y="680588"/>
                </ns0:lnTo>
                <ns0:lnTo>
                  <ns0:pt x="856800" y="678250"/>
                </ns0:lnTo>
                <ns0:lnTo>
                  <ns0:pt x="858240" y="676035"/>
                </ns0:lnTo>
                <ns0:lnTo>
                  <ns0:pt x="859680" y="671892"/>
                </ns0:lnTo>
                <ns0:lnTo>
                  <ns0:pt x="861120" y="668603"/>
                </ns0:lnTo>
                <ns0:lnTo>
                  <ns0:pt x="862560" y="665235"/>
                </ns0:lnTo>
                <ns0:lnTo>
                  <ns0:pt x="864000" y="661981"/>
                </ns0:lnTo>
                <ns0:lnTo>
                  <ns0:pt x="865440" y="676620"/>
                </ns0:lnTo>
                <ns0:lnTo>
                  <ns0:pt x="866880" y="676820"/>
                </ns0:lnTo>
                <ns0:lnTo>
                  <ns0:pt x="868320" y="675722"/>
                </ns0:lnTo>
                <ns0:lnTo>
                  <ns0:pt x="869760" y="675044"/>
                </ns0:lnTo>
                <ns0:lnTo>
                  <ns0:pt x="871200" y="677194"/>
                </ns0:lnTo>
                <ns0:lnTo>
                  <ns0:pt x="872640" y="678145"/>
                </ns0:lnTo>
                <ns0:lnTo>
                  <ns0:pt x="874080" y="678404"/>
                </ns0:lnTo>
                <ns0:lnTo>
                  <ns0:pt x="875520" y="678526"/>
                </ns0:lnTo>
                <ns0:lnTo>
                  <ns0:pt x="876960" y="677366"/>
                </ns0:lnTo>
                <ns0:lnTo>
                  <ns0:pt x="878400" y="675766"/>
                </ns0:lnTo>
                <ns0:lnTo>
                  <ns0:pt x="879840" y="675563"/>
                </ns0:lnTo>
                <ns0:lnTo>
                  <ns0:pt x="881280" y="674633"/>
                </ns0:lnTo>
                <ns0:lnTo>
                  <ns0:pt x="882720" y="673391"/>
                </ns0:lnTo>
                <ns0:lnTo>
                  <ns0:pt x="884160" y="670434"/>
                </ns0:lnTo>
                <ns0:lnTo>
                  <ns0:pt x="885600" y="666431"/>
                </ns0:lnTo>
                <ns0:lnTo>
                  <ns0:pt x="887040" y="662607"/>
                </ns0:lnTo>
                <ns0:lnTo>
                  <ns0:pt x="888480" y="658068"/>
                </ns0:lnTo>
                <ns0:lnTo>
                  <ns0:pt x="889920" y="653820"/>
                </ns0:lnTo>
                <ns0:lnTo>
                  <ns0:pt x="891360" y="650549"/>
                </ns0:lnTo>
                <ns0:lnTo>
                  <ns0:pt x="892800" y="647654"/>
                </ns0:lnTo>
                <ns0:lnTo>
                  <ns0:pt x="894240" y="641345"/>
                </ns0:lnTo>
                <ns0:lnTo>
                  <ns0:pt x="895680" y="634885"/>
                </ns0:lnTo>
                <ns0:lnTo>
                  <ns0:pt x="897120" y="626798"/>
                </ns0:lnTo>
                <ns0:lnTo>
                  <ns0:pt x="898560" y="618068"/>
                </ns0:lnTo>
                <ns0:lnTo>
                  <ns0:pt x="900000" y="606252"/>
                </ns0:lnTo>
                <ns0:lnTo>
                  <ns0:pt x="901440" y="593650"/>
                </ns0:lnTo>
                <ns0:lnTo>
                  <ns0:pt x="902880" y="581322"/>
                </ns0:lnTo>
                <ns0:lnTo>
                  <ns0:pt x="904320" y="572637"/>
                </ns0:lnTo>
                <ns0:lnTo>
                  <ns0:pt x="905760" y="564652"/>
                </ns0:lnTo>
                <ns0:lnTo>
                  <ns0:pt x="907200" y="560246"/>
                </ns0:lnTo>
                <ns0:lnTo>
                  <ns0:pt x="908640" y="555641"/>
                </ns0:lnTo>
                <ns0:lnTo>
                  <ns0:pt x="910080" y="551498"/>
                </ns0:lnTo>
                <ns0:lnTo>
                  <ns0:pt x="911520" y="547802"/>
                </ns0:lnTo>
                <ns0:lnTo>
                  <ns0:pt x="912960" y="542674"/>
                </ns0:lnTo>
                <ns0:lnTo>
                  <ns0:pt x="914400" y="535955"/>
                </ns0:lnTo>
                <ns0:lnTo>
                  <ns0:pt x="915840" y="532519"/>
                </ns0:lnTo>
                <ns0:lnTo>
                  <ns0:pt x="917280" y="528760"/>
                </ns0:lnTo>
                <ns0:lnTo>
                  <ns0:pt x="918720" y="524883"/>
                </ns0:lnTo>
                <ns0:lnTo>
                  <ns0:pt x="920160" y="521573"/>
                </ns0:lnTo>
                <ns0:lnTo>
                  <ns0:pt x="921600" y="518053"/>
                </ns0:lnTo>
                <ns0:lnTo>
                  <ns0:pt x="923040" y="513458"/>
                </ns0:lnTo>
                <ns0:lnTo>
                  <ns0:pt x="924480" y="508285"/>
                </ns0:lnTo>
                <ns0:lnTo>
                  <ns0:pt x="925920" y="500983"/>
                </ns0:lnTo>
                <ns0:lnTo>
                  <ns0:pt x="927360" y="493205"/>
                </ns0:lnTo>
                <ns0:lnTo>
                  <ns0:pt x="928800" y="483236"/>
                </ns0:lnTo>
                <ns0:lnTo>
                  <ns0:pt x="930240" y="474376"/>
                </ns0:lnTo>
                <ns0:lnTo>
                  <ns0:pt x="931680" y="466646"/>
                </ns0:lnTo>
                <ns0:lnTo>
                  <ns0:pt x="933120" y="454947"/>
                </ns0:lnTo>
                <ns0:lnTo>
                  <ns0:pt x="934560" y="445759"/>
                </ns0:lnTo>
                <ns0:lnTo>
                  <ns0:pt x="936000" y="441105"/>
                </ns0:lnTo>
                <ns0:lnTo>
                  <ns0:pt x="937440" y="436438"/>
                </ns0:lnTo>
                <ns0:lnTo>
                  <ns0:pt x="938880" y="432817"/>
                </ns0:lnTo>
                <ns0:lnTo>
                  <ns0:pt x="940320" y="432045"/>
                </ns0:lnTo>
                <ns0:lnTo>
                  <ns0:pt x="941760" y="430192"/>
                </ns0:lnTo>
                <ns0:lnTo>
                  <ns0:pt x="943200" y="427558"/>
                </ns0:lnTo>
                <ns0:lnTo>
                  <ns0:pt x="944640" y="424079"/>
                </ns0:lnTo>
                <ns0:lnTo>
                  <ns0:pt x="946080" y="421400"/>
                </ns0:lnTo>
                <ns0:lnTo>
                  <ns0:pt x="947520" y="418697"/>
                </ns0:lnTo>
                <ns0:lnTo>
                  <ns0:pt x="948960" y="416155"/>
                </ns0:lnTo>
                <ns0:lnTo>
                  <ns0:pt x="950400" y="411823"/>
                </ns0:lnTo>
                <ns0:lnTo>
                  <ns0:pt x="951840" y="406425"/>
                </ns0:lnTo>
                <ns0:lnTo>
                  <ns0:pt x="953280" y="399768"/>
                </ns0:lnTo>
                <ns0:lnTo>
                  <ns0:pt x="954720" y="394305"/>
                </ns0:lnTo>
                <ns0:lnTo>
                  <ns0:pt x="956160" y="389474"/>
                </ns0:lnTo>
                <ns0:lnTo>
                  <ns0:pt x="957600" y="385321"/>
                </ns0:lnTo>
                <ns0:lnTo>
                  <ns0:pt x="959040" y="382199"/>
                </ns0:lnTo>
                <ns0:lnTo>
                  <ns0:pt x="960480" y="379653"/>
                </ns0:lnTo>
                <ns0:lnTo>
                  <ns0:pt x="961920" y="372903"/>
                </ns0:lnTo>
                <ns0:lnTo>
                  <ns0:pt x="963360" y="366261"/>
                </ns0:lnTo>
                <ns0:lnTo>
                  <ns0:pt x="964800" y="358471"/>
                </ns0:lnTo>
                <ns0:lnTo>
                  <ns0:pt x="966240" y="349106"/>
                </ns0:lnTo>
                <ns0:lnTo>
                  <ns0:pt x="967680" y="340544"/>
                </ns0:lnTo>
                <ns0:lnTo>
                  <ns0:pt x="969120" y="332878"/>
                </ns0:lnTo>
                <ns0:lnTo>
                  <ns0:pt x="970560" y="327289"/>
                </ns0:lnTo>
                <ns0:lnTo>
                  <ns0:pt x="972000" y="323776"/>
                </ns0:lnTo>
                <ns0:lnTo>
                  <ns0:pt x="973440" y="321293"/>
                </ns0:lnTo>
                <ns0:lnTo>
                  <ns0:pt x="974880" y="320266"/>
                </ns0:lnTo>
                <ns0:lnTo>
                  <ns0:pt x="976320" y="320117"/>
                </ns0:lnTo>
                <ns0:lnTo>
                  <ns0:pt x="977760" y="319841"/>
                </ns0:lnTo>
                <ns0:lnTo>
                  <ns0:pt x="979200" y="317837"/>
                </ns0:lnTo>
                <ns0:lnTo>
                  <ns0:pt x="980640" y="319144"/>
                </ns0:lnTo>
                <ns0:lnTo>
                  <ns0:pt x="982080" y="320886"/>
                </ns0:lnTo>
                <ns0:lnTo>
                  <ns0:pt x="983520" y="324441"/>
                </ns0:lnTo>
                <ns0:lnTo>
                  <ns0:pt x="984960" y="327340"/>
                </ns0:lnTo>
                <ns0:lnTo>
                  <ns0:pt x="986400" y="330090"/>
                </ns0:lnTo>
                <ns0:lnTo>
                  <ns0:pt x="987840" y="333407"/>
                </ns0:lnTo>
                <ns0:lnTo>
                  <ns0:pt x="989280" y="336461"/>
                </ns0:lnTo>
                <ns0:lnTo>
                  <ns0:pt x="990720" y="337706"/>
                </ns0:lnTo>
                <ns0:lnTo>
                  <ns0:pt x="992160" y="337805"/>
                </ns0:lnTo>
                <ns0:lnTo>
                  <ns0:pt x="993600" y="338166"/>
                </ns0:lnTo>
                <ns0:lnTo>
                  <ns0:pt x="995040" y="338173"/>
                </ns0:lnTo>
                <ns0:lnTo>
                  <ns0:pt x="996480" y="337984"/>
                </ns0:lnTo>
                <ns0:lnTo>
                  <ns0:pt x="997920" y="337607"/>
                </ns0:lnTo>
                <ns0:lnTo>
                  <ns0:pt x="999360" y="336999"/>
                </ns0:lnTo>
                <ns0:lnTo>
                  <ns0:pt x="1000800" y="336748"/>
                </ns0:lnTo>
                <ns0:lnTo>
                  <ns0:pt x="1002240" y="336860"/>
                </ns0:lnTo>
                <ns0:lnTo>
                  <ns0:pt x="1003680" y="336892"/>
                </ns0:lnTo>
                <ns0:lnTo>
                  <ns0:pt x="1005120" y="336894"/>
                </ns0:lnTo>
                <ns0:lnTo>
                  <ns0:pt x="1006560" y="336875"/>
                </ns0:lnTo>
                <ns0:lnTo>
                  <ns0:pt x="1008000" y="336803"/>
                </ns0:lnTo>
                <ns0:lnTo>
                  <ns0:pt x="1009440" y="337111"/>
                </ns0:lnTo>
                <ns0:lnTo>
                  <ns0:pt x="1010880" y="336639"/>
                </ns0:lnTo>
                <ns0:lnTo>
                  <ns0:pt x="1012320" y="335917"/>
                </ns0:lnTo>
                <ns0:lnTo>
                  <ns0:pt x="1013760" y="335001"/>
                </ns0:lnTo>
                <ns0:lnTo>
                  <ns0:pt x="1015200" y="335368"/>
                </ns0:lnTo>
                <ns0:lnTo>
                  <ns0:pt x="1016640" y="332216"/>
                </ns0:lnTo>
                <ns0:lnTo>
                  <ns0:pt x="1018080" y="329921"/>
                </ns0:lnTo>
                <ns0:lnTo>
                  <ns0:pt x="1019520" y="325820"/>
                </ns0:lnTo>
                <ns0:lnTo>
                  <ns0:pt x="1020960" y="321927"/>
                </ns0:lnTo>
                <ns0:lnTo>
                  <ns0:pt x="1022400" y="316574"/>
                </ns0:lnTo>
                <ns0:lnTo>
                  <ns0:pt x="1023840" y="310852"/>
                </ns0:lnTo>
                <ns0:lnTo>
                  <ns0:pt x="1025280" y="305765"/>
                </ns0:lnTo>
                <ns0:lnTo>
                  <ns0:pt x="1026720" y="303569"/>
                </ns0:lnTo>
                <ns0:lnTo>
                  <ns0:pt x="1028160" y="302520"/>
                </ns0:lnTo>
                <ns0:lnTo>
                  <ns0:pt x="1029600" y="301897"/>
                </ns0:lnTo>
                <ns0:lnTo>
                  <ns0:pt x="1031040" y="301813"/>
                </ns0:lnTo>
                <ns0:lnTo>
                  <ns0:pt x="1032480" y="301988"/>
                </ns0:lnTo>
                <ns0:lnTo>
                  <ns0:pt x="1033920" y="303851"/>
                </ns0:lnTo>
                <ns0:lnTo>
                  <ns0:pt x="1035360" y="305386"/>
                </ns0:lnTo>
                <ns0:lnTo>
                  <ns0:pt x="1036800" y="308108"/>
                </ns0:lnTo>
                <ns0:lnTo>
                  <ns0:pt x="1038240" y="311692"/>
                </ns0:lnTo>
                <ns0:lnTo>
                  <ns0:pt x="1039680" y="316614"/>
                </ns0:lnTo>
                <ns0:lnTo>
                  <ns0:pt x="1041120" y="319798"/>
                </ns0:lnTo>
                <ns0:lnTo>
                  <ns0:pt x="1042560" y="321539"/>
                </ns0:lnTo>
                <ns0:lnTo>
                  <ns0:pt x="1044000" y="324447"/>
                </ns0:lnTo>
                <ns0:lnTo>
                  <ns0:pt x="1045440" y="325613"/>
                </ns0:lnTo>
                <ns0:lnTo>
                  <ns0:pt x="1046880" y="325837"/>
                </ns0:lnTo>
                <ns0:lnTo>
                  <ns0:pt x="1048320" y="325664"/>
                </ns0:lnTo>
                <ns0:lnTo>
                  <ns0:pt x="1049760" y="325187"/>
                </ns0:lnTo>
                <ns0:lnTo>
                  <ns0:pt x="1051200" y="323371"/>
                </ns0:lnTo>
                <ns0:lnTo>
                  <ns0:pt x="1052640" y="321404"/>
                </ns0:lnTo>
                <ns0:lnTo>
                  <ns0:pt x="1054080" y="319006"/>
                </ns0:lnTo>
                <ns0:lnTo>
                  <ns0:pt x="1055520" y="318332"/>
                </ns0:lnTo>
                <ns0:lnTo>
                  <ns0:pt x="1056960" y="318256"/>
                </ns0:lnTo>
                <ns0:lnTo>
                  <ns0:pt x="1058400" y="318264"/>
                </ns0:lnTo>
                <ns0:lnTo>
                  <ns0:pt x="1059840" y="318278"/>
                </ns0:lnTo>
                <ns0:lnTo>
                  <ns0:pt x="1061280" y="318264"/>
                </ns0:lnTo>
                <ns0:lnTo>
                  <ns0:pt x="1062720" y="318203"/>
                </ns0:lnTo>
                <ns0:lnTo>
                  <ns0:pt x="1064160" y="318352"/>
                </ns0:lnTo>
                <ns0:lnTo>
                  <ns0:pt x="1065600" y="318678"/>
                </ns0:lnTo>
                <ns0:lnTo>
                  <ns0:pt x="1067040" y="318853"/>
                </ns0:lnTo>
                <ns0:lnTo>
                  <ns0:pt x="1068480" y="320068"/>
                </ns0:lnTo>
                <ns0:lnTo>
                  <ns0:pt x="1069920" y="320015"/>
                </ns0:lnTo>
                <ns0:lnTo>
                  <ns0:pt x="1071360" y="320029"/>
                </ns0:lnTo>
                <ns0:lnTo>
                  <ns0:pt x="1072800" y="321617"/>
                </ns0:lnTo>
                <ns0:lnTo>
                  <ns0:pt x="1074240" y="321918"/>
                </ns0:lnTo>
                <ns0:lnTo>
                  <ns0:pt x="1075680" y="320500"/>
                </ns0:lnTo>
                <ns0:lnTo>
                  <ns0:pt x="1077120" y="320077"/>
                </ns0:lnTo>
                <ns0:lnTo>
                  <ns0:pt x="1078560" y="319796"/>
                </ns0:lnTo>
                <ns0:lnTo>
                  <ns0:pt x="1080000" y="317068"/>
                </ns0:lnTo>
                <ns0:lnTo>
                  <ns0:pt x="1081440" y="314715"/>
                </ns0:lnTo>
                <ns0:lnTo>
                  <ns0:pt x="1082880" y="313650"/>
                </ns0:lnTo>
                <ns0:lnTo>
                  <ns0:pt x="1084320" y="312547"/>
                </ns0:lnTo>
                <ns0:lnTo>
                  <ns0:pt x="1085760" y="313097"/>
                </ns0:lnTo>
                <ns0:lnTo>
                  <ns0:pt x="1087200" y="313608"/>
                </ns0:lnTo>
                <ns0:lnTo>
                  <ns0:pt x="1088640" y="313812"/>
                </ns0:lnTo>
                <ns0:lnTo>
                  <ns0:pt x="1090080" y="313518"/>
                </ns0:lnTo>
                <ns0:lnTo>
                  <ns0:pt x="1091520" y="313083"/>
                </ns0:lnTo>
                <ns0:lnTo>
                  <ns0:pt x="1092960" y="313882"/>
                </ns0:lnTo>
                <ns0:lnTo>
                  <ns0:pt x="1094400" y="315980"/>
                </ns0:lnTo>
                <ns0:lnTo>
                  <ns0:pt x="1095840" y="319415"/>
                </ns0:lnTo>
                <ns0:lnTo>
                  <ns0:pt x="1097280" y="324074"/>
                </ns0:lnTo>
                <ns0:lnTo>
                  <ns0:pt x="1098720" y="330915"/>
                </ns0:lnTo>
                <ns0:lnTo>
                  <ns0:pt x="1100160" y="336126"/>
                </ns0:lnTo>
                <ns0:lnTo>
                  <ns0:pt x="1101600" y="339779"/>
                </ns0:lnTo>
                <ns0:lnTo>
                  <ns0:pt x="1103040" y="343717"/>
                </ns0:lnTo>
                <ns0:lnTo>
                  <ns0:pt x="1104480" y="345731"/>
                </ns0:lnTo>
                <ns0:lnTo>
                  <ns0:pt x="1105920" y="348151"/>
                </ns0:lnTo>
                <ns0:lnTo>
                  <ns0:pt x="1107360" y="352659"/>
                </ns0:lnTo>
                <ns0:lnTo>
                  <ns0:pt x="1108800" y="353826"/>
                </ns0:lnTo>
                <ns0:lnTo>
                  <ns0:pt x="1110240" y="356017"/>
                </ns0:lnTo>
                <ns0:lnTo>
                  <ns0:pt x="1111680" y="357841"/>
                </ns0:lnTo>
                <ns0:lnTo>
                  <ns0:pt x="1113120" y="358982"/>
                </ns0:lnTo>
                <ns0:lnTo>
                  <ns0:pt x="1114560" y="359342"/>
                </ns0:lnTo>
                <ns0:lnTo>
                  <ns0:pt x="1116000" y="359792"/>
                </ns0:lnTo>
                <ns0:lnTo>
                  <ns0:pt x="1117440" y="360087"/>
                </ns0:lnTo>
                <ns0:lnTo>
                  <ns0:pt x="1118880" y="360369"/>
                </ns0:lnTo>
                <ns0:lnTo>
                  <ns0:pt x="1120320" y="360837"/>
                </ns0:lnTo>
                <ns0:lnTo>
                  <ns0:pt x="1121760" y="360494"/>
                </ns0:lnTo>
                <ns0:lnTo>
                  <ns0:pt x="1123200" y="359922"/>
                </ns0:lnTo>
                <ns0:lnTo>
                  <ns0:pt x="1124640" y="359194"/>
                </ns0:lnTo>
                <ns0:lnTo>
                  <ns0:pt x="1126080" y="358487"/>
                </ns0:lnTo>
                <ns0:lnTo>
                  <ns0:pt x="1127520" y="360790"/>
                </ns0:lnTo>
                <ns0:lnTo>
                  <ns0:pt x="1128960" y="363752"/>
                </ns0:lnTo>
                <ns0:lnTo>
                  <ns0:pt x="1130400" y="366263"/>
                </ns0:lnTo>
                <ns0:lnTo>
                  <ns0:pt x="1131840" y="369189"/>
                </ns0:lnTo>
                <ns0:lnTo>
                  <ns0:pt x="1133280" y="370724"/>
                </ns0:lnTo>
                <ns0:lnTo>
                  <ns0:pt x="1134720" y="370554"/>
                </ns0:lnTo>
                <ns0:lnTo>
                  <ns0:pt x="1136160" y="372521"/>
                </ns0:lnTo>
                <ns0:lnTo>
                  <ns0:pt x="1137600" y="373762"/>
                </ns0:lnTo>
                <ns0:lnTo>
                  <ns0:pt x="1139040" y="375467"/>
                </ns0:lnTo>
                <ns0:lnTo>
                  <ns0:pt x="1140480" y="376730"/>
                </ns0:lnTo>
                <ns0:lnTo>
                  <ns0:pt x="1141920" y="376779"/>
                </ns0:lnTo>
                <ns0:lnTo>
                  <ns0:pt x="1143360" y="375340"/>
                </ns0:lnTo>
                <ns0:lnTo>
                  <ns0:pt x="1144800" y="374791"/>
                </ns0:lnTo>
                <ns0:lnTo>
                  <ns0:pt x="1146240" y="373572"/>
                </ns0:lnTo>
                <ns0:lnTo>
                  <ns0:pt x="1147680" y="372454"/>
                </ns0:lnTo>
                <ns0:lnTo>
                  <ns0:pt x="1149120" y="371813"/>
                </ns0:lnTo>
                <ns0:lnTo>
                  <ns0:pt x="1150560" y="371810"/>
                </ns0:lnTo>
                <ns0:lnTo>
                  <ns0:pt x="1152000" y="371799"/>
                </ns0:lnTo>
                <ns0:lnTo>
                  <ns0:pt x="1153440" y="371732"/>
                </ns0:lnTo>
                <ns0:lnTo>
                  <ns0:pt x="1154880" y="371697"/>
                </ns0:lnTo>
                <ns0:lnTo>
                  <ns0:pt x="1156320" y="372092"/>
                </ns0:lnTo>
                <ns0:lnTo>
                  <ns0:pt x="1157760" y="372513"/>
                </ns0:lnTo>
                <ns0:lnTo>
                  <ns0:pt x="1159200" y="372619"/>
                </ns0:lnTo>
                <ns0:lnTo>
                  <ns0:pt x="1160640" y="372470"/>
                </ns0:lnTo>
                <ns0:lnTo>
                  <ns0:pt x="1162080" y="372022"/>
                </ns0:lnTo>
                <ns0:lnTo>
                  <ns0:pt x="1163520" y="369765"/>
                </ns0:lnTo>
                <ns0:lnTo>
                  <ns0:pt x="1164960" y="368983"/>
                </ns0:lnTo>
                <ns0:lnTo>
                  <ns0:pt x="1166400" y="368479"/>
                </ns0:lnTo>
                <ns0:lnTo>
                  <ns0:pt x="1167840" y="366681"/>
                </ns0:lnTo>
                <ns0:lnTo>
                  <ns0:pt x="1169280" y="366147"/>
                </ns0:lnTo>
                <ns0:lnTo>
                  <ns0:pt x="1170720" y="365565"/>
                </ns0:lnTo>
                <ns0:lnTo>
                  <ns0:pt x="1172160" y="362346"/>
                </ns0:lnTo>
                <ns0:lnTo>
                  <ns0:pt x="1173600" y="360150"/>
                </ns0:lnTo>
                <ns0:lnTo>
                  <ns0:pt x="1175040" y="356515"/>
                </ns0:lnTo>
                <ns0:lnTo>
                  <ns0:pt x="1176480" y="354579"/>
                </ns0:lnTo>
                <ns0:lnTo>
                  <ns0:pt x="1177920" y="354186"/>
                </ns0:lnTo>
                <ns0:lnTo>
                  <ns0:pt x="1179360" y="353661"/>
                </ns0:lnTo>
                <ns0:lnTo>
                  <ns0:pt x="1180800" y="353316"/>
                </ns0:lnTo>
                <ns0:lnTo>
                  <ns0:pt x="1182240" y="353344"/>
                </ns0:lnTo>
                <ns0:lnTo>
                  <ns0:pt x="1183680" y="353559"/>
                </ns0:lnTo>
                <ns0:lnTo>
                  <ns0:pt x="1185120" y="354333"/>
                </ns0:lnTo>
                <ns0:lnTo>
                  <ns0:pt x="1186560" y="354888"/>
                </ns0:lnTo>
                <ns0:lnTo>
                  <ns0:pt x="1188000" y="355022"/>
                </ns0:lnTo>
                <ns0:lnTo>
                  <ns0:pt x="1189440" y="354802"/>
                </ns0:lnTo>
                <ns0:lnTo>
                  <ns0:pt x="1190880" y="354142"/>
                </ns0:lnTo>
                <ns0:lnTo>
                  <ns0:pt x="1192320" y="352754"/>
                </ns0:lnTo>
                <ns0:lnTo>
                  <ns0:pt x="1193760" y="354256"/>
                </ns0:lnTo>
                <ns0:lnTo>
                  <ns0:pt x="1195200" y="356232"/>
                </ns0:lnTo>
                <ns0:lnTo>
                  <ns0:pt x="1196640" y="357528"/>
                </ns0:lnTo>
                <ns0:lnTo>
                  <ns0:pt x="1198080" y="359166"/>
                </ns0:lnTo>
                <ns0:lnTo>
                  <ns0:pt x="1199520" y="359868"/>
                </ns0:lnTo>
                <ns0:lnTo>
                  <ns0:pt x="1200960" y="357654"/>
                </ns0:lnTo>
                <ns0:lnTo>
                  <ns0:pt x="1202400" y="354900"/>
                </ns0:lnTo>
                <ns0:lnTo>
                  <ns0:pt x="1203840" y="352835"/>
                </ns0:lnTo>
                <ns0:lnTo>
                  <ns0:pt x="1205280" y="349906"/>
                </ns0:lnTo>
                <ns0:lnTo>
                  <ns0:pt x="1206720" y="347526"/>
                </ns0:lnTo>
                <ns0:lnTo>
                  <ns0:pt x="1208160" y="345876"/>
                </ns0:lnTo>
                <ns0:lnTo>
                  <ns0:pt x="1209600" y="344909"/>
                </ns0:lnTo>
                <ns0:lnTo>
                  <ns0:pt x="1211040" y="344178"/>
                </ns0:lnTo>
                <ns0:lnTo>
                  <ns0:pt x="1212480" y="344190"/>
                </ns0:lnTo>
                <ns0:lnTo>
                  <ns0:pt x="1213920" y="345064"/>
                </ns0:lnTo>
                <ns0:lnTo>
                  <ns0:pt x="1215360" y="346076"/>
                </ns0:lnTo>
                <ns0:lnTo>
                  <ns0:pt x="1216800" y="347151"/>
                </ns0:lnTo>
                <ns0:lnTo>
                  <ns0:pt x="1218240" y="348418"/>
                </ns0:lnTo>
                <ns0:lnTo>
                  <ns0:pt x="1219680" y="348398"/>
                </ns0:lnTo>
                <ns0:lnTo>
                  <ns0:pt x="1221120" y="347156"/>
                </ns0:lnTo>
                <ns0:lnTo>
                  <ns0:pt x="1222560" y="347868"/>
                </ns0:lnTo>
                <ns0:lnTo>
                  <ns0:pt x="1224000" y="348178"/>
                </ns0:lnTo>
                <ns0:lnTo>
                  <ns0:pt x="1225440" y="348598"/>
                </ns0:lnTo>
                <ns0:lnTo>
                  <ns0:pt x="1226880" y="348562"/>
                </ns0:lnTo>
                <ns0:lnTo>
                  <ns0:pt x="1228320" y="348154"/>
                </ns0:lnTo>
                <ns0:lnTo>
                  <ns0:pt x="1229760" y="344336"/>
                </ns0:lnTo>
                <ns0:lnTo>
                  <ns0:pt x="1231200" y="340197"/>
                </ns0:lnTo>
                <ns0:lnTo>
                  <ns0:pt x="1232640" y="337377"/>
                </ns0:lnTo>
                <ns0:lnTo>
                  <ns0:pt x="1234080" y="333528"/>
                </ns0:lnTo>
                <ns0:lnTo>
                  <ns0:pt x="1235520" y="330697"/>
                </ns0:lnTo>
                <ns0:lnTo>
                  <ns0:pt x="1236960" y="328531"/>
                </ns0:lnTo>
                <ns0:lnTo>
                  <ns0:pt x="1238400" y="327974"/>
                </ns0:lnTo>
                <ns0:lnTo>
                  <ns0:pt x="1239840" y="327579"/>
                </ns0:lnTo>
                <ns0:lnTo>
                  <ns0:pt x="1241280" y="327435"/>
                </ns0:lnTo>
                <ns0:lnTo>
                  <ns0:pt x="1242720" y="327892"/>
                </ns0:lnTo>
                <ns0:lnTo>
                  <ns0:pt x="1244160" y="327844"/>
                </ns0:lnTo>
                <ns0:lnTo>
                  <ns0:pt x="1245600" y="327848"/>
                </ns0:lnTo>
                <ns0:lnTo>
                  <ns0:pt x="1247040" y="327778"/>
                </ns0:lnTo>
                <ns0:lnTo>
                  <ns0:pt x="1248480" y="327326"/>
                </ns0:lnTo>
                <ns0:lnTo>
                  <ns0:pt x="1249920" y="325109"/>
                </ns0:lnTo>
                <ns0:lnTo>
                  <ns0:pt x="1251360" y="324071"/>
                </ns0:lnTo>
                <ns0:lnTo>
                  <ns0:pt x="1252800" y="322354"/>
                </ns0:lnTo>
                <ns0:lnTo>
                  <ns0:pt x="1254240" y="320404"/>
                </ns0:lnTo>
                <ns0:lnTo>
                  <ns0:pt x="1255680" y="320127"/>
                </ns0:lnTo>
                <ns0:lnTo>
                  <ns0:pt x="1257120" y="319905"/>
                </ns0:lnTo>
                <ns0:lnTo>
                  <ns0:pt x="1258560" y="315357"/>
                </ns0:lnTo>
                <ns0:lnTo>
                  <ns0:pt x="1260000" y="311913"/>
                </ns0:lnTo>
                <ns0:lnTo>
                  <ns0:pt x="1261440" y="308346"/>
                </ns0:lnTo>
                <ns0:lnTo>
                  <ns0:pt x="1262880" y="305465"/>
                </ns0:lnTo>
                <ns0:lnTo>
                  <ns0:pt x="1264320" y="304422"/>
                </ns0:lnTo>
                <ns0:lnTo>
                  <ns0:pt x="1265760" y="303729"/>
                </ns0:lnTo>
                <ns0:lnTo>
                  <ns0:pt x="1267200" y="302366"/>
                </ns0:lnTo>
                <ns0:lnTo>
                  <ns0:pt x="1268640" y="302425"/>
                </ns0:lnTo>
                <ns0:lnTo>
                  <ns0:pt x="1270080" y="302388"/>
                </ns0:lnTo>
                <ns0:lnTo>
                  <ns0:pt x="1271520" y="302950"/>
                </ns0:lnTo>
                <ns0:lnTo>
                  <ns0:pt x="1272960" y="303343"/>
                </ns0:lnTo>
                <ns0:lnTo>
                  <ns0:pt x="1274400" y="304462"/>
                </ns0:lnTo>
                <ns0:lnTo>
                  <ns0:pt x="1275840" y="310126"/>
                </ns0:lnTo>
                <ns0:lnTo>
                  <ns0:pt x="1277280" y="313893"/>
                </ns0:lnTo>
                <ns0:lnTo>
                  <ns0:pt x="1278720" y="314293"/>
                </ns0:lnTo>
                <ns0:lnTo>
                  <ns0:pt x="1280160" y="315144"/>
                </ns0:lnTo>
                <ns0:lnTo>
                  <ns0:pt x="1281600" y="316782"/>
                </ns0:lnTo>
                <ns0:lnTo>
                  <ns0:pt x="1283040" y="316890"/>
                </ns0:lnTo>
                <ns0:lnTo>
                  <ns0:pt x="1284480" y="317034"/>
                </ns0:lnTo>
                <ns0:lnTo>
                  <ns0:pt x="1285920" y="317143"/>
                </ns0:lnTo>
                <ns0:lnTo>
                  <ns0:pt x="1287360" y="314786"/>
                </ns0:lnTo>
                <ns0:lnTo>
                  <ns0:pt x="1288800" y="312561"/>
                </ns0:lnTo>
                <ns0:lnTo>
                  <ns0:pt x="1290240" y="309462"/>
                </ns0:lnTo>
                <ns0:lnTo>
                  <ns0:pt x="1291680" y="306216"/>
                </ns0:lnTo>
                <ns0:lnTo>
                  <ns0:pt x="1293120" y="305173"/>
                </ns0:lnTo>
                <ns0:lnTo>
                  <ns0:pt x="1294560" y="305047"/>
                </ns0:lnTo>
                <ns0:lnTo>
                  <ns0:pt x="1296000" y="305137"/>
                </ns0:lnTo>
                <ns0:lnTo>
                  <ns0:pt x="1297440" y="306575"/>
                </ns0:lnTo>
                <ns0:lnTo>
                  <ns0:pt x="1298880" y="308942"/>
                </ns0:lnTo>
                <ns0:lnTo>
                  <ns0:pt x="1300320" y="310739"/>
                </ns0:lnTo>
                <ns0:lnTo>
                  <ns0:pt x="1301760" y="312759"/>
                </ns0:lnTo>
                <ns0:lnTo>
                  <ns0:pt x="1303200" y="314166"/>
                </ns0:lnTo>
                <ns0:lnTo>
                  <ns0:pt x="1304640" y="314694"/>
                </ns0:lnTo>
                <ns0:lnTo>
                  <ns0:pt x="1306080" y="316411"/>
                </ns0:lnTo>
                <ns0:lnTo>
                  <ns0:pt x="1307520" y="318534"/>
                </ns0:lnTo>
                <ns0:lnTo>
                  <ns0:pt x="1308960" y="320873"/>
                </ns0:lnTo>
                <ns0:lnTo>
                  <ns0:pt x="1310400" y="327479"/>
                </ns0:lnTo>
                <ns0:lnTo>
                  <ns0:pt x="1311840" y="330003"/>
                </ns0:lnTo>
                <ns0:lnTo>
                  <ns0:pt x="1313280" y="333472"/>
                </ns0:lnTo>
                <ns0:lnTo>
                  <ns0:pt x="1314720" y="339162"/>
                </ns0:lnTo>
                <ns0:lnTo>
                  <ns0:pt x="1316160" y="343896"/>
                </ns0:lnTo>
                <ns0:lnTo>
                  <ns0:pt x="1317600" y="346596"/>
                </ns0:lnTo>
                <ns0:lnTo>
                  <ns0:pt x="1319040" y="348699"/>
                </ns0:lnTo>
                <ns0:lnTo>
                  <ns0:pt x="1320480" y="349677"/>
                </ns0:lnTo>
                <ns0:lnTo>
                  <ns0:pt x="1321920" y="350302"/>
                </ns0:lnTo>
                <ns0:lnTo>
                  <ns0:pt x="1323360" y="350389"/>
                </ns0:lnTo>
                <ns0:lnTo>
                  <ns0:pt x="1324800" y="349766"/>
                </ns0:lnTo>
                <ns0:lnTo>
                  <ns0:pt x="1326240" y="349211"/>
                </ns0:lnTo>
                <ns0:lnTo>
                  <ns0:pt x="1327680" y="349355"/>
                </ns0:lnTo>
                <ns0:lnTo>
                  <ns0:pt x="1329120" y="350637"/>
                </ns0:lnTo>
                <ns0:lnTo>
                  <ns0:pt x="1330560" y="351863"/>
                </ns0:lnTo>
                <ns0:lnTo>
                  <ns0:pt x="1332000" y="352146"/>
                </ns0:lnTo>
                <ns0:lnTo>
                  <ns0:pt x="1333440" y="352732"/>
                </ns0:lnTo>
                <ns0:lnTo>
                  <ns0:pt x="1334880" y="353433"/>
                </ns0:lnTo>
                <ns0:lnTo>
                  <ns0:pt x="1336320" y="353704"/>
                </ns0:lnTo>
                <ns0:lnTo>
                  <ns0:pt x="1337760" y="353858"/>
                </ns0:lnTo>
                <ns0:lnTo>
                  <ns0:pt x="1339200" y="353945"/>
                </ns0:lnTo>
                <ns0:lnTo>
                  <ns0:pt x="1340640" y="354495"/>
                </ns0:lnTo>
                <ns0:lnTo>
                  <ns0:pt x="1342080" y="354756"/>
                </ns0:lnTo>
                <ns0:lnTo>
                  <ns0:pt x="1343520" y="354609"/>
                </ns0:lnTo>
                <ns0:lnTo>
                  <ns0:pt x="1344960" y="354337"/>
                </ns0:lnTo>
                <ns0:lnTo>
                  <ns0:pt x="1346400" y="351324"/>
                </ns0:lnTo>
                <ns0:lnTo>
                  <ns0:pt x="1347840" y="348194"/>
                </ns0:lnTo>
                <ns0:lnTo>
                  <ns0:pt x="1349280" y="344108"/>
                </ns0:lnTo>
                <ns0:lnTo>
                  <ns0:pt x="1350720" y="338967"/>
                </ns0:lnTo>
                <ns0:lnTo>
                  <ns0:pt x="1352160" y="334278"/>
                </ns0:lnTo>
                <ns0:lnTo>
                  <ns0:pt x="1353600" y="330888"/>
                </ns0:lnTo>
                <ns0:lnTo>
                  <ns0:pt x="1355040" y="328606"/>
                </ns0:lnTo>
                <ns0:lnTo>
                  <ns0:pt x="1356480" y="328356"/>
                </ns0:lnTo>
                <ns0:lnTo>
                  <ns0:pt x="1357920" y="328316"/>
                </ns0:lnTo>
                <ns0:lnTo>
                  <ns0:pt x="1359360" y="328366"/>
                </ns0:lnTo>
                <ns0:lnTo>
                  <ns0:pt x="1360800" y="328428"/>
                </ns0:lnTo>
                <ns0:lnTo>
                  <ns0:pt x="1362240" y="328428"/>
                </ns0:lnTo>
                <ns0:lnTo>
                  <ns0:pt x="1363680" y="327853"/>
                </ns0:lnTo>
                <ns0:lnTo>
                  <ns0:pt x="1365120" y="325666"/>
                </ns0:lnTo>
                <ns0:lnTo>
                  <ns0:pt x="1366560" y="323871"/>
                </ns0:lnTo>
                <ns0:lnTo>
                  <ns0:pt x="1368000" y="322721"/>
                </ns0:lnTo>
                <ns0:lnTo>
                  <ns0:pt x="1369440" y="323584"/>
                </ns0:lnTo>
                <ns0:lnTo>
                  <ns0:pt x="1370880" y="323721"/>
                </ns0:lnTo>
                <ns0:lnTo>
                  <ns0:pt x="1372320" y="324043"/>
                </ns0:lnTo>
                <ns0:lnTo>
                  <ns0:pt x="1373760" y="329481"/>
                </ns0:lnTo>
                <ns0:lnTo>
                  <ns0:pt x="1375200" y="333330"/>
                </ns0:lnTo>
                <ns0:lnTo>
                  <ns0:pt x="1376640" y="334928"/>
                </ns0:lnTo>
                <ns0:lnTo>
                  <ns0:pt x="1378080" y="336886"/>
                </ns0:lnTo>
                <ns0:lnTo>
                  <ns0:pt x="1379520" y="339413"/>
                </ns0:lnTo>
                <ns0:lnTo>
                  <ns0:pt x="1380960" y="340588"/>
                </ns0:lnTo>
                <ns0:lnTo>
                  <ns0:pt x="1382400" y="341468"/>
                </ns0:lnTo>
                <ns0:lnTo>
                  <ns0:pt x="1383840" y="341859"/>
                </ns0:lnTo>
                <ns0:lnTo>
                  <ns0:pt x="1385280" y="342110"/>
                </ns0:lnTo>
                <ns0:lnTo>
                  <ns0:pt x="1386720" y="342110"/>
                </ns0:lnTo>
                <ns0:lnTo>
                  <ns0:pt x="1388160" y="342094"/>
                </ns0:lnTo>
                <ns0:lnTo>
                  <ns0:pt x="1389600" y="342136"/>
                </ns0:lnTo>
                <ns0:lnTo>
                  <ns0:pt x="1391040" y="342438"/>
                </ns0:lnTo>
                <ns0:lnTo>
                  <ns0:pt x="1392480" y="342308"/>
                </ns0:lnTo>
                <ns0:lnTo>
                  <ns0:pt x="1393920" y="342341"/>
                </ns0:lnTo>
                <ns0:lnTo>
                  <ns0:pt x="1395360" y="342896"/>
                </ns0:lnTo>
                <ns0:lnTo>
                  <ns0:pt x="1396800" y="343203"/>
                </ns0:lnTo>
                <ns0:lnTo>
                  <ns0:pt x="1398240" y="343735"/>
                </ns0:lnTo>
                <ns0:lnTo>
                  <ns0:pt x="1399680" y="343409"/>
                </ns0:lnTo>
                <ns0:lnTo>
                  <ns0:pt x="1401120" y="343431"/>
                </ns0:lnTo>
                <ns0:lnTo>
                  <ns0:pt x="1402560" y="343202"/>
                </ns0:lnTo>
                <ns0:lnTo>
                  <ns0:pt x="1404000" y="342976"/>
                </ns0:lnTo>
                <ns0:lnTo>
                  <ns0:pt x="1405440" y="341878"/>
                </ns0:lnTo>
                <ns0:lnTo>
                  <ns0:pt x="1406880" y="340642"/>
                </ns0:lnTo>
                <ns0:lnTo>
                  <ns0:pt x="1408320" y="339643"/>
                </ns0:lnTo>
                <ns0:lnTo>
                  <ns0:pt x="1409760" y="334437"/>
                </ns0:lnTo>
                <ns0:lnTo>
                  <ns0:pt x="1411200" y="329938"/>
                </ns0:lnTo>
                <ns0:lnTo>
                  <ns0:pt x="1412640" y="326039"/>
                </ns0:lnTo>
                <ns0:lnTo>
                  <ns0:pt x="1414080" y="324814"/>
                </ns0:lnTo>
                <ns0:lnTo>
                  <ns0:pt x="1415520" y="323123"/>
                </ns0:lnTo>
                <ns0:lnTo>
                  <ns0:pt x="1416960" y="322418"/>
                </ns0:lnTo>
                <ns0:lnTo>
                  <ns0:pt x="1418400" y="320945"/>
                </ns0:lnTo>
                <ns0:lnTo>
                  <ns0:pt x="1419840" y="319371"/>
                </ns0:lnTo>
                <ns0:lnTo>
                  <ns0:pt x="1421280" y="317511"/>
                </ns0:lnTo>
                <ns0:lnTo>
                  <ns0:pt x="1422720" y="316467"/>
                </ns0:lnTo>
                <ns0:lnTo>
                  <ns0:pt x="1424160" y="317185"/>
                </ns0:lnTo>
                <ns0:lnTo>
                  <ns0:pt x="1425600" y="316992"/>
                </ns0:lnTo>
                <ns0:lnTo>
                  <ns0:pt x="1427040" y="315772"/>
                </ns0:lnTo>
                <ns0:lnTo>
                  <ns0:pt x="1428480" y="314296"/>
                </ns0:lnTo>
                <ns0:lnTo>
                  <ns0:pt x="1429920" y="312505"/>
                </ns0:lnTo>
                <ns0:lnTo>
                  <ns0:pt x="1431360" y="309581"/>
                </ns0:lnTo>
                <ns0:lnTo>
                  <ns0:pt x="1432800" y="306539"/>
                </ns0:lnTo>
                <ns0:lnTo>
                  <ns0:pt x="1434240" y="301801"/>
                </ns0:lnTo>
                <ns0:lnTo>
                  <ns0:pt x="1435680" y="298193"/>
                </ns0:lnTo>
                <ns0:lnTo>
                  <ns0:pt x="1437120" y="296069"/>
                </ns0:lnTo>
                <ns0:lnTo>
                  <ns0:pt x="1438560" y="292566"/>
                </ns0:lnTo>
                <ns0:lnTo>
                  <ns0:pt x="1440000" y="290337"/>
                </ns0:lnTo>
                <ns0:lnTo>
                  <ns0:pt x="1440000" y="220921"/>
                </ns0:lnTo>
                <ns0:lnTo>
                  <ns0:pt x="1440000" y="220921"/>
                </ns0:lnTo>
                <ns0:lnTo>
                  <ns0:pt x="1438560" y="223481"/>
                </ns0:lnTo>
                <ns0:lnTo>
                  <ns0:pt x="1437120" y="225829"/>
                </ns0:lnTo>
                <ns0:lnTo>
                  <ns0:pt x="1435680" y="228092"/>
                </ns0:lnTo>
                <ns0:lnTo>
                  <ns0:pt x="1434240" y="230135"/>
                </ns0:lnTo>
                <ns0:lnTo>
                  <ns0:pt x="1432800" y="231904"/>
                </ns0:lnTo>
                <ns0:lnTo>
                  <ns0:pt x="1431360" y="233881"/>
                </ns0:lnTo>
                <ns0:lnTo>
                  <ns0:pt x="1429920" y="235782"/>
                </ns0:lnTo>
                <ns0:lnTo>
                  <ns0:pt x="1428480" y="237652"/>
                </ns0:lnTo>
                <ns0:lnTo>
                  <ns0:pt x="1427040" y="239425"/>
                </ns0:lnTo>
                <ns0:lnTo>
                  <ns0:pt x="1425600" y="241099"/>
                </ns0:lnTo>
                <ns0:lnTo>
                  <ns0:pt x="1424160" y="242499"/>
                </ns0:lnTo>
                <ns0:lnTo>
                  <ns0:pt x="1422720" y="243289"/>
                </ns0:lnTo>
                <ns0:lnTo>
                  <ns0:pt x="1421280" y="246275"/>
                </ns0:lnTo>
                <ns0:lnTo>
                  <ns0:pt x="1419840" y="250089"/>
                </ns0:lnTo>
                <ns0:lnTo>
                  <ns0:pt x="1418400" y="255314"/>
                </ns0:lnTo>
                <ns0:lnTo>
                  <ns0:pt x="1416960" y="262103"/>
                </ns0:lnTo>
                <ns0:lnTo>
                  <ns0:pt x="1415520" y="270804"/>
                </ns0:lnTo>
                <ns0:lnTo>
                  <ns0:pt x="1414080" y="279513"/>
                </ns0:lnTo>
                <ns0:lnTo>
                  <ns0:pt x="1412640" y="288305"/>
                </ns0:lnTo>
                <ns0:lnTo>
                  <ns0:pt x="1411200" y="289826"/>
                </ns0:lnTo>
                <ns0:lnTo>
                  <ns0:pt x="1409760" y="290625"/>
                </ns0:lnTo>
                <ns0:lnTo>
                  <ns0:pt x="1408320" y="291530"/>
                </ns0:lnTo>
                <ns0:lnTo>
                  <ns0:pt x="1406880" y="292887"/>
                </ns0:lnTo>
                <ns0:lnTo>
                  <ns0:pt x="1405440" y="293665"/>
                </ns0:lnTo>
                <ns0:lnTo>
                  <ns0:pt x="1404000" y="297813"/>
                </ns0:lnTo>
                <ns0:lnTo>
                  <ns0:pt x="1402560" y="299844"/>
                </ns0:lnTo>
                <ns0:lnTo>
                  <ns0:pt x="1401120" y="300749"/>
                </ns0:lnTo>
                <ns0:lnTo>
                  <ns0:pt x="1399680" y="301249"/>
                </ns0:lnTo>
                <ns0:lnTo>
                  <ns0:pt x="1398240" y="298241"/>
                </ns0:lnTo>
                <ns0:lnTo>
                  <ns0:pt x="1396800" y="295607"/>
                </ns0:lnTo>
                <ns0:lnTo>
                  <ns0:pt x="1395360" y="293194"/>
                </ns0:lnTo>
                <ns0:lnTo>
                  <ns0:pt x="1393920" y="290788"/>
                </ns0:lnTo>
                <ns0:lnTo>
                  <ns0:pt x="1392480" y="290741"/>
                </ns0:lnTo>
                <ns0:lnTo>
                  <ns0:pt x="1391040" y="290905"/>
                </ns0:lnTo>
                <ns0:lnTo>
                  <ns0:pt x="1389600" y="289978"/>
                </ns0:lnTo>
                <ns0:lnTo>
                  <ns0:pt x="1388160" y="288966"/>
                </ns0:lnTo>
                <ns0:lnTo>
                  <ns0:pt x="1386720" y="288853"/>
                </ns0:lnTo>
                <ns0:lnTo>
                  <ns0:pt x="1385280" y="288889"/>
                </ns0:lnTo>
                <ns0:lnTo>
                  <ns0:pt x="1383840" y="287736"/>
                </ns0:lnTo>
                <ns0:lnTo>
                  <ns0:pt x="1382400" y="286648"/>
                </ns0:lnTo>
                <ns0:lnTo>
                  <ns0:pt x="1380960" y="285276"/>
                </ns0:lnTo>
                <ns0:lnTo>
                  <ns0:pt x="1379520" y="284422"/>
                </ns0:lnTo>
                <ns0:lnTo>
                  <ns0:pt x="1378080" y="283915"/>
                </ns0:lnTo>
                <ns0:lnTo>
                  <ns0:pt x="1376640" y="284069"/>
                </ns0:lnTo>
                <ns0:lnTo>
                  <ns0:pt x="1375200" y="284295"/>
                </ns0:lnTo>
                <ns0:lnTo>
                  <ns0:pt x="1373760" y="284757"/>
                </ns0:lnTo>
                <ns0:lnTo>
                  <ns0:pt x="1372320" y="286413"/>
                </ns0:lnTo>
                <ns0:lnTo>
                  <ns0:pt x="1370880" y="286425"/>
                </ns0:lnTo>
                <ns0:lnTo>
                  <ns0:pt x="1369440" y="286456"/>
                </ns0:lnTo>
                <ns0:lnTo>
                  <ns0:pt x="1368000" y="286655"/>
                </ns0:lnTo>
                <ns0:lnTo>
                  <ns0:pt x="1366560" y="286623"/>
                </ns0:lnTo>
                <ns0:lnTo>
                  <ns0:pt x="1365120" y="286535"/>
                </ns0:lnTo>
                <ns0:lnTo>
                  <ns0:pt x="1363680" y="287063"/>
                </ns0:lnTo>
                <ns0:lnTo>
                  <ns0:pt x="1362240" y="289429"/>
                </ns0:lnTo>
                <ns0:lnTo>
                  <ns0:pt x="1360800" y="290211"/>
                </ns0:lnTo>
                <ns0:lnTo>
                  <ns0:pt x="1359360" y="290903"/>
                </ns0:lnTo>
                <ns0:lnTo>
                  <ns0:pt x="1357920" y="292040"/>
                </ns0:lnTo>
                <ns0:lnTo>
                  <ns0:pt x="1356480" y="292073"/>
                </ns0:lnTo>
                <ns0:lnTo>
                  <ns0:pt x="1355040" y="292180"/>
                </ns0:lnTo>
                <ns0:lnTo>
                  <ns0:pt x="1353600" y="293360"/>
                </ns0:lnTo>
                <ns0:lnTo>
                  <ns0:pt x="1352160" y="295334"/>
                </ns0:lnTo>
                <ns0:lnTo>
                  <ns0:pt x="1350720" y="297655"/>
                </ns0:lnTo>
                <ns0:lnTo>
                  <ns0:pt x="1349280" y="299261"/>
                </ns0:lnTo>
                <ns0:lnTo>
                  <ns0:pt x="1347840" y="301620"/>
                </ns0:lnTo>
                <ns0:lnTo>
                  <ns0:pt x="1346400" y="304255"/>
                </ns0:lnTo>
                <ns0:lnTo>
                  <ns0:pt x="1344960" y="307090"/>
                </ns0:lnTo>
                <ns0:lnTo>
                  <ns0:pt x="1343520" y="308573"/>
                </ns0:lnTo>
                <ns0:lnTo>
                  <ns0:pt x="1342080" y="309370"/>
                </ns0:lnTo>
                <ns0:lnTo>
                  <ns0:pt x="1340640" y="308841"/>
                </ns0:lnTo>
                <ns0:lnTo>
                  <ns0:pt x="1339200" y="306842"/>
                </ns0:lnTo>
                <ns0:lnTo>
                  <ns0:pt x="1337760" y="306123"/>
                </ns0:lnTo>
                <ns0:lnTo>
                  <ns0:pt x="1336320" y="305614"/>
                </ns0:lnTo>
                <ns0:lnTo>
                  <ns0:pt x="1334880" y="304614"/>
                </ns0:lnTo>
                <ns0:lnTo>
                  <ns0:pt x="1333440" y="303416"/>
                </ns0:lnTo>
                <ns0:lnTo>
                  <ns0:pt x="1332000" y="301353"/>
                </ns0:lnTo>
                <ns0:lnTo>
                  <ns0:pt x="1330560" y="297010"/>
                </ns0:lnTo>
                <ns0:lnTo>
                  <ns0:pt x="1329120" y="294418"/>
                </ns0:lnTo>
                <ns0:lnTo>
                  <ns0:pt x="1327680" y="292281"/>
                </ns0:lnTo>
                <ns0:lnTo>
                  <ns0:pt x="1326240" y="289018"/>
                </ns0:lnTo>
                <ns0:lnTo>
                  <ns0:pt x="1324800" y="285436"/>
                </ns0:lnTo>
                <ns0:lnTo>
                  <ns0:pt x="1323360" y="281593"/>
                </ns0:lnTo>
                <ns0:lnTo>
                  <ns0:pt x="1321920" y="279584"/>
                </ns0:lnTo>
                <ns0:lnTo>
                  <ns0:pt x="1320480" y="277910"/>
                </ns0:lnTo>
                <ns0:lnTo>
                  <ns0:pt x="1319040" y="276132"/>
                </ns0:lnTo>
                <ns0:lnTo>
                  <ns0:pt x="1317600" y="274369"/>
                </ns0:lnTo>
                <ns0:lnTo>
                  <ns0:pt x="1316160" y="273688"/>
                </ns0:lnTo>
                <ns0:lnTo>
                  <ns0:pt x="1314720" y="273077"/>
                </ns0:lnTo>
                <ns0:lnTo>
                  <ns0:pt x="1313280" y="273366"/>
                </ns0:lnTo>
                <ns0:lnTo>
                  <ns0:pt x="1311840" y="274331"/>
                </ns0:lnTo>
                <ns0:lnTo>
                  <ns0:pt x="1310400" y="275127"/>
                </ns0:lnTo>
                <ns0:lnTo>
                  <ns0:pt x="1308960" y="275699"/>
                </ns0:lnTo>
                <ns0:lnTo>
                  <ns0:pt x="1307520" y="273947"/>
                </ns0:lnTo>
                <ns0:lnTo>
                  <ns0:pt x="1306080" y="272571"/>
                </ns0:lnTo>
                <ns0:lnTo>
                  <ns0:pt x="1304640" y="268751"/>
                </ns0:lnTo>
                <ns0:lnTo>
                  <ns0:pt x="1303200" y="264472"/>
                </ns0:lnTo>
                <ns0:lnTo>
                  <ns0:pt x="1301760" y="261501"/>
                </ns0:lnTo>
                <ns0:lnTo>
                  <ns0:pt x="1300320" y="258180"/>
                </ns0:lnTo>
                <ns0:lnTo>
                  <ns0:pt x="1298880" y="254743"/>
                </ns0:lnTo>
                <ns0:lnTo>
                  <ns0:pt x="1297440" y="252581"/>
                </ns0:lnTo>
                <ns0:lnTo>
                  <ns0:pt x="1296000" y="249411"/>
                </ns0:lnTo>
                <ns0:lnTo>
                  <ns0:pt x="1294560" y="249281"/>
                </ns0:lnTo>
                <ns0:lnTo>
                  <ns0:pt x="1293120" y="249325"/>
                </ns0:lnTo>
                <ns0:lnTo>
                  <ns0:pt x="1291680" y="249432"/>
                </ns0:lnTo>
                <ns0:lnTo>
                  <ns0:pt x="1290240" y="250190"/>
                </ns0:lnTo>
                <ns0:lnTo>
                  <ns0:pt x="1288800" y="252099"/>
                </ns0:lnTo>
                <ns0:lnTo>
                  <ns0:pt x="1287360" y="254743"/>
                </ns0:lnTo>
                <ns0:lnTo>
                  <ns0:pt x="1285920" y="256117"/>
                </ns0:lnTo>
                <ns0:lnTo>
                  <ns0:pt x="1284480" y="255971"/>
                </ns0:lnTo>
                <ns0:lnTo>
                  <ns0:pt x="1283040" y="255796"/>
                </ns0:lnTo>
                <ns0:lnTo>
                  <ns0:pt x="1281600" y="255707"/>
                </ns0:lnTo>
                <ns0:lnTo>
                  <ns0:pt x="1280160" y="254747"/>
                </ns0:lnTo>
                <ns0:lnTo>
                  <ns0:pt x="1278720" y="254222"/>
                </ns0:lnTo>
                <ns0:lnTo>
                  <ns0:pt x="1277280" y="254130"/>
                </ns0:lnTo>
                <ns0:lnTo>
                  <ns0:pt x="1275840" y="254407"/>
                </ns0:lnTo>
                <ns0:lnTo>
                  <ns0:pt x="1274400" y="254435"/>
                </ns0:lnTo>
                <ns0:lnTo>
                  <ns0:pt x="1272960" y="252299"/>
                </ns0:lnTo>
                <ns0:lnTo>
                  <ns0:pt x="1271520" y="251281"/>
                </ns0:lnTo>
                <ns0:lnTo>
                  <ns0:pt x="1270080" y="250070"/>
                </ns0:lnTo>
                <ns0:lnTo>
                  <ns0:pt x="1268640" y="250616"/>
                </ns0:lnTo>
                <ns0:lnTo>
                  <ns0:pt x="1267200" y="251689"/>
                </ns0:lnTo>
                <ns0:lnTo>
                  <ns0:pt x="1265760" y="253709"/>
                </ns0:lnTo>
                <ns0:lnTo>
                  <ns0:pt x="1264320" y="256161"/>
                </ns0:lnTo>
                <ns0:lnTo>
                  <ns0:pt x="1262880" y="259452"/>
                </ns0:lnTo>
                <ns0:lnTo>
                  <ns0:pt x="1261440" y="261783"/>
                </ns0:lnTo>
                <ns0:lnTo>
                  <ns0:pt x="1260000" y="265673"/>
                </ns0:lnTo>
                <ns0:lnTo>
                  <ns0:pt x="1258560" y="266993"/>
                </ns0:lnTo>
                <ns0:lnTo>
                  <ns0:pt x="1257120" y="266848"/>
                </ns0:lnTo>
                <ns0:lnTo>
                  <ns0:pt x="1255680" y="266903"/>
                </ns0:lnTo>
                <ns0:lnTo>
                  <ns0:pt x="1254240" y="266888"/>
                </ns0:lnTo>
                <ns0:lnTo>
                  <ns0:pt x="1252800" y="266621"/>
                </ns0:lnTo>
                <ns0:lnTo>
                  <ns0:pt x="1251360" y="266650"/>
                </ns0:lnTo>
                <ns0:lnTo>
                  <ns0:pt x="1249920" y="266668"/>
                </ns0:lnTo>
                <ns0:lnTo>
                  <ns0:pt x="1248480" y="268084"/>
                </ns0:lnTo>
                <ns0:lnTo>
                  <ns0:pt x="1247040" y="268909"/>
                </ns0:lnTo>
                <ns0:lnTo>
                  <ns0:pt x="1245600" y="269041"/>
                </ns0:lnTo>
                <ns0:lnTo>
                  <ns0:pt x="1244160" y="269019"/>
                </ns0:lnTo>
                <ns0:lnTo>
                  <ns0:pt x="1242720" y="269155"/>
                </ns0:lnTo>
                <ns0:lnTo>
                  <ns0:pt x="1241280" y="268490"/>
                </ns0:lnTo>
                <ns0:lnTo>
                  <ns0:pt x="1239840" y="268648"/>
                </ns0:lnTo>
                <ns0:lnTo>
                  <ns0:pt x="1238400" y="269947"/>
                </ns0:lnTo>
                <ns0:lnTo>
                  <ns0:pt x="1236960" y="273940"/>
                </ns0:lnTo>
                <ns0:lnTo>
                  <ns0:pt x="1235520" y="277828"/>
                </ns0:lnTo>
                <ns0:lnTo>
                  <ns0:pt x="1234080" y="282134"/>
                </ns0:lnTo>
                <ns0:lnTo>
                  <ns0:pt x="1232640" y="286461"/>
                </ns0:lnTo>
                <ns0:lnTo>
                  <ns0:pt x="1231200" y="291902"/>
                </ns0:lnTo>
                <ns0:lnTo>
                  <ns0:pt x="1229760" y="293378"/>
                </ns0:lnTo>
                <ns0:lnTo>
                  <ns0:pt x="1228320" y="295962"/>
                </ns0:lnTo>
                <ns0:lnTo>
                  <ns0:pt x="1226880" y="297427"/>
                </ns0:lnTo>
                <ns0:lnTo>
                  <ns0:pt x="1225440" y="297475"/>
                </ns0:lnTo>
                <ns0:lnTo>
                  <ns0:pt x="1224000" y="297201"/>
                </ns0:lnTo>
                <ns0:lnTo>
                  <ns0:pt x="1222560" y="296982"/>
                </ns0:lnTo>
                <ns0:lnTo>
                  <ns0:pt x="1221120" y="296892"/>
                </ns0:lnTo>
                <ns0:lnTo>
                  <ns0:pt x="1219680" y="297903"/>
                </ns0:lnTo>
                <ns0:lnTo>
                  <ns0:pt x="1218240" y="297919"/>
                </ns0:lnTo>
                <ns0:lnTo>
                  <ns0:pt x="1216800" y="297033"/>
                </ns0:lnTo>
                <ns0:lnTo>
                  <ns0:pt x="1215360" y="294677"/>
                </ns0:lnTo>
                <ns0:lnTo>
                  <ns0:pt x="1213920" y="293053"/>
                </ns0:lnTo>
                <ns0:lnTo>
                  <ns0:pt x="1212480" y="291179"/>
                </ns0:lnTo>
                <ns0:lnTo>
                  <ns0:pt x="1211040" y="291070"/>
                </ns0:lnTo>
                <ns0:lnTo>
                  <ns0:pt x="1209600" y="292940"/>
                </ns0:lnTo>
                <ns0:lnTo>
                  <ns0:pt x="1208160" y="296535"/>
                </ns0:lnTo>
                <ns0:lnTo>
                  <ns0:pt x="1206720" y="299618"/>
                </ns0:lnTo>
                <ns0:lnTo>
                  <ns0:pt x="1205280" y="302906"/>
                </ns0:lnTo>
                <ns0:lnTo>
                  <ns0:pt x="1203840" y="305145"/>
                </ns0:lnTo>
                <ns0:lnTo>
                  <ns0:pt x="1202400" y="308221"/>
                </ns0:lnTo>
                <ns0:lnTo>
                  <ns0:pt x="1200960" y="310177"/>
                </ns0:lnTo>
                <ns0:lnTo>
                  <ns0:pt x="1199520" y="310675"/>
                </ns0:lnTo>
                <ns0:lnTo>
                  <ns0:pt x="1198080" y="310091"/>
                </ns0:lnTo>
                <ns0:lnTo>
                  <ns0:pt x="1196640" y="309508"/>
                </ns0:lnTo>
                <ns0:lnTo>
                  <ns0:pt x="1195200" y="309199"/>
                </ns0:lnTo>
                <ns0:lnTo>
                  <ns0:pt x="1193760" y="308976"/>
                </ns0:lnTo>
                <ns0:lnTo>
                  <ns0:pt x="1192320" y="309076"/>
                </ns0:lnTo>
                <ns0:lnTo>
                  <ns0:pt x="1190880" y="310106"/>
                </ns0:lnTo>
                <ns0:lnTo>
                  <ns0:pt x="1189440" y="310982"/>
                </ns0:lnTo>
                <ns0:lnTo>
                  <ns0:pt x="1188000" y="311350"/>
                </ns0:lnTo>
                <ns0:lnTo>
                  <ns0:pt x="1186560" y="310753"/>
                </ns0:lnTo>
                <ns0:lnTo>
                  <ns0:pt x="1185120" y="309931"/>
                </ns0:lnTo>
                <ns0:lnTo>
                  <ns0:pt x="1183680" y="308762"/>
                </ns0:lnTo>
                <ns0:lnTo>
                  <ns0:pt x="1182240" y="308180"/>
                </ns0:lnTo>
                <ns0:lnTo>
                  <ns0:pt x="1180800" y="307660"/>
                </ns0:lnTo>
                <ns0:lnTo>
                  <ns0:pt x="1179360" y="311019"/>
                </ns0:lnTo>
                <ns0:lnTo>
                  <ns0:pt x="1177920" y="313942"/>
                </ns0:lnTo>
                <ns0:lnTo>
                  <ns0:pt x="1176480" y="317984"/>
                </ns0:lnTo>
                <ns0:lnTo>
                  <ns0:pt x="1175040" y="321810"/>
                </ns0:lnTo>
                <ns0:lnTo>
                  <ns0:pt x="1173600" y="322693"/>
                </ns0:lnTo>
                <ns0:lnTo>
                  <ns0:pt x="1172160" y="323389"/>
                </ns0:lnTo>
                <ns0:lnTo>
                  <ns0:pt x="1170720" y="323348"/>
                </ns0:lnTo>
                <ns0:lnTo>
                  <ns0:pt x="1169280" y="323428"/>
                </ns0:lnTo>
                <ns0:lnTo>
                  <ns0:pt x="1167840" y="323427"/>
                </ns0:lnTo>
                <ns0:lnTo>
                  <ns0:pt x="1166400" y="323382"/>
                </ns0:lnTo>
                <ns0:lnTo>
                  <ns0:pt x="1164960" y="323376"/>
                </ns0:lnTo>
                <ns0:lnTo>
                  <ns0:pt x="1163520" y="323341"/>
                </ns0:lnTo>
                <ns0:lnTo>
                  <ns0:pt x="1162080" y="324808"/>
                </ns0:lnTo>
                <ns0:lnTo>
                  <ns0:pt x="1160640" y="325750"/>
                </ns0:lnTo>
                <ns0:lnTo>
                  <ns0:pt x="1159200" y="326073"/>
                </ns0:lnTo>
                <ns0:lnTo>
                  <ns0:pt x="1157760" y="325198"/>
                </ns0:lnTo>
                <ns0:lnTo>
                  <ns0:pt x="1156320" y="323109"/>
                </ns0:lnTo>
                <ns0:lnTo>
                  <ns0:pt x="1154880" y="319821"/>
                </ns0:lnTo>
                <ns0:lnTo>
                  <ns0:pt x="1153440" y="316356"/>
                </ns0:lnTo>
                <ns0:lnTo>
                  <ns0:pt x="1152000" y="313459"/>
                </ns0:lnTo>
                <ns0:lnTo>
                  <ns0:pt x="1150560" y="313004"/>
                </ns0:lnTo>
                <ns0:lnTo>
                  <ns0:pt x="1149120" y="313030"/>
                </ns0:lnTo>
                <ns0:lnTo>
                  <ns0:pt x="1147680" y="314748"/>
                </ns0:lnTo>
                <ns0:lnTo>
                  <ns0:pt x="1146240" y="316842"/>
                </ns0:lnTo>
                <ns0:lnTo>
                  <ns0:pt x="1144800" y="319979"/>
                </ns0:lnTo>
                <ns0:lnTo>
                  <ns0:pt x="1143360" y="320679"/>
                </ns0:lnTo>
                <ns0:lnTo>
                  <ns0:pt x="1141920" y="321577"/>
                </ns0:lnTo>
                <ns0:lnTo>
                  <ns0:pt x="1140480" y="321518"/>
                </ns0:lnTo>
                <ns0:lnTo>
                  <ns0:pt x="1139040" y="320738"/>
                </ns0:lnTo>
                <ns0:lnTo>
                  <ns0:pt x="1137600" y="320465"/>
                </ns0:lnTo>
                <ns0:lnTo>
                  <ns0:pt x="1136160" y="320044"/>
                </ns0:lnTo>
                <ns0:lnTo>
                  <ns0:pt x="1134720" y="320069"/>
                </ns0:lnTo>
                <ns0:lnTo>
                  <ns0:pt x="1133280" y="320086"/>
                </ns0:lnTo>
                <ns0:lnTo>
                  <ns0:pt x="1131840" y="319542"/>
                </ns0:lnTo>
                <ns0:lnTo>
                  <ns0:pt x="1130400" y="318478"/>
                </ns0:lnTo>
                <ns0:lnTo>
                  <ns0:pt x="1128960" y="316063"/>
                </ns0:lnTo>
                <ns0:lnTo>
                  <ns0:pt x="1127520" y="312764"/>
                </ns0:lnTo>
                <ns0:lnTo>
                  <ns0:pt x="1126080" y="306709"/>
                </ns0:lnTo>
                <ns0:lnTo>
                  <ns0:pt x="1124640" y="297724"/>
                </ns0:lnTo>
                <ns0:lnTo>
                  <ns0:pt x="1123200" y="288019"/>
                </ns0:lnTo>
                <ns0:lnTo>
                  <ns0:pt x="1121760" y="280021"/>
                </ns0:lnTo>
                <ns0:lnTo>
                  <ns0:pt x="1120320" y="272587"/>
                </ns0:lnTo>
                <ns0:lnTo>
                  <ns0:pt x="1118880" y="270555"/>
                </ns0:lnTo>
                <ns0:lnTo>
                  <ns0:pt x="1117440" y="269299"/>
                </ns0:lnTo>
                <ns0:lnTo>
                  <ns0:pt x="1116000" y="268070"/>
                </ns0:lnTo>
                <ns0:lnTo>
                  <ns0:pt x="1114560" y="267292"/>
                </ns0:lnTo>
                <ns0:lnTo>
                  <ns0:pt x="1113120" y="266969"/>
                </ns0:lnTo>
                <ns0:lnTo>
                  <ns0:pt x="1111680" y="266574"/>
                </ns0:lnTo>
                <ns0:lnTo>
                  <ns0:pt x="1110240" y="266219"/>
                </ns0:lnTo>
                <ns0:lnTo>
                  <ns0:pt x="1108800" y="265974"/>
                </ns0:lnTo>
                <ns0:lnTo>
                  <ns0:pt x="1107360" y="265837"/>
                </ns0:lnTo>
                <ns0:lnTo>
                  <ns0:pt x="1105920" y="264863"/>
                </ns0:lnTo>
                <ns0:lnTo>
                  <ns0:pt x="1104480" y="263997"/>
                </ns0:lnTo>
                <ns0:lnTo>
                  <ns0:pt x="1103040" y="263391"/>
                </ns0:lnTo>
                <ns0:lnTo>
                  <ns0:pt x="1101600" y="262074"/>
                </ns0:lnTo>
                <ns0:lnTo>
                  <ns0:pt x="1100160" y="260871"/>
                </ns0:lnTo>
                <ns0:lnTo>
                  <ns0:pt x="1098720" y="259731"/>
                </ns0:lnTo>
                <ns0:lnTo>
                  <ns0:pt x="1097280" y="257968"/>
                </ns0:lnTo>
                <ns0:lnTo>
                  <ns0:pt x="1095840" y="255865"/>
                </ns0:lnTo>
                <ns0:lnTo>
                  <ns0:pt x="1094400" y="254459"/>
                </ns0:lnTo>
                <ns0:lnTo>
                  <ns0:pt x="1092960" y="252600"/>
                </ns0:lnTo>
                <ns0:lnTo>
                  <ns0:pt x="1091520" y="252094"/>
                </ns0:lnTo>
                <ns0:lnTo>
                  <ns0:pt x="1090080" y="252702"/>
                </ns0:lnTo>
                <ns0:lnTo>
                  <ns0:pt x="1088640" y="254861"/>
                </ns0:lnTo>
                <ns0:lnTo>
                  <ns0:pt x="1087200" y="258598"/>
                </ns0:lnTo>
                <ns0:lnTo>
                  <ns0:pt x="1085760" y="262393"/>
                </ns0:lnTo>
                <ns0:lnTo>
                  <ns0:pt x="1084320" y="268108"/>
                </ns0:lnTo>
                <ns0:lnTo>
                  <ns0:pt x="1082880" y="269513"/>
                </ns0:lnTo>
                <ns0:lnTo>
                  <ns0:pt x="1081440" y="270701"/>
                </ns0:lnTo>
                <ns0:lnTo>
                  <ns0:pt x="1080000" y="272029"/>
                </ns0:lnTo>
                <ns0:lnTo>
                  <ns0:pt x="1078560" y="272394"/>
                </ns0:lnTo>
                <ns0:lnTo>
                  <ns0:pt x="1077120" y="272438"/>
                </ns0:lnTo>
                <ns0:lnTo>
                  <ns0:pt x="1075680" y="272382"/>
                </ns0:lnTo>
                <ns0:lnTo>
                  <ns0:pt x="1074240" y="272064"/>
                </ns0:lnTo>
                <ns0:lnTo>
                  <ns0:pt x="1072800" y="272103"/>
                </ns0:lnTo>
                <ns0:lnTo>
                  <ns0:pt x="1071360" y="272285"/>
                </ns0:lnTo>
                <ns0:lnTo>
                  <ns0:pt x="1069920" y="272275"/>
                </ns0:lnTo>
                <ns0:lnTo>
                  <ns0:pt x="1068480" y="272299"/>
                </ns0:lnTo>
                <ns0:lnTo>
                  <ns0:pt x="1067040" y="270507"/>
                </ns0:lnTo>
                <ns0:lnTo>
                  <ns0:pt x="1065600" y="268030"/>
                </ns0:lnTo>
                <ns0:lnTo>
                  <ns0:pt x="1064160" y="266079"/>
                </ns0:lnTo>
                <ns0:lnTo>
                  <ns0:pt x="1062720" y="264494"/>
                </ns0:lnTo>
                <ns0:lnTo>
                  <ns0:pt x="1061280" y="263987"/>
                </ns0:lnTo>
                <ns0:lnTo>
                  <ns0:pt x="1059840" y="264921"/>
                </ns0:lnTo>
                <ns0:lnTo>
                  <ns0:pt x="1058400" y="264678"/>
                </ns0:lnTo>
                <ns0:lnTo>
                  <ns0:pt x="1056960" y="264866"/>
                </ns0:lnTo>
                <ns0:lnTo>
                  <ns0:pt x="1055520" y="265013"/>
                </ns0:lnTo>
                <ns0:lnTo>
                  <ns0:pt x="1054080" y="265660"/>
                </ns0:lnTo>
                <ns0:lnTo>
                  <ns0:pt x="1052640" y="267081"/>
                </ns0:lnTo>
                <ns0:lnTo>
                  <ns0:pt x="1051200" y="268690"/>
                </ns0:lnTo>
                <ns0:lnTo>
                  <ns0:pt x="1049760" y="270614"/>
                </ns0:lnTo>
                <ns0:lnTo>
                  <ns0:pt x="1048320" y="271083"/>
                </ns0:lnTo>
                <ns0:lnTo>
                  <ns0:pt x="1046880" y="271184"/>
                </ns0:lnTo>
                <ns0:lnTo>
                  <ns0:pt x="1045440" y="271019"/>
                </ns0:lnTo>
                <ns0:lnTo>
                  <ns0:pt x="1044000" y="270708"/>
                </ns0:lnTo>
                <ns0:lnTo>
                  <ns0:pt x="1042560" y="267938"/>
                </ns0:lnTo>
                <ns0:lnTo>
                  <ns0:pt x="1041120" y="265296"/>
                </ns0:lnTo>
                <ns0:lnTo>
                  <ns0:pt x="1039680" y="263385"/>
                </ns0:lnTo>
                <ns0:lnTo>
                  <ns0:pt x="1038240" y="261720"/>
                </ns0:lnTo>
                <ns0:lnTo>
                  <ns0:pt x="1036800" y="259297"/>
                </ns0:lnTo>
                <ns0:lnTo>
                  <ns0:pt x="1035360" y="258594"/>
                </ns0:lnTo>
                <ns0:lnTo>
                  <ns0:pt x="1033920" y="257212"/>
                </ns0:lnTo>
                <ns0:lnTo>
                  <ns0:pt x="1032480" y="256397"/>
                </ns0:lnTo>
                <ns0:lnTo>
                  <ns0:pt x="1031040" y="255879"/>
                </ns0:lnTo>
                <ns0:lnTo>
                  <ns0:pt x="1029600" y="256600"/>
                </ns0:lnTo>
                <ns0:lnTo>
                  <ns0:pt x="1028160" y="257871"/>
                </ns0:lnTo>
                <ns0:lnTo>
                  <ns0:pt x="1026720" y="259526"/>
                </ns0:lnTo>
                <ns0:lnTo>
                  <ns0:pt x="1025280" y="261824"/>
                </ns0:lnTo>
                <ns0:lnTo>
                  <ns0:pt x="1023840" y="262187"/>
                </ns0:lnTo>
                <ns0:lnTo>
                  <ns0:pt x="1022400" y="263034"/>
                </ns0:lnTo>
                <ns0:lnTo>
                  <ns0:pt x="1020960" y="264588"/>
                </ns0:lnTo>
                <ns0:lnTo>
                  <ns0:pt x="1019520" y="265395"/>
                </ns0:lnTo>
                <ns0:lnTo>
                  <ns0:pt x="1018080" y="265462"/>
                </ns0:lnTo>
                <ns0:lnTo>
                  <ns0:pt x="1016640" y="265268"/>
                </ns0:lnTo>
                <ns0:lnTo>
                  <ns0:pt x="1015200" y="265060"/>
                </ns0:lnTo>
                <ns0:lnTo>
                  <ns0:pt x="1013760" y="264926"/>
                </ns0:lnTo>
                <ns0:lnTo>
                  <ns0:pt x="1012320" y="265363"/>
                </ns0:lnTo>
                <ns0:lnTo>
                  <ns0:pt x="1010880" y="265696"/>
                </ns0:lnTo>
                <ns0:lnTo>
                  <ns0:pt x="1009440" y="266070"/>
                </ns0:lnTo>
                <ns0:lnTo>
                  <ns0:pt x="1008000" y="265745"/>
                </ns0:lnTo>
                <ns0:lnTo>
                  <ns0:pt x="1006560" y="267065"/>
                </ns0:lnTo>
                <ns0:lnTo>
                  <ns0:pt x="1005120" y="268336"/>
                </ns0:lnTo>
                <ns0:lnTo>
                  <ns0:pt x="1003680" y="268492"/>
                </ns0:lnTo>
                <ns0:lnTo>
                  <ns0:pt x="1002240" y="268842"/>
                </ns0:lnTo>
                <ns0:lnTo>
                  <ns0:pt x="1000800" y="269531"/>
                </ns0:lnTo>
                <ns0:lnTo>
                  <ns0:pt x="999360" y="266935"/>
                </ns0:lnTo>
                <ns0:lnTo>
                  <ns0:pt x="997920" y="263768"/>
                </ns0:lnTo>
                <ns0:lnTo>
                  <ns0:pt x="996480" y="260296"/>
                </ns0:lnTo>
                <ns0:lnTo>
                  <ns0:pt x="995040" y="258196"/>
                </ns0:lnTo>
                <ns0:lnTo>
                  <ns0:pt x="993600" y="256926"/>
                </ns0:lnTo>
                <ns0:lnTo>
                  <ns0:pt x="992160" y="254457"/>
                </ns0:lnTo>
                <ns0:lnTo>
                  <ns0:pt x="990720" y="254334"/>
                </ns0:lnTo>
                <ns0:lnTo>
                  <ns0:pt x="989280" y="253020"/>
                </ns0:lnTo>
                <ns0:lnTo>
                  <ns0:pt x="987840" y="251947"/>
                </ns0:lnTo>
                <ns0:lnTo>
                  <ns0:pt x="986400" y="251678"/>
                </ns0:lnTo>
                <ns0:lnTo>
                  <ns0:pt x="984960" y="251850"/>
                </ns0:lnTo>
                <ns0:lnTo>
                  <ns0:pt x="983520" y="251804"/>
                </ns0:lnTo>
                <ns0:lnTo>
                  <ns0:pt x="982080" y="252284"/>
                </ns0:lnTo>
                <ns0:lnTo>
                  <ns0:pt x="980640" y="252713"/>
                </ns0:lnTo>
                <ns0:lnTo>
                  <ns0:pt x="979200" y="253152"/>
                </ns0:lnTo>
                <ns0:lnTo>
                  <ns0:pt x="977760" y="252986"/>
                </ns0:lnTo>
                <ns0:lnTo>
                  <ns0:pt x="976320" y="252975"/>
                </ns0:lnTo>
                <ns0:lnTo>
                  <ns0:pt x="974880" y="252972"/>
                </ns0:lnTo>
                <ns0:lnTo>
                  <ns0:pt x="973440" y="253024"/>
                </ns0:lnTo>
                <ns0:lnTo>
                  <ns0:pt x="972000" y="253367"/>
                </ns0:lnTo>
                <ns0:lnTo>
                  <ns0:pt x="970560" y="254517"/>
                </ns0:lnTo>
                <ns0:lnTo>
                  <ns0:pt x="969120" y="255561"/>
                </ns0:lnTo>
                <ns0:lnTo>
                  <ns0:pt x="967680" y="256928"/>
                </ns0:lnTo>
                <ns0:lnTo>
                  <ns0:pt x="966240" y="258807"/>
                </ns0:lnTo>
                <ns0:lnTo>
                  <ns0:pt x="964800" y="261326"/>
                </ns0:lnTo>
                <ns0:lnTo>
                  <ns0:pt x="963360" y="266113"/>
                </ns0:lnTo>
                <ns0:lnTo>
                  <ns0:pt x="961920" y="273192"/>
                </ns0:lnTo>
                <ns0:lnTo>
                  <ns0:pt x="960480" y="280850"/>
                </ns0:lnTo>
                <ns0:lnTo>
                  <ns0:pt x="959040" y="289182"/>
                </ns0:lnTo>
                <ns0:lnTo>
                  <ns0:pt x="957600" y="297067"/>
                </ns0:lnTo>
                <ns0:lnTo>
                  <ns0:pt x="956160" y="305812"/>
                </ns0:lnTo>
                <ns0:lnTo>
                  <ns0:pt x="954720" y="310608"/>
                </ns0:lnTo>
                <ns0:lnTo>
                  <ns0:pt x="953280" y="316979"/>
                </ns0:lnTo>
                <ns0:lnTo>
                  <ns0:pt x="951840" y="322654"/>
                </ns0:lnTo>
                <ns0:lnTo>
                  <ns0:pt x="950400" y="327693"/>
                </ns0:lnTo>
                <ns0:lnTo>
                  <ns0:pt x="948960" y="332030"/>
                </ns0:lnTo>
                <ns0:lnTo>
                  <ns0:pt x="947520" y="338011"/>
                </ns0:lnTo>
                <ns0:lnTo>
                  <ns0:pt x="946080" y="343637"/>
                </ns0:lnTo>
                <ns0:lnTo>
                  <ns0:pt x="944640" y="347726"/>
                </ns0:lnTo>
                <ns0:lnTo>
                  <ns0:pt x="943200" y="351032"/>
                </ns0:lnTo>
                <ns0:lnTo>
                  <ns0:pt x="941760" y="355566"/>
                </ns0:lnTo>
                <ns0:lnTo>
                  <ns0:pt x="940320" y="361830"/>
                </ns0:lnTo>
                <ns0:lnTo>
                  <ns0:pt x="938880" y="368983"/>
                </ns0:lnTo>
                <ns0:lnTo>
                  <ns0:pt x="937440" y="376374"/>
                </ns0:lnTo>
                <ns0:lnTo>
                  <ns0:pt x="936000" y="383215"/>
                </ns0:lnTo>
                <ns0:lnTo>
                  <ns0:pt x="934560" y="390152"/>
                </ns0:lnTo>
                <ns0:lnTo>
                  <ns0:pt x="933120" y="393152"/>
                </ns0:lnTo>
                <ns0:lnTo>
                  <ns0:pt x="931680" y="393722"/>
                </ns0:lnTo>
                <ns0:lnTo>
                  <ns0:pt x="930240" y="395697"/>
                </ns0:lnTo>
                <ns0:lnTo>
                  <ns0:pt x="928800" y="396741"/>
                </ns0:lnTo>
                <ns0:lnTo>
                  <ns0:pt x="927360" y="398337"/>
                </ns0:lnTo>
                <ns0:lnTo>
                  <ns0:pt x="925920" y="401248"/>
                </ns0:lnTo>
                <ns0:lnTo>
                  <ns0:pt x="924480" y="404023"/>
                </ns0:lnTo>
                <ns0:lnTo>
                  <ns0:pt x="923040" y="411013"/>
                </ns0:lnTo>
                <ns0:lnTo>
                  <ns0:pt x="921600" y="417445"/>
                </ns0:lnTo>
                <ns0:lnTo>
                  <ns0:pt x="920160" y="422281"/>
                </ns0:lnTo>
                <ns0:lnTo>
                  <ns0:pt x="918720" y="427441"/>
                </ns0:lnTo>
                <ns0:lnTo>
                  <ns0:pt x="917280" y="431604"/>
                </ns0:lnTo>
                <ns0:lnTo>
                  <ns0:pt x="915840" y="434841"/>
                </ns0:lnTo>
                <ns0:lnTo>
                  <ns0:pt x="914400" y="438970"/>
                </ns0:lnTo>
                <ns0:lnTo>
                  <ns0:pt x="912960" y="443809"/>
                </ns0:lnTo>
                <ns0:lnTo>
                  <ns0:pt x="911520" y="450815"/>
                </ns0:lnTo>
                <ns0:lnTo>
                  <ns0:pt x="910080" y="458019"/>
                </ns0:lnTo>
                <ns0:lnTo>
                  <ns0:pt x="908640" y="465886"/>
                </ns0:lnTo>
                <ns0:lnTo>
                  <ns0:pt x="907200" y="472999"/>
                </ns0:lnTo>
                <ns0:lnTo>
                  <ns0:pt x="905760" y="481476"/>
                </ns0:lnTo>
                <ns0:lnTo>
                  <ns0:pt x="904320" y="489610"/>
                </ns0:lnTo>
                <ns0:lnTo>
                  <ns0:pt x="902880" y="498949"/>
                </ns0:lnTo>
                <ns0:lnTo>
                  <ns0:pt x="901440" y="503185"/>
                </ns0:lnTo>
                <ns0:lnTo>
                  <ns0:pt x="900000" y="506968"/>
                </ns0:lnTo>
                <ns0:lnTo>
                  <ns0:pt x="898560" y="511456"/>
                </ns0:lnTo>
                <ns0:lnTo>
                  <ns0:pt x="897120" y="515172"/>
                </ns0:lnTo>
                <ns0:lnTo>
                  <ns0:pt x="895680" y="517904"/>
                </ns0:lnTo>
                <ns0:lnTo>
                  <ns0:pt x="894240" y="522853"/>
                </ns0:lnTo>
                <ns0:lnTo>
                  <ns0:pt x="892800" y="526978"/>
                </ns0:lnTo>
                <ns0:lnTo>
                  <ns0:pt x="891360" y="530162"/>
                </ns0:lnTo>
                <ns0:lnTo>
                  <ns0:pt x="889920" y="534414"/>
                </ns0:lnTo>
                <ns0:lnTo>
                  <ns0:pt x="888480" y="538944"/>
                </ns0:lnTo>
                <ns0:lnTo>
                  <ns0:pt x="887040" y="544905"/>
                </ns0:lnTo>
                <ns0:lnTo>
                  <ns0:pt x="885600" y="551532"/>
                </ns0:lnTo>
                <ns0:lnTo>
                  <ns0:pt x="884160" y="559976"/>
                </ns0:lnTo>
                <ns0:lnTo>
                  <ns0:pt x="882720" y="568986"/>
                </ns0:lnTo>
                <ns0:lnTo>
                  <ns0:pt x="881280" y="575618"/>
                </ns0:lnTo>
                <ns0:lnTo>
                  <ns0:pt x="879840" y="583021"/>
                </ns0:lnTo>
                <ns0:lnTo>
                  <ns0:pt x="878400" y="591991"/>
                </ns0:lnTo>
                <ns0:lnTo>
                  <ns0:pt x="876960" y="596421"/>
                </ns0:lnTo>
                <ns0:lnTo>
                  <ns0:pt x="875520" y="602498"/>
                </ns0:lnTo>
                <ns0:lnTo>
                  <ns0:pt x="874080" y="611639"/>
                </ns0:lnTo>
                <ns0:lnTo>
                  <ns0:pt x="872640" y="620388"/>
                </ns0:lnTo>
                <ns0:lnTo>
                  <ns0:pt x="871200" y="629786"/>
                </ns0:lnTo>
                <ns0:lnTo>
                  <ns0:pt x="869760" y="640260"/>
                </ns0:lnTo>
                <ns0:lnTo>
                  <ns0:pt x="868320" y="643608"/>
                </ns0:lnTo>
                <ns0:lnTo>
                  <ns0:pt x="866880" y="644352"/>
                </ns0:lnTo>
                <ns0:lnTo>
                  <ns0:pt x="865440" y="643270"/>
                </ns0:lnTo>
                <ns0:lnTo>
                  <ns0:pt x="864000" y="637930"/>
                </ns0:lnTo>
                <ns0:lnTo>
                  <ns0:pt x="862560" y="638418"/>
                </ns0:lnTo>
                <ns0:lnTo>
                  <ns0:pt x="861120" y="638921"/>
                </ns0:lnTo>
                <ns0:lnTo>
                  <ns0:pt x="859680" y="639494"/>
                </ns0:lnTo>
                <ns0:lnTo>
                  <ns0:pt x="858240" y="639838"/>
                </ns0:lnTo>
                <ns0:lnTo>
                  <ns0:pt x="856800" y="640765"/>
                </ns0:lnTo>
                <ns0:lnTo>
                  <ns0:pt x="855360" y="641640"/>
                </ns0:lnTo>
                <ns0:lnTo>
                  <ns0:pt x="853920" y="642136"/>
                </ns0:lnTo>
                <ns0:lnTo>
                  <ns0:pt x="852480" y="642885"/>
                </ns0:lnTo>
                <ns0:lnTo>
                  <ns0:pt x="851040" y="643917"/>
                </ns0:lnTo>
                <ns0:lnTo>
                  <ns0:pt x="849600" y="644779"/>
                </ns0:lnTo>
                <ns0:lnTo>
                  <ns0:pt x="848160" y="645216"/>
                </ns0:lnTo>
                <ns0:lnTo>
                  <ns0:pt x="846720" y="645721"/>
                </ns0:lnTo>
                <ns0:lnTo>
                  <ns0:pt x="845280" y="646570"/>
                </ns0:lnTo>
                <ns0:lnTo>
                  <ns0:pt x="843840" y="647064"/>
                </ns0:lnTo>
                <ns0:lnTo>
                  <ns0:pt x="842400" y="648411"/>
                </ns0:lnTo>
                <ns0:lnTo>
                  <ns0:pt x="840960" y="650142"/>
                </ns0:lnTo>
                <ns0:lnTo>
                  <ns0:pt x="839520" y="652776"/>
                </ns0:lnTo>
                <ns0:lnTo>
                  <ns0:pt x="838080" y="654566"/>
                </ns0:lnTo>
                <ns0:lnTo>
                  <ns0:pt x="836640" y="656412"/>
                </ns0:lnTo>
                <ns0:lnTo>
                  <ns0:pt x="835200" y="659614"/>
                </ns0:lnTo>
                <ns0:lnTo>
                  <ns0:pt x="833760" y="663204"/>
                </ns0:lnTo>
                <ns0:lnTo>
                  <ns0:pt x="832320" y="667379"/>
                </ns0:lnTo>
                <ns0:lnTo>
                  <ns0:pt x="830880" y="671979"/>
                </ns0:lnTo>
                <ns0:lnTo>
                  <ns0:pt x="829440" y="677124"/>
                </ns0:lnTo>
                <ns0:lnTo>
                  <ns0:pt x="828000" y="677907"/>
                </ns0:lnTo>
                <ns0:lnTo>
                  <ns0:pt x="826560" y="678878"/>
                </ns0:lnTo>
                <ns0:lnTo>
                  <ns0:pt x="825120" y="677987"/>
                </ns0:lnTo>
                <ns0:lnTo>
                  <ns0:pt x="823680" y="677604"/>
                </ns0:lnTo>
                <ns0:lnTo>
                  <ns0:pt x="822240" y="676726"/>
                </ns0:lnTo>
                <ns0:lnTo>
                  <ns0:pt x="820800" y="675485"/>
                </ns0:lnTo>
                <ns0:lnTo>
                  <ns0:pt x="819360" y="674251"/>
                </ns0:lnTo>
                <ns0:lnTo>
                  <ns0:pt x="817920" y="673881"/>
                </ns0:lnTo>
                <ns0:lnTo>
                  <ns0:pt x="816480" y="673769"/>
                </ns0:lnTo>
                <ns0:lnTo>
                  <ns0:pt x="815040" y="674061"/>
                </ns0:lnTo>
                <ns0:lnTo>
                  <ns0:pt x="813600" y="674526"/>
                </ns0:lnTo>
                <ns0:lnTo>
                  <ns0:pt x="812160" y="676343"/>
                </ns0:lnTo>
                <ns0:lnTo>
                  <ns0:pt x="810720" y="678258"/>
                </ns0:lnTo>
                <ns0:lnTo>
                  <ns0:pt x="809280" y="679219"/>
                </ns0:lnTo>
                <ns0:lnTo>
                  <ns0:pt x="807840" y="680396"/>
                </ns0:lnTo>
                <ns0:lnTo>
                  <ns0:pt x="806400" y="680968"/>
                </ns0:lnTo>
                <ns0:lnTo>
                  <ns0:pt x="804960" y="681895"/>
                </ns0:lnTo>
                <ns0:lnTo>
                  <ns0:pt x="803520" y="681967"/>
                </ns0:lnTo>
                <ns0:lnTo>
                  <ns0:pt x="802080" y="681969"/>
                </ns0:lnTo>
                <ns0:lnTo>
                  <ns0:pt x="800640" y="681845"/>
                </ns0:lnTo>
                <ns0:lnTo>
                  <ns0:pt x="799200" y="681860"/>
                </ns0:lnTo>
                <ns0:lnTo>
                  <ns0:pt x="797760" y="682174"/>
                </ns0:lnTo>
                <ns0:lnTo>
                  <ns0:pt x="796320" y="682321"/>
                </ns0:lnTo>
                <ns0:lnTo>
                  <ns0:pt x="794880" y="682120"/>
                </ns0:lnTo>
                <ns0:lnTo>
                  <ns0:pt x="793440" y="677424"/>
                </ns0:lnTo>
                <ns0:lnTo>
                  <ns0:pt x="792000" y="673125"/>
                </ns0:lnTo>
                <ns0:lnTo>
                  <ns0:pt x="790560" y="668567"/>
                </ns0:lnTo>
                <ns0:lnTo>
                  <ns0:pt x="789120" y="663745"/>
                </ns0:lnTo>
                <ns0:lnTo>
                  <ns0:pt x="787680" y="658926"/>
                </ns0:lnTo>
                <ns0:lnTo>
                  <ns0:pt x="786240" y="658595"/>
                </ns0:lnTo>
                <ns0:lnTo>
                  <ns0:pt x="784800" y="658466"/>
                </ns0:lnTo>
                <ns0:lnTo>
                  <ns0:pt x="783360" y="657730"/>
                </ns0:lnTo>
                <ns0:lnTo>
                  <ns0:pt x="781920" y="656725"/>
                </ns0:lnTo>
                <ns0:lnTo>
                  <ns0:pt x="780480" y="655067"/>
                </ns0:lnTo>
                <ns0:lnTo>
                  <ns0:pt x="779040" y="652513"/>
                </ns0:lnTo>
                <ns0:lnTo>
                  <ns0:pt x="777600" y="650665"/>
                </ns0:lnTo>
                <ns0:lnTo>
                  <ns0:pt x="776160" y="649756"/>
                </ns0:lnTo>
                <ns0:lnTo>
                  <ns0:pt x="774720" y="649474"/>
                </ns0:lnTo>
                <ns0:lnTo>
                  <ns0:pt x="773280" y="649285"/>
                </ns0:lnTo>
                <ns0:lnTo>
                  <ns0:pt x="771840" y="648921"/>
                </ns0:lnTo>
                <ns0:lnTo>
                  <ns0:pt x="770400" y="647330"/>
                </ns0:lnTo>
                <ns0:lnTo>
                  <ns0:pt x="768960" y="645832"/>
                </ns0:lnTo>
                <ns0:lnTo>
                  <ns0:pt x="767520" y="643695"/>
                </ns0:lnTo>
                <ns0:lnTo>
                  <ns0:pt x="766080" y="642153"/>
                </ns0:lnTo>
                <ns0:lnTo>
                  <ns0:pt x="764640" y="637439"/>
                </ns0:lnTo>
                <ns0:lnTo>
                  <ns0:pt x="763200" y="633742"/>
                </ns0:lnTo>
                <ns0:lnTo>
                  <ns0:pt x="761760" y="632020"/>
                </ns0:lnTo>
                <ns0:lnTo>
                  <ns0:pt x="760320" y="630569"/>
                </ns0:lnTo>
                <ns0:lnTo>
                  <ns0:pt x="758880" y="629363"/>
                </ns0:lnTo>
                <ns0:lnTo>
                  <ns0:pt x="757440" y="629031"/>
                </ns0:lnTo>
                <ns0:lnTo>
                  <ns0:pt x="756000" y="628750"/>
                </ns0:lnTo>
                <ns0:lnTo>
                  <ns0:pt x="754560" y="629011"/>
                </ns0:lnTo>
                <ns0:lnTo>
                  <ns0:pt x="753120" y="630710"/>
                </ns0:lnTo>
                <ns0:lnTo>
                  <ns0:pt x="751680" y="631770"/>
                </ns0:lnTo>
                <ns0:lnTo>
                  <ns0:pt x="750240" y="630014"/>
                </ns0:lnTo>
                <ns0:lnTo>
                  <ns0:pt x="748800" y="627247"/>
                </ns0:lnTo>
                <ns0:lnTo>
                  <ns0:pt x="747360" y="625223"/>
                </ns0:lnTo>
                <ns0:lnTo>
                  <ns0:pt x="745920" y="624078"/>
                </ns0:lnTo>
                <ns0:lnTo>
                  <ns0:pt x="744480" y="623340"/>
                </ns0:lnTo>
                <ns0:lnTo>
                  <ns0:pt x="743040" y="623584"/>
                </ns0:lnTo>
                <ns0:lnTo>
                  <ns0:pt x="741600" y="623599"/>
                </ns0:lnTo>
                <ns0:lnTo>
                  <ns0:pt x="740160" y="623177"/>
                </ns0:lnTo>
                <ns0:lnTo>
                  <ns0:pt x="738720" y="623656"/>
                </ns0:lnTo>
                <ns0:lnTo>
                  <ns0:pt x="737280" y="624353"/>
                </ns0:lnTo>
                <ns0:lnTo>
                  <ns0:pt x="735840" y="624900"/>
                </ns0:lnTo>
                <ns0:lnTo>
                  <ns0:pt x="734400" y="624866"/>
                </ns0:lnTo>
                <ns0:lnTo>
                  <ns0:pt x="732960" y="624768"/>
                </ns0:lnTo>
                <ns0:lnTo>
                  <ns0:pt x="731520" y="623964"/>
                </ns0:lnTo>
                <ns0:lnTo>
                  <ns0:pt x="730080" y="622571"/>
                </ns0:lnTo>
                <ns0:lnTo>
                  <ns0:pt x="728640" y="624236"/>
                </ns0:lnTo>
                <ns0:lnTo>
                  <ns0:pt x="727200" y="626134"/>
                </ns0:lnTo>
                <ns0:lnTo>
                  <ns0:pt x="725760" y="627153"/>
                </ns0:lnTo>
                <ns0:lnTo>
                  <ns0:pt x="724320" y="627333"/>
                </ns0:lnTo>
                <ns0:lnTo>
                  <ns0:pt x="722880" y="628248"/>
                </ns0:lnTo>
                <ns0:lnTo>
                  <ns0:pt x="721440" y="628360"/>
                </ns0:lnTo>
                <ns0:lnTo>
                  <ns0:pt x="720000" y="628007"/>
                </ns0:lnTo>
                <ns0:lnTo>
                  <ns0:pt x="718560" y="627531"/>
                </ns0:lnTo>
                <ns0:lnTo>
                  <ns0:pt x="717120" y="627010"/>
                </ns0:lnTo>
                <ns0:lnTo>
                  <ns0:pt x="715680" y="627263"/>
                </ns0:lnTo>
                <ns0:lnTo>
                  <ns0:pt x="714240" y="628205"/>
                </ns0:lnTo>
                <ns0:lnTo>
                  <ns0:pt x="712800" y="630646"/>
                </ns0:lnTo>
                <ns0:lnTo>
                  <ns0:pt x="711360" y="631620"/>
                </ns0:lnTo>
                <ns0:lnTo>
                  <ns0:pt x="709920" y="631455"/>
                </ns0:lnTo>
                <ns0:lnTo>
                  <ns0:pt x="708480" y="632069"/>
                </ns0:lnTo>
                <ns0:lnTo>
                  <ns0:pt x="707040" y="631541"/>
                </ns0:lnTo>
                <ns0:lnTo>
                  <ns0:pt x="705600" y="632092"/>
                </ns0:lnTo>
                <ns0:lnTo>
                  <ns0:pt x="704160" y="632800"/>
                </ns0:lnTo>
                <ns0:lnTo>
                  <ns0:pt x="702720" y="632693"/>
                </ns0:lnTo>
                <ns0:lnTo>
                  <ns0:pt x="701280" y="629452"/>
                </ns0:lnTo>
                <ns0:lnTo>
                  <ns0:pt x="699840" y="626869"/>
                </ns0:lnTo>
                <ns0:lnTo>
                  <ns0:pt x="698400" y="625116"/>
                </ns0:lnTo>
                <ns0:lnTo>
                  <ns0:pt x="696960" y="623713"/>
                </ns0:lnTo>
                <ns0:lnTo>
                  <ns0:pt x="695520" y="624596"/>
                </ns0:lnTo>
                <ns0:lnTo>
                  <ns0:pt x="694080" y="626859"/>
                </ns0:lnTo>
                <ns0:lnTo>
                  <ns0:pt x="692640" y="628982"/>
                </ns0:lnTo>
                <ns0:lnTo>
                  <ns0:pt x="691200" y="628506"/>
                </ns0:lnTo>
                <ns0:lnTo>
                  <ns0:pt x="689760" y="626190"/>
                </ns0:lnTo>
                <ns0:lnTo>
                  <ns0:pt x="688320" y="623774"/>
                </ns0:lnTo>
                <ns0:lnTo>
                  <ns0:pt x="686880" y="619415"/>
                </ns0:lnTo>
                <ns0:lnTo>
                  <ns0:pt x="685440" y="616371"/>
                </ns0:lnTo>
                <ns0:lnTo>
                  <ns0:pt x="684000" y="614358"/>
                </ns0:lnTo>
                <ns0:lnTo>
                  <ns0:pt x="682560" y="613282"/>
                </ns0:lnTo>
                <ns0:lnTo>
                  <ns0:pt x="681120" y="612490"/>
                </ns0:lnTo>
                <ns0:lnTo>
                  <ns0:pt x="679680" y="612932"/>
                </ns0:lnTo>
                <ns0:lnTo>
                  <ns0:pt x="678240" y="613461"/>
                </ns0:lnTo>
                <ns0:lnTo>
                  <ns0:pt x="676800" y="613684"/>
                </ns0:lnTo>
                <ns0:lnTo>
                  <ns0:pt x="675360" y="613676"/>
                </ns0:lnTo>
                <ns0:lnTo>
                  <ns0:pt x="673920" y="613932"/>
                </ns0:lnTo>
                <ns0:lnTo>
                  <ns0:pt x="672480" y="613203"/>
                </ns0:lnTo>
                <ns0:lnTo>
                  <ns0:pt x="671040" y="613213"/>
                </ns0:lnTo>
                <ns0:lnTo>
                  <ns0:pt x="669600" y="613095"/>
                </ns0:lnTo>
                <ns0:lnTo>
                  <ns0:pt x="668160" y="612958"/>
                </ns0:lnTo>
                <ns0:lnTo>
                  <ns0:pt x="666720" y="613131"/>
                </ns0:lnTo>
                <ns0:lnTo>
                  <ns0:pt x="665280" y="615301"/>
                </ns0:lnTo>
                <ns0:lnTo>
                  <ns0:pt x="663840" y="617310"/>
                </ns0:lnTo>
                <ns0:lnTo>
                  <ns0:pt x="662400" y="618013"/>
                </ns0:lnTo>
                <ns0:lnTo>
                  <ns0:pt x="660960" y="617871"/>
                </ns0:lnTo>
                <ns0:lnTo>
                  <ns0:pt x="659520" y="617315"/>
                </ns0:lnTo>
                <ns0:lnTo>
                  <ns0:pt x="658080" y="616249"/>
                </ns0:lnTo>
                <ns0:lnTo>
                  <ns0:pt x="656640" y="615225"/>
                </ns0:lnTo>
                <ns0:lnTo>
                  <ns0:pt x="655200" y="616454"/>
                </ns0:lnTo>
                <ns0:lnTo>
                  <ns0:pt x="653760" y="618796"/>
                </ns0:lnTo>
                <ns0:lnTo>
                  <ns0:pt x="652320" y="622042"/>
                </ns0:lnTo>
                <ns0:lnTo>
                  <ns0:pt x="650880" y="626828"/>
                </ns0:lnTo>
                <ns0:lnTo>
                  <ns0:pt x="649440" y="631564"/>
                </ns0:lnTo>
                <ns0:lnTo>
                  <ns0:pt x="648000" y="636479"/>
                </ns0:lnTo>
                <ns0:lnTo>
                  <ns0:pt x="646560" y="640679"/>
                </ns0:lnTo>
                <ns0:lnTo>
                  <ns0:pt x="645120" y="644641"/>
                </ns0:lnTo>
                <ns0:lnTo>
                  <ns0:pt x="643680" y="644830"/>
                </ns0:lnTo>
                <ns0:lnTo>
                  <ns0:pt x="642240" y="644907"/>
                </ns0:lnTo>
                <ns0:lnTo>
                  <ns0:pt x="640800" y="644972"/>
                </ns0:lnTo>
                <ns0:lnTo>
                  <ns0:pt x="639360" y="645060"/>
                </ns0:lnTo>
                <ns0:lnTo>
                  <ns0:pt x="637920" y="645228"/>
                </ns0:lnTo>
                <ns0:lnTo>
                  <ns0:pt x="636480" y="648138"/>
                </ns0:lnTo>
                <ns0:lnTo>
                  <ns0:pt x="635040" y="650747"/>
                </ns0:lnTo>
                <ns0:lnTo>
                  <ns0:pt x="633600" y="652759"/>
                </ns0:lnTo>
                <ns0:lnTo>
                  <ns0:pt x="632160" y="654496"/>
                </ns0:lnTo>
                <ns0:lnTo>
                  <ns0:pt x="630720" y="654639"/>
                </ns0:lnTo>
                <ns0:lnTo>
                  <ns0:pt x="629280" y="651219"/>
                </ns0:lnTo>
                <ns0:lnTo>
                  <ns0:pt x="627840" y="647397"/>
                </ns0:lnTo>
                <ns0:lnTo>
                  <ns0:pt x="626400" y="648583"/>
                </ns0:lnTo>
                <ns0:lnTo>
                  <ns0:pt x="624960" y="651408"/>
                </ns0:lnTo>
                <ns0:lnTo>
                  <ns0:pt x="623520" y="653404"/>
                </ns0:lnTo>
                <ns0:lnTo>
                  <ns0:pt x="622080" y="656137"/>
                </ns0:lnTo>
                <ns0:lnTo>
                  <ns0:pt x="620640" y="659441"/>
                </ns0:lnTo>
                <ns0:lnTo>
                  <ns0:pt x="619200" y="660387"/>
                </ns0:lnTo>
                <ns0:lnTo>
                  <ns0:pt x="617760" y="660693"/>
                </ns0:lnTo>
                <ns0:lnTo>
                  <ns0:pt x="616320" y="660736"/>
                </ns0:lnTo>
                <ns0:lnTo>
                  <ns0:pt x="614880" y="660724"/>
                </ns0:lnTo>
                <ns0:lnTo>
                  <ns0:pt x="613440" y="660486"/>
                </ns0:lnTo>
                <ns0:lnTo>
                  <ns0:pt x="612000" y="659795"/>
                </ns0:lnTo>
                <ns0:lnTo>
                  <ns0:pt x="610560" y="659401"/>
                </ns0:lnTo>
                <ns0:lnTo>
                  <ns0:pt x="609120" y="657610"/>
                </ns0:lnTo>
                <ns0:lnTo>
                  <ns0:pt x="607680" y="657585"/>
                </ns0:lnTo>
                <ns0:lnTo>
                  <ns0:pt x="606240" y="657410"/>
                </ns0:lnTo>
                <ns0:lnTo>
                  <ns0:pt x="604800" y="656717"/>
                </ns0:lnTo>
                <ns0:lnTo>
                  <ns0:pt x="603360" y="655840"/>
                </ns0:lnTo>
                <ns0:lnTo>
                  <ns0:pt x="601920" y="655349"/>
                </ns0:lnTo>
                <ns0:lnTo>
                  <ns0:pt x="600480" y="654547"/>
                </ns0:lnTo>
                <ns0:lnTo>
                  <ns0:pt x="599040" y="652418"/>
                </ns0:lnTo>
                <ns0:lnTo>
                  <ns0:pt x="597600" y="647164"/>
                </ns0:lnTo>
                <ns0:lnTo>
                  <ns0:pt x="596160" y="642941"/>
                </ns0:lnTo>
                <ns0:lnTo>
                  <ns0:pt x="594720" y="640151"/>
                </ns0:lnTo>
                <ns0:lnTo>
                  <ns0:pt x="593280" y="641902"/>
                </ns0:lnTo>
                <ns0:lnTo>
                  <ns0:pt x="591840" y="644809"/>
                </ns0:lnTo>
                <ns0:lnTo>
                  <ns0:pt x="590400" y="646203"/>
                </ns0:lnTo>
                <ns0:lnTo>
                  <ns0:pt x="588960" y="647765"/>
                </ns0:lnTo>
                <ns0:lnTo>
                  <ns0:pt x="587520" y="649341"/>
                </ns0:lnTo>
                <ns0:lnTo>
                  <ns0:pt x="586080" y="650054"/>
                </ns0:lnTo>
                <ns0:lnTo>
                  <ns0:pt x="584640" y="651285"/>
                </ns0:lnTo>
                <ns0:lnTo>
                  <ns0:pt x="583200" y="651355"/>
                </ns0:lnTo>
                <ns0:lnTo>
                  <ns0:pt x="581760" y="651193"/>
                </ns0:lnTo>
                <ns0:lnTo>
                  <ns0:pt x="580320" y="651079"/>
                </ns0:lnTo>
                <ns0:lnTo>
                  <ns0:pt x="578880" y="650932"/>
                </ns0:lnTo>
                <ns0:lnTo>
                  <ns0:pt x="577440" y="650916"/>
                </ns0:lnTo>
                <ns0:lnTo>
                  <ns0:pt x="576000" y="651013"/>
                </ns0:lnTo>
                <ns0:lnTo>
                  <ns0:pt x="574560" y="650769"/>
                </ns0:lnTo>
                <ns0:lnTo>
                  <ns0:pt x="573120" y="651788"/>
                </ns0:lnTo>
                <ns0:lnTo>
                  <ns0:pt x="571680" y="651215"/>
                </ns0:lnTo>
                <ns0:lnTo>
                  <ns0:pt x="570240" y="650385"/>
                </ns0:lnTo>
                <ns0:lnTo>
                  <ns0:pt x="568800" y="648609"/>
                </ns0:lnTo>
                <ns0:lnTo>
                  <ns0:pt x="567360" y="646872"/>
                </ns0:lnTo>
                <ns0:lnTo>
                  <ns0:pt x="565920" y="644368"/>
                </ns0:lnTo>
                <ns0:lnTo>
                  <ns0:pt x="564480" y="642878"/>
                </ns0:lnTo>
                <ns0:lnTo>
                  <ns0:pt x="563040" y="643226"/>
                </ns0:lnTo>
                <ns0:lnTo>
                  <ns0:pt x="561600" y="647351"/>
                </ns0:lnTo>
                <ns0:lnTo>
                  <ns0:pt x="560160" y="651347"/>
                </ns0:lnTo>
                <ns0:lnTo>
                  <ns0:pt x="558720" y="655934"/>
                </ns0:lnTo>
                <ns0:lnTo>
                  <ns0:pt x="557280" y="658083"/>
                </ns0:lnTo>
                <ns0:lnTo>
                  <ns0:pt x="555840" y="660399"/>
                </ns0:lnTo>
                <ns0:lnTo>
                  <ns0:pt x="554400" y="660420"/>
                </ns0:lnTo>
                <ns0:lnTo>
                  <ns0:pt x="552960" y="660449"/>
                </ns0:lnTo>
                <ns0:lnTo>
                  <ns0:pt x="551520" y="659259"/>
                </ns0:lnTo>
                <ns0:lnTo>
                  <ns0:pt x="550080" y="659018"/>
                </ns0:lnTo>
                <ns0:lnTo>
                  <ns0:pt x="548640" y="658540"/>
                </ns0:lnTo>
                <ns0:lnTo>
                  <ns0:pt x="547200" y="657654"/>
                </ns0:lnTo>
                <ns0:lnTo>
                  <ns0:pt x="545760" y="657198"/>
                </ns0:lnTo>
                <ns0:lnTo>
                  <ns0:pt x="544320" y="657155"/>
                </ns0:lnTo>
                <ns0:lnTo>
                  <ns0:pt x="542880" y="657047"/>
                </ns0:lnTo>
                <ns0:lnTo>
                  <ns0:pt x="541440" y="655854"/>
                </ns0:lnTo>
                <ns0:lnTo>
                  <ns0:pt x="540000" y="652420"/>
                </ns0:lnTo>
                <ns0:lnTo>
                  <ns0:pt x="538560" y="647109"/>
                </ns0:lnTo>
                <ns0:lnTo>
                  <ns0:pt x="537120" y="642641"/>
                </ns0:lnTo>
                <ns0:lnTo>
                  <ns0:pt x="535680" y="638218"/>
                </ns0:lnTo>
                <ns0:lnTo>
                  <ns0:pt x="534240" y="637499"/>
                </ns0:lnTo>
                <ns0:lnTo>
                  <ns0:pt x="532800" y="638065"/>
                </ns0:lnTo>
                <ns0:lnTo>
                  <ns0:pt x="531360" y="638751"/>
                </ns0:lnTo>
                <ns0:lnTo>
                  <ns0:pt x="529920" y="640423"/>
                </ns0:lnTo>
                <ns0:lnTo>
                  <ns0:pt x="528480" y="642070"/>
                </ns0:lnTo>
                <ns0:lnTo>
                  <ns0:pt x="527040" y="643227"/>
                </ns0:lnTo>
                <ns0:lnTo>
                  <ns0:pt x="525600" y="643828"/>
                </ns0:lnTo>
                <ns0:lnTo>
                  <ns0:pt x="524160" y="644156"/>
                </ns0:lnTo>
                <ns0:lnTo>
                  <ns0:pt x="522720" y="640956"/>
                </ns0:lnTo>
                <ns0:lnTo>
                  <ns0:pt x="521280" y="638487"/>
                </ns0:lnTo>
                <ns0:lnTo>
                  <ns0:pt x="519840" y="636782"/>
                </ns0:lnTo>
                <ns0:lnTo>
                  <ns0:pt x="518400" y="634037"/>
                </ns0:lnTo>
                <ns0:lnTo>
                  <ns0:pt x="516960" y="631440"/>
                </ns0:lnTo>
                <ns0:lnTo>
                  <ns0:pt x="515520" y="627638"/>
                </ns0:lnTo>
                <ns0:lnTo>
                  <ns0:pt x="514080" y="624965"/>
                </ns0:lnTo>
                <ns0:lnTo>
                  <ns0:pt x="512640" y="622255"/>
                </ns0:lnTo>
                <ns0:lnTo>
                  <ns0:pt x="511200" y="620197"/>
                </ns0:lnTo>
                <ns0:lnTo>
                  <ns0:pt x="509760" y="619948"/>
                </ns0:lnTo>
                <ns0:lnTo>
                  <ns0:pt x="508320" y="620180"/>
                </ns0:lnTo>
                <ns0:lnTo>
                  <ns0:pt x="506880" y="620149"/>
                </ns0:lnTo>
                <ns0:lnTo>
                  <ns0:pt x="505440" y="618426"/>
                </ns0:lnTo>
                <ns0:lnTo>
                  <ns0:pt x="504000" y="617549"/>
                </ns0:lnTo>
                <ns0:lnTo>
                  <ns0:pt x="502560" y="618415"/>
                </ns0:lnTo>
                <ns0:lnTo>
                  <ns0:pt x="501120" y="618732"/>
                </ns0:lnTo>
                <ns0:lnTo>
                  <ns0:pt x="499680" y="619882"/>
                </ns0:lnTo>
                <ns0:lnTo>
                  <ns0:pt x="498240" y="619723"/>
                </ns0:lnTo>
                <ns0:lnTo>
                  <ns0:pt x="496800" y="619697"/>
                </ns0:lnTo>
                <ns0:lnTo>
                  <ns0:pt x="495360" y="619677"/>
                </ns0:lnTo>
                <ns0:lnTo>
                  <ns0:pt x="493920" y="619493"/>
                </ns0:lnTo>
                <ns0:lnTo>
                  <ns0:pt x="492480" y="619547"/>
                </ns0:lnTo>
                <ns0:lnTo>
                  <ns0:pt x="491040" y="619403"/>
                </ns0:lnTo>
                <ns0:lnTo>
                  <ns0:pt x="489600" y="618847"/>
                </ns0:lnTo>
                <ns0:lnTo>
                  <ns0:pt x="488160" y="618888"/>
                </ns0:lnTo>
                <ns0:lnTo>
                  <ns0:pt x="486720" y="619754"/>
                </ns0:lnTo>
                <ns0:lnTo>
                  <ns0:pt x="485280" y="620394"/>
                </ns0:lnTo>
                <ns0:lnTo>
                  <ns0:pt x="483840" y="621118"/>
                </ns0:lnTo>
                <ns0:lnTo>
                  <ns0:pt x="482400" y="623306"/>
                </ns0:lnTo>
                <ns0:lnTo>
                  <ns0:pt x="480960" y="625077"/>
                </ns0:lnTo>
                <ns0:lnTo>
                  <ns0:pt x="479520" y="627132"/>
                </ns0:lnTo>
                <ns0:lnTo>
                  <ns0:pt x="478080" y="628803"/>
                </ns0:lnTo>
                <ns0:lnTo>
                  <ns0:pt x="476640" y="631459"/>
                </ns0:lnTo>
                <ns0:lnTo>
                  <ns0:pt x="475200" y="633565"/>
                </ns0:lnTo>
                <ns0:lnTo>
                  <ns0:pt x="473760" y="633876"/>
                </ns0:lnTo>
                <ns0:lnTo>
                  <ns0:pt x="472320" y="634327"/>
                </ns0:lnTo>
                <ns0:lnTo>
                  <ns0:pt x="470880" y="635410"/>
                </ns0:lnTo>
                <ns0:lnTo>
                  <ns0:pt x="469440" y="638674"/>
                </ns0:lnTo>
                <ns0:lnTo>
                  <ns0:pt x="468000" y="642058"/>
                </ns0:lnTo>
                <ns0:lnTo>
                  <ns0:pt x="466560" y="644979"/>
                </ns0:lnTo>
                <ns0:lnTo>
                  <ns0:pt x="465120" y="648644"/>
                </ns0:lnTo>
                <ns0:lnTo>
                  <ns0:pt x="463680" y="651844"/>
                </ns0:lnTo>
                <ns0:lnTo>
                  <ns0:pt x="462240" y="653301"/>
                </ns0:lnTo>
                <ns0:lnTo>
                  <ns0:pt x="460800" y="653791"/>
                </ns0:lnTo>
                <ns0:lnTo>
                  <ns0:pt x="459360" y="654118"/>
                </ns0:lnTo>
                <ns0:lnTo>
                  <ns0:pt x="457920" y="653902"/>
                </ns0:lnTo>
                <ns0:lnTo>
                  <ns0:pt x="456480" y="653207"/>
                </ns0:lnTo>
                <ns0:lnTo>
                  <ns0:pt x="455040" y="652862"/>
                </ns0:lnTo>
                <ns0:lnTo>
                  <ns0:pt x="453600" y="652808"/>
                </ns0:lnTo>
                <ns0:lnTo>
                  <ns0:pt x="452160" y="654246"/>
                </ns0:lnTo>
                <ns0:lnTo>
                  <ns0:pt x="450720" y="655100"/>
                </ns0:lnTo>
                <ns0:lnTo>
                  <ns0:pt x="449280" y="654927"/>
                </ns0:lnTo>
                <ns0:lnTo>
                  <ns0:pt x="447840" y="655149"/>
                </ns0:lnTo>
                <ns0:lnTo>
                  <ns0:pt x="446400" y="655694"/>
                </ns0:lnTo>
                <ns0:lnTo>
                  <ns0:pt x="444960" y="658631"/>
                </ns0:lnTo>
                <ns0:lnTo>
                  <ns0:pt x="443520" y="662401"/>
                </ns0:lnTo>
                <ns0:lnTo>
                  <ns0:pt x="442080" y="666122"/>
                </ns0:lnTo>
                <ns0:lnTo>
                  <ns0:pt x="440640" y="668731"/>
                </ns0:lnTo>
                <ns0:lnTo>
                  <ns0:pt x="439200" y="672120"/>
                </ns0:lnTo>
                <ns0:lnTo>
                  <ns0:pt x="437760" y="674446"/>
                </ns0:lnTo>
                <ns0:lnTo>
                  <ns0:pt x="436320" y="676608"/>
                </ns0:lnTo>
                <ns0:lnTo>
                  <ns0:pt x="434880" y="678622"/>
                </ns0:lnTo>
                <ns0:lnTo>
                  <ns0:pt x="433440" y="680352"/>
                </ns0:lnTo>
                <ns0:lnTo>
                  <ns0:pt x="432000" y="682450"/>
                </ns0:lnTo>
                <ns0:lnTo>
                  <ns0:pt x="430560" y="684498"/>
                </ns0:lnTo>
                <ns0:lnTo>
                  <ns0:pt x="429120" y="686730"/>
                </ns0:lnTo>
                <ns0:lnTo>
                  <ns0:pt x="427680" y="689023"/>
                </ns0:lnTo>
                <ns0:lnTo>
                  <ns0:pt x="426240" y="690405"/>
                </ns0:lnTo>
                <ns0:lnTo>
                  <ns0:pt x="424800" y="691403"/>
                </ns0:lnTo>
                <ns0:lnTo>
                  <ns0:pt x="423360" y="692870"/>
                </ns0:lnTo>
                <ns0:lnTo>
                  <ns0:pt x="421920" y="693618"/>
                </ns0:lnTo>
                <ns0:lnTo>
                  <ns0:pt x="420480" y="693135"/>
                </ns0:lnTo>
                <ns0:lnTo>
                  <ns0:pt x="419040" y="692621"/>
                </ns0:lnTo>
                <ns0:lnTo>
                  <ns0:pt x="417600" y="692779"/>
                </ns0:lnTo>
                <ns0:lnTo>
                  <ns0:pt x="416160" y="694129"/>
                </ns0:lnTo>
                <ns0:lnTo>
                  <ns0:pt x="414720" y="695975"/>
                </ns0:lnTo>
                <ns0:lnTo>
                  <ns0:pt x="413280" y="699459"/>
                </ns0:lnTo>
                <ns0:lnTo>
                  <ns0:pt x="411840" y="704094"/>
                </ns0:lnTo>
                <ns0:lnTo>
                  <ns0:pt x="410400" y="709978"/>
                </ns0:lnTo>
                <ns0:lnTo>
                  <ns0:pt x="408960" y="715306"/>
                </ns0:lnTo>
                <ns0:lnTo>
                  <ns0:pt x="407520" y="721428"/>
                </ns0:lnTo>
                <ns0:lnTo>
                  <ns0:pt x="406080" y="721683"/>
                </ns0:lnTo>
                <ns0:lnTo>
                  <ns0:pt x="404640" y="721422"/>
                </ns0:lnTo>
                <ns0:lnTo>
                  <ns0:pt x="403200" y="721299"/>
                </ns0:lnTo>
                <ns0:lnTo>
                  <ns0:pt x="401760" y="720810"/>
                </ns0:lnTo>
                <ns0:lnTo>
                  <ns0:pt x="400320" y="721293"/>
                </ns0:lnTo>
                <ns0:lnTo>
                  <ns0:pt x="398880" y="721686"/>
                </ns0:lnTo>
                <ns0:lnTo>
                  <ns0:pt x="397440" y="721646"/>
                </ns0:lnTo>
                <ns0:lnTo>
                  <ns0:pt x="396000" y="721579"/>
                </ns0:lnTo>
                <ns0:lnTo>
                  <ns0:pt x="394560" y="722989"/>
                </ns0:lnTo>
                <ns0:lnTo>
                  <ns0:pt x="393120" y="724272"/>
                </ns0:lnTo>
                <ns0:lnTo>
                  <ns0:pt x="391680" y="725478"/>
                </ns0:lnTo>
                <ns0:lnTo>
                  <ns0:pt x="390240" y="726012"/>
                </ns0:lnTo>
                <ns0:lnTo>
                  <ns0:pt x="388800" y="727852"/>
                </ns0:lnTo>
                <ns0:lnTo>
                  <ns0:pt x="387360" y="730099"/>
                </ns0:lnTo>
                <ns0:lnTo>
                  <ns0:pt x="385920" y="732739"/>
                </ns0:lnTo>
                <ns0:lnTo>
                  <ns0:pt x="384480" y="736535"/>
                </ns0:lnTo>
                <ns0:lnTo>
                  <ns0:pt x="383040" y="740949"/>
                </ns0:lnTo>
                <ns0:lnTo>
                  <ns0:pt x="381600" y="745708"/>
                </ns0:lnTo>
                <ns0:lnTo>
                  <ns0:pt x="380160" y="752017"/>
                </ns0:lnTo>
                <ns0:lnTo>
                  <ns0:pt x="378720" y="759604"/>
                </ns0:lnTo>
                <ns0:lnTo>
                  <ns0:pt x="377280" y="766652"/>
                </ns0:lnTo>
                <ns0:lnTo>
                  <ns0:pt x="375840" y="773160"/>
                </ns0:lnTo>
                <ns0:lnTo>
                  <ns0:pt x="374400" y="779193"/>
                </ns0:lnTo>
                <ns0:lnTo>
                  <ns0:pt x="372960" y="787061"/>
                </ns0:lnTo>
                <ns0:lnTo>
                  <ns0:pt x="371520" y="791750"/>
                </ns0:lnTo>
                <ns0:lnTo>
                  <ns0:pt x="370080" y="795971"/>
                </ns0:lnTo>
                <ns0:lnTo>
                  <ns0:pt x="368640" y="799043"/>
                </ns0:lnTo>
                <ns0:lnTo>
                  <ns0:pt x="367200" y="801650"/>
                </ns0:lnTo>
                <ns0:lnTo>
                  <ns0:pt x="365760" y="803723"/>
                </ns0:lnTo>
                <ns0:lnTo>
                  <ns0:pt x="364320" y="807418"/>
                </ns0:lnTo>
                <ns0:lnTo>
                  <ns0:pt x="362880" y="810825"/>
                </ns0:lnTo>
                <ns0:lnTo>
                  <ns0:pt x="361440" y="812901"/>
                </ns0:lnTo>
                <ns0:lnTo>
                  <ns0:pt x="360000" y="814650"/>
                </ns0:lnTo>
                <ns0:lnTo>
                  <ns0:pt x="358560" y="818075"/>
                </ns0:lnTo>
                <ns0:lnTo>
                  <ns0:pt x="357120" y="823916"/>
                </ns0:lnTo>
                <ns0:lnTo>
                  <ns0:pt x="355680" y="829088"/>
                </ns0:lnTo>
                <ns0:lnTo>
                  <ns0:pt x="354240" y="834474"/>
                </ns0:lnTo>
                <ns0:lnTo>
                  <ns0:pt x="352800" y="839366"/>
                </ns0:lnTo>
                <ns0:lnTo>
                  <ns0:pt x="351360" y="844256"/>
                </ns0:lnTo>
                <ns0:lnTo>
                  <ns0:pt x="349920" y="846758"/>
                </ns0:lnTo>
                <ns0:lnTo>
                  <ns0:pt x="348480" y="847134"/>
                </ns0:lnTo>
                <ns0:lnTo>
                  <ns0:pt x="347040" y="847701"/>
                </ns0:lnTo>
                <ns0:lnTo>
                  <ns0:pt x="345600" y="847663"/>
                </ns0:lnTo>
                <ns0:lnTo>
                  <ns0:pt x="344160" y="848700"/>
                </ns0:lnTo>
                <ns0:lnTo>
                  <ns0:pt x="342720" y="849985"/>
                </ns0:lnTo>
                <ns0:lnTo>
                  <ns0:pt x="341280" y="851316"/>
                </ns0:lnTo>
                <ns0:lnTo>
                  <ns0:pt x="339840" y="856745"/>
                </ns0:lnTo>
                <ns0:lnTo>
                  <ns0:pt x="338400" y="861042"/>
                </ns0:lnTo>
                <ns0:lnTo>
                  <ns0:pt x="336960" y="865140"/>
                </ns0:lnTo>
                <ns0:lnTo>
                  <ns0:pt x="335520" y="870041"/>
                </ns0:lnTo>
                <ns0:lnTo>
                  <ns0:pt x="334080" y="873668"/>
                </ns0:lnTo>
                <ns0:lnTo>
                  <ns0:pt x="332640" y="875930"/>
                </ns0:lnTo>
                <ns0:lnTo>
                  <ns0:pt x="331200" y="877512"/>
                </ns0:lnTo>
                <ns0:lnTo>
                  <ns0:pt x="329760" y="880067"/>
                </ns0:lnTo>
                <ns0:lnTo>
                  <ns0:pt x="328320" y="883958"/>
                </ns0:lnTo>
                <ns0:lnTo>
                  <ns0:pt x="326880" y="887408"/>
                </ns0:lnTo>
                <ns0:lnTo>
                  <ns0:pt x="325440" y="890632"/>
                </ns0:lnTo>
                <ns0:lnTo>
                  <ns0:pt x="324000" y="895047"/>
                </ns0:lnTo>
                <ns0:lnTo>
                  <ns0:pt x="322560" y="899322"/>
                </ns0:lnTo>
                <ns0:lnTo>
                  <ns0:pt x="321120" y="904481"/>
                </ns0:lnTo>
                <ns0:lnTo>
                  <ns0:pt x="319680" y="911906"/>
                </ns0:lnTo>
                <ns0:lnTo>
                  <ns0:pt x="318240" y="915428"/>
                </ns0:lnTo>
                <ns0:lnTo>
                  <ns0:pt x="316800" y="918852"/>
                </ns0:lnTo>
                <ns0:lnTo>
                  <ns0:pt x="315360" y="923020"/>
                </ns0:lnTo>
                <ns0:lnTo>
                  <ns0:pt x="313920" y="926881"/>
                </ns0:lnTo>
                <ns0:lnTo>
                  <ns0:pt x="312480" y="927750"/>
                </ns0:lnTo>
                <ns0:lnTo>
                  <ns0:pt x="311040" y="931524"/>
                </ns0:lnTo>
                <ns0:lnTo>
                  <ns0:pt x="309600" y="933239"/>
                </ns0:lnTo>
                <ns0:lnTo>
                  <ns0:pt x="308160" y="934670"/>
                </ns0:lnTo>
                <ns0:lnTo>
                  <ns0:pt x="306720" y="934842"/>
                </ns0:lnTo>
                <ns0:lnTo>
                  <ns0:pt x="305280" y="934261"/>
                </ns0:lnTo>
                <ns0:lnTo>
                  <ns0:pt x="303840" y="934019"/>
                </ns0:lnTo>
                <ns0:lnTo>
                  <ns0:pt x="302400" y="936730"/>
                </ns0:lnTo>
                <ns0:lnTo>
                  <ns0:pt x="300960" y="939744"/>
                </ns0:lnTo>
                <ns0:lnTo>
                  <ns0:pt x="299520" y="943539"/>
                </ns0:lnTo>
                <ns0:lnTo>
                  <ns0:pt x="298080" y="947579"/>
                </ns0:lnTo>
                <ns0:lnTo>
                  <ns0:pt x="296640" y="949563"/>
                </ns0:lnTo>
                <ns0:lnTo>
                  <ns0:pt x="295200" y="948794"/>
                </ns0:lnTo>
                <ns0:lnTo>
                  <ns0:pt x="293760" y="947955"/>
                </ns0:lnTo>
                <ns0:lnTo>
                  <ns0:pt x="292320" y="947281"/>
                </ns0:lnTo>
                <ns0:lnTo>
                  <ns0:pt x="290880" y="946444"/>
                </ns0:lnTo>
                <ns0:lnTo>
                  <ns0:pt x="289440" y="945445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0" name="Isaac Sim / PhysX vy baseline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7951"/>
                </ns0:lnTo>
                <ns0:lnTo>
                  <ns0:pt x="290880" y="977495"/>
                </ns0:lnTo>
                <ns0:lnTo>
                  <ns0:pt x="292320" y="976957"/>
                </ns0:lnTo>
                <ns0:lnTo>
                  <ns0:pt x="293760" y="976358"/>
                </ns0:lnTo>
                <ns0:lnTo>
                  <ns0:pt x="295200" y="975716"/>
                </ns0:lnTo>
                <ns0:lnTo>
                  <ns0:pt x="296640" y="975049"/>
                </ns0:lnTo>
                <ns0:lnTo>
                  <ns0:pt x="298080" y="974380"/>
                </ns0:lnTo>
                <ns0:lnTo>
                  <ns0:pt x="299520" y="973747"/>
                </ns0:lnTo>
                <ns0:lnTo>
                  <ns0:pt x="300960" y="973199"/>
                </ns0:lnTo>
                <ns0:lnTo>
                  <ns0:pt x="302400" y="972799"/>
                </ns0:lnTo>
                <ns0:lnTo>
                  <ns0:pt x="303840" y="972612"/>
                </ns0:lnTo>
                <ns0:lnTo>
                  <ns0:pt x="305280" y="972689"/>
                </ns0:lnTo>
                <ns0:lnTo>
                  <ns0:pt x="306720" y="973056"/>
                </ns0:lnTo>
                <ns0:lnTo>
                  <ns0:pt x="308160" y="973193"/>
                </ns0:lnTo>
                <ns0:lnTo>
                  <ns0:pt x="309600" y="973635"/>
                </ns0:lnTo>
                <ns0:lnTo>
                  <ns0:pt x="311040" y="974243"/>
                </ns0:lnTo>
                <ns0:lnTo>
                  <ns0:pt x="312480" y="974689"/>
                </ns0:lnTo>
                <ns0:lnTo>
                  <ns0:pt x="313920" y="975100"/>
                </ns0:lnTo>
                <ns0:lnTo>
                  <ns0:pt x="315360" y="975676"/>
                </ns0:lnTo>
                <ns0:lnTo>
                  <ns0:pt x="316800" y="976409"/>
                </ns0:lnTo>
                <ns0:lnTo>
                  <ns0:pt x="318240" y="977192"/>
                </ns0:lnTo>
                <ns0:lnTo>
                  <ns0:pt x="319680" y="977904"/>
                </ns0:lnTo>
                <ns0:lnTo>
                  <ns0:pt x="321120" y="978451"/>
                </ns0:lnTo>
                <ns0:lnTo>
                  <ns0:pt x="322560" y="978835"/>
                </ns0:lnTo>
                <ns0:lnTo>
                  <ns0:pt x="324000" y="979032"/>
                </ns0:lnTo>
                <ns0:lnTo>
                  <ns0:pt x="325440" y="979079"/>
                </ns0:lnTo>
                <ns0:lnTo>
                  <ns0:pt x="326880" y="979068"/>
                </ns0:lnTo>
                <ns0:lnTo>
                  <ns0:pt x="328320" y="979076"/>
                </ns0:lnTo>
                <ns0:lnTo>
                  <ns0:pt x="329760" y="979155"/>
                </ns0:lnTo>
                <ns0:lnTo>
                  <ns0:pt x="331200" y="979303"/>
                </ns0:lnTo>
                <ns0:lnTo>
                  <ns0:pt x="332640" y="979506"/>
                </ns0:lnTo>
                <ns0:lnTo>
                  <ns0:pt x="334080" y="979713"/>
                </ns0:lnTo>
                <ns0:lnTo>
                  <ns0:pt x="335520" y="979851"/>
                </ns0:lnTo>
                <ns0:lnTo>
                  <ns0:pt x="336960" y="979863"/>
                </ns0:lnTo>
                <ns0:lnTo>
                  <ns0:pt x="338400" y="979704"/>
                </ns0:lnTo>
                <ns0:lnTo>
                  <ns0:pt x="339840" y="979353"/>
                </ns0:lnTo>
                <ns0:lnTo>
                  <ns0:pt x="341280" y="978810"/>
                </ns0:lnTo>
                <ns0:lnTo>
                  <ns0:pt x="342720" y="978102"/>
                </ns0:lnTo>
                <ns0:lnTo>
                  <ns0:pt x="344160" y="977277"/>
                </ns0:lnTo>
                <ns0:lnTo>
                  <ns0:pt x="345600" y="976405"/>
                </ns0:lnTo>
                <ns0:lnTo>
                  <ns0:pt x="347040" y="975574"/>
                </ns0:lnTo>
                <ns0:lnTo>
                  <ns0:pt x="348480" y="974925"/>
                </ns0:lnTo>
                <ns0:lnTo>
                  <ns0:pt x="349920" y="974562"/>
                </ns0:lnTo>
                <ns0:lnTo>
                  <ns0:pt x="351360" y="974563"/>
                </ns0:lnTo>
                <ns0:lnTo>
                  <ns0:pt x="352800" y="975012"/>
                </ns0:lnTo>
                <ns0:lnTo>
                  <ns0:pt x="354240" y="975874"/>
                </ns0:lnTo>
                <ns0:lnTo>
                  <ns0:pt x="355680" y="977086"/>
                </ns0:lnTo>
                <ns0:lnTo>
                  <ns0:pt x="357120" y="978619"/>
                </ns0:lnTo>
                <ns0:lnTo>
                  <ns0:pt x="358560" y="980291"/>
                </ns0:lnTo>
                <ns0:lnTo>
                  <ns0:pt x="360000" y="982028"/>
                </ns0:lnTo>
                <ns0:lnTo>
                  <ns0:pt x="361440" y="983762"/>
                </ns0:lnTo>
                <ns0:lnTo>
                  <ns0:pt x="362880" y="985351"/>
                </ns0:lnTo>
                <ns0:lnTo>
                  <ns0:pt x="364320" y="986704"/>
                </ns0:lnTo>
                <ns0:lnTo>
                  <ns0:pt x="365760" y="987766"/>
                </ns0:lnTo>
                <ns0:lnTo>
                  <ns0:pt x="367200" y="988496"/>
                </ns0:lnTo>
                <ns0:lnTo>
                  <ns0:pt x="368640" y="988867"/>
                </ns0:lnTo>
                <ns0:lnTo>
                  <ns0:pt x="370080" y="988880"/>
                </ns0:lnTo>
                <ns0:lnTo>
                  <ns0:pt x="371520" y="988597"/>
                </ns0:lnTo>
                <ns0:lnTo>
                  <ns0:pt x="372960" y="988098"/>
                </ns0:lnTo>
                <ns0:lnTo>
                  <ns0:pt x="374400" y="987539"/>
                </ns0:lnTo>
                <ns0:lnTo>
                  <ns0:pt x="375840" y="987066"/>
                </ns0:lnTo>
                <ns0:lnTo>
                  <ns0:pt x="377280" y="986808"/>
                </ns0:lnTo>
                <ns0:lnTo>
                  <ns0:pt x="378720" y="986794"/>
                </ns0:lnTo>
                <ns0:lnTo>
                  <ns0:pt x="380160" y="986907"/>
                </ns0:lnTo>
                <ns0:lnTo>
                  <ns0:pt x="381600" y="987024"/>
                </ns0:lnTo>
                <ns0:lnTo>
                  <ns0:pt x="383040" y="986981"/>
                </ns0:lnTo>
                <ns0:lnTo>
                  <ns0:pt x="384480" y="986694"/>
                </ns0:lnTo>
                <ns0:lnTo>
                  <ns0:pt x="385920" y="986116"/>
                </ns0:lnTo>
                <ns0:lnTo>
                  <ns0:pt x="387360" y="985271"/>
                </ns0:lnTo>
                <ns0:lnTo>
                  <ns0:pt x="388800" y="984198"/>
                </ns0:lnTo>
                <ns0:lnTo>
                  <ns0:pt x="390240" y="983069"/>
                </ns0:lnTo>
                <ns0:lnTo>
                  <ns0:pt x="391680" y="981894"/>
                </ns0:lnTo>
                <ns0:lnTo>
                  <ns0:pt x="393120" y="980898"/>
                </ns0:lnTo>
                <ns0:lnTo>
                  <ns0:pt x="394560" y="980233"/>
                </ns0:lnTo>
                <ns0:lnTo>
                  <ns0:pt x="396000" y="980036"/>
                </ns0:lnTo>
                <ns0:lnTo>
                  <ns0:pt x="397440" y="980348"/>
                </ns0:lnTo>
                <ns0:lnTo>
                  <ns0:pt x="398880" y="981154"/>
                </ns0:lnTo>
                <ns0:lnTo>
                  <ns0:pt x="400320" y="982346"/>
                </ns0:lnTo>
                <ns0:lnTo>
                  <ns0:pt x="401760" y="983785"/>
                </ns0:lnTo>
                <ns0:lnTo>
                  <ns0:pt x="403200" y="985340"/>
                </ns0:lnTo>
                <ns0:lnTo>
                  <ns0:pt x="404640" y="986897"/>
                </ns0:lnTo>
                <ns0:lnTo>
                  <ns0:pt x="406080" y="988370"/>
                </ns0:lnTo>
                <ns0:lnTo>
                  <ns0:pt x="407520" y="989702"/>
                </ns0:lnTo>
                <ns0:lnTo>
                  <ns0:pt x="408960" y="990830"/>
                </ns0:lnTo>
                <ns0:lnTo>
                  <ns0:pt x="410400" y="991717"/>
                </ns0:lnTo>
                <ns0:lnTo>
                  <ns0:pt x="411840" y="992335"/>
                </ns0:lnTo>
                <ns0:lnTo>
                  <ns0:pt x="413280" y="992685"/>
                </ns0:lnTo>
                <ns0:lnTo>
                  <ns0:pt x="414720" y="992802"/>
                </ns0:lnTo>
                <ns0:lnTo>
                  <ns0:pt x="416160" y="992750"/>
                </ns0:lnTo>
                <ns0:lnTo>
                  <ns0:pt x="417600" y="992561"/>
                </ns0:lnTo>
                <ns0:lnTo>
                  <ns0:pt x="419040" y="992358"/>
                </ns0:lnTo>
                <ns0:lnTo>
                  <ns0:pt x="420480" y="992229"/>
                </ns0:lnTo>
                <ns0:lnTo>
                  <ns0:pt x="421920" y="992257"/>
                </ns0:lnTo>
                <ns0:lnTo>
                  <ns0:pt x="423360" y="992411"/>
                </ns0:lnTo>
                <ns0:lnTo>
                  <ns0:pt x="424800" y="992636"/>
                </ns0:lnTo>
                <ns0:lnTo>
                  <ns0:pt x="426240" y="992763"/>
                </ns0:lnTo>
                <ns0:lnTo>
                  <ns0:pt x="427680" y="992786"/>
                </ns0:lnTo>
                <ns0:lnTo>
                  <ns0:pt x="429120" y="992542"/>
                </ns0:lnTo>
                <ns0:lnTo>
                  <ns0:pt x="430560" y="991992"/>
                </ns0:lnTo>
                <ns0:lnTo>
                  <ns0:pt x="432000" y="991120"/>
                </ns0:lnTo>
                <ns0:lnTo>
                  <ns0:pt x="433440" y="989948"/>
                </ns0:lnTo>
                <ns0:lnTo>
                  <ns0:pt x="434880" y="988564"/>
                </ns0:lnTo>
                <ns0:lnTo>
                  <ns0:pt x="436320" y="987065"/>
                </ns0:lnTo>
                <ns0:lnTo>
                  <ns0:pt x="437760" y="985564"/>
                </ns0:lnTo>
                <ns0:lnTo>
                  <ns0:pt x="439200" y="984218"/>
                </ns0:lnTo>
                <ns0:lnTo>
                  <ns0:pt x="440640" y="983191"/>
                </ns0:lnTo>
                <ns0:lnTo>
                  <ns0:pt x="442080" y="982483"/>
                </ns0:lnTo>
                <ns0:lnTo>
                  <ns0:pt x="443520" y="982225"/>
                </ns0:lnTo>
                <ns0:lnTo>
                  <ns0:pt x="444960" y="982459"/>
                </ns0:lnTo>
                <ns0:lnTo>
                  <ns0:pt x="446400" y="983119"/>
                </ns0:lnTo>
                <ns0:lnTo>
                  <ns0:pt x="447840" y="984093"/>
                </ns0:lnTo>
                <ns0:lnTo>
                  <ns0:pt x="449280" y="985258"/>
                </ns0:lnTo>
                <ns0:lnTo>
                  <ns0:pt x="450720" y="986443"/>
                </ns0:lnTo>
                <ns0:lnTo>
                  <ns0:pt x="452160" y="987568"/>
                </ns0:lnTo>
                <ns0:lnTo>
                  <ns0:pt x="453600" y="988577"/>
                </ns0:lnTo>
                <ns0:lnTo>
                  <ns0:pt x="455040" y="989395"/>
                </ns0:lnTo>
                <ns0:lnTo>
                  <ns0:pt x="456480" y="990019"/>
                </ns0:lnTo>
                <ns0:lnTo>
                  <ns0:pt x="457920" y="990415"/>
                </ns0:lnTo>
                <ns0:lnTo>
                  <ns0:pt x="459360" y="990585"/>
                </ns0:lnTo>
                <ns0:lnTo>
                  <ns0:pt x="460800" y="990604"/>
                </ns0:lnTo>
                <ns0:lnTo>
                  <ns0:pt x="462240" y="990508"/>
                </ns0:lnTo>
                <ns0:lnTo>
                  <ns0:pt x="463680" y="990332"/>
                </ns0:lnTo>
                <ns0:lnTo>
                  <ns0:pt x="465120" y="990166"/>
                </ns0:lnTo>
                <ns0:lnTo>
                  <ns0:pt x="466560" y="990086"/>
                </ns0:lnTo>
                <ns0:lnTo>
                  <ns0:pt x="468000" y="990142"/>
                </ns0:lnTo>
                <ns0:lnTo>
                  <ns0:pt x="469440" y="990287"/>
                </ns0:lnTo>
                <ns0:lnTo>
                  <ns0:pt x="470880" y="990427"/>
                </ns0:lnTo>
                <ns0:lnTo>
                  <ns0:pt x="472320" y="990451"/>
                </ns0:lnTo>
                <ns0:lnTo>
                  <ns0:pt x="473760" y="990269"/>
                </ns0:lnTo>
                <ns0:lnTo>
                  <ns0:pt x="475200" y="989811"/>
                </ns0:lnTo>
                <ns0:lnTo>
                  <ns0:pt x="476640" y="989055"/>
                </ns0:lnTo>
                <ns0:lnTo>
                  <ns0:pt x="478080" y="988129"/>
                </ns0:lnTo>
                <ns0:lnTo>
                  <ns0:pt x="479520" y="987012"/>
                </ns0:lnTo>
                <ns0:lnTo>
                  <ns0:pt x="480960" y="985840"/>
                </ns0:lnTo>
                <ns0:lnTo>
                  <ns0:pt x="482400" y="984703"/>
                </ns0:lnTo>
                <ns0:lnTo>
                  <ns0:pt x="483840" y="983732"/>
                </ns0:lnTo>
                <ns0:lnTo>
                  <ns0:pt x="485280" y="982944"/>
                </ns0:lnTo>
                <ns0:lnTo>
                  <ns0:pt x="486720" y="982646"/>
                </ns0:lnTo>
                <ns0:lnTo>
                  <ns0:pt x="488160" y="982775"/>
                </ns0:lnTo>
                <ns0:lnTo>
                  <ns0:pt x="489600" y="983336"/>
                </ns0:lnTo>
                <ns0:lnTo>
                  <ns0:pt x="491040" y="984249"/>
                </ns0:lnTo>
                <ns0:lnTo>
                  <ns0:pt x="492480" y="985353"/>
                </ns0:lnTo>
                <ns0:lnTo>
                  <ns0:pt x="493920" y="986486"/>
                </ns0:lnTo>
                <ns0:lnTo>
                  <ns0:pt x="495360" y="987722"/>
                </ns0:lnTo>
                <ns0:lnTo>
                  <ns0:pt x="496800" y="988823"/>
                </ns0:lnTo>
                <ns0:lnTo>
                  <ns0:pt x="498240" y="989785"/>
                </ns0:lnTo>
                <ns0:lnTo>
                  <ns0:pt x="499680" y="990556"/>
                </ns0:lnTo>
                <ns0:lnTo>
                  <ns0:pt x="501120" y="991102"/>
                </ns0:lnTo>
                <ns0:lnTo>
                  <ns0:pt x="502560" y="991442"/>
                </ns0:lnTo>
                <ns0:lnTo>
                  <ns0:pt x="504000" y="991559"/>
                </ns0:lnTo>
                <ns0:lnTo>
                  <ns0:pt x="505440" y="991490"/>
                </ns0:lnTo>
                <ns0:lnTo>
                  <ns0:pt x="506880" y="991300"/>
                </ns0:lnTo>
                <ns0:lnTo>
                  <ns0:pt x="508320" y="991065"/>
                </ns0:lnTo>
                <ns0:lnTo>
                  <ns0:pt x="509760" y="990879"/>
                </ns0:lnTo>
                <ns0:lnTo>
                  <ns0:pt x="511200" y="990821"/>
                </ns0:lnTo>
                <ns0:lnTo>
                  <ns0:pt x="512640" y="990878"/>
                </ns0:lnTo>
                <ns0:lnTo>
                  <ns0:pt x="514080" y="991056"/>
                </ns0:lnTo>
                <ns0:lnTo>
                  <ns0:pt x="515520" y="991165"/>
                </ns0:lnTo>
                <ns0:lnTo>
                  <ns0:pt x="516960" y="991133"/>
                </ns0:lnTo>
                <ns0:lnTo>
                  <ns0:pt x="518400" y="990889"/>
                </ns0:lnTo>
                <ns0:lnTo>
                  <ns0:pt x="519840" y="990380"/>
                </ns0:lnTo>
                <ns0:lnTo>
                  <ns0:pt x="521280" y="989673"/>
                </ns0:lnTo>
                <ns0:lnTo>
                  <ns0:pt x="522720" y="988659"/>
                </ns0:lnTo>
                <ns0:lnTo>
                  <ns0:pt x="524160" y="987494"/>
                </ns0:lnTo>
                <ns0:lnTo>
                  <ns0:pt x="525600" y="986231"/>
                </ns0:lnTo>
                <ns0:lnTo>
                  <ns0:pt x="527040" y="984976"/>
                </ns0:lnTo>
                <ns0:lnTo>
                  <ns0:pt x="528480" y="983848"/>
                </ns0:lnTo>
                <ns0:lnTo>
                  <ns0:pt x="529920" y="983080"/>
                </ns0:lnTo>
                <ns0:lnTo>
                  <ns0:pt x="531360" y="982549"/>
                </ns0:lnTo>
                <ns0:lnTo>
                  <ns0:pt x="532800" y="982444"/>
                </ns0:lnTo>
                <ns0:lnTo>
                  <ns0:pt x="534240" y="982733"/>
                </ns0:lnTo>
                <ns0:lnTo>
                  <ns0:pt x="535680" y="983383"/>
                </ns0:lnTo>
                <ns0:lnTo>
                  <ns0:pt x="537120" y="984273"/>
                </ns0:lnTo>
                <ns0:lnTo>
                  <ns0:pt x="538560" y="985253"/>
                </ns0:lnTo>
                <ns0:lnTo>
                  <ns0:pt x="540000" y="986219"/>
                </ns0:lnTo>
                <ns0:lnTo>
                  <ns0:pt x="541440" y="987132"/>
                </ns0:lnTo>
                <ns0:lnTo>
                  <ns0:pt x="542880" y="987929"/>
                </ns0:lnTo>
                <ns0:lnTo>
                  <ns0:pt x="544320" y="988548"/>
                </ns0:lnTo>
                <ns0:lnTo>
                  <ns0:pt x="545760" y="988984"/>
                </ns0:lnTo>
                <ns0:lnTo>
                  <ns0:pt x="547200" y="989230"/>
                </ns0:lnTo>
                <ns0:lnTo>
                  <ns0:pt x="548640" y="989310"/>
                </ns0:lnTo>
                <ns0:lnTo>
                  <ns0:pt x="550080" y="989228"/>
                </ns0:lnTo>
                <ns0:lnTo>
                  <ns0:pt x="551520" y="989109"/>
                </ns0:lnTo>
                <ns0:lnTo>
                  <ns0:pt x="552960" y="988996"/>
                </ns0:lnTo>
                <ns0:lnTo>
                  <ns0:pt x="554400" y="988937"/>
                </ns0:lnTo>
                <ns0:lnTo>
                  <ns0:pt x="555840" y="988967"/>
                </ns0:lnTo>
                <ns0:lnTo>
                  <ns0:pt x="557280" y="989043"/>
                </ns0:lnTo>
                <ns0:lnTo>
                  <ns0:pt x="558720" y="989218"/>
                </ns0:lnTo>
                <ns0:lnTo>
                  <ns0:pt x="560160" y="989306"/>
                </ns0:lnTo>
                <ns0:lnTo>
                  <ns0:pt x="561600" y="989241"/>
                </ns0:lnTo>
                <ns0:lnTo>
                  <ns0:pt x="563040" y="988968"/>
                </ns0:lnTo>
                <ns0:lnTo>
                  <ns0:pt x="564480" y="988467"/>
                </ns0:lnTo>
                <ns0:lnTo>
                  <ns0:pt x="565920" y="987703"/>
                </ns0:lnTo>
                <ns0:lnTo>
                  <ns0:pt x="567360" y="986762"/>
                </ns0:lnTo>
                <ns0:lnTo>
                  <ns0:pt x="568800" y="985680"/>
                </ns0:lnTo>
                <ns0:lnTo>
                  <ns0:pt x="570240" y="984543"/>
                </ns0:lnTo>
                <ns0:lnTo>
                  <ns0:pt x="571680" y="983427"/>
                </ns0:lnTo>
                <ns0:lnTo>
                  <ns0:pt x="573120" y="982467"/>
                </ns0:lnTo>
                <ns0:lnTo>
                  <ns0:pt x="574560" y="981826"/>
                </ns0:lnTo>
                <ns0:lnTo>
                  <ns0:pt x="576000" y="981517"/>
                </ns0:lnTo>
                <ns0:lnTo>
                  <ns0:pt x="577440" y="981603"/>
                </ns0:lnTo>
                <ns0:lnTo>
                  <ns0:pt x="578880" y="982025"/>
                </ns0:lnTo>
                <ns0:lnTo>
                  <ns0:pt x="580320" y="982742"/>
                </ns0:lnTo>
                <ns0:lnTo>
                  <ns0:pt x="581760" y="983615"/>
                </ns0:lnTo>
                <ns0:lnTo>
                  <ns0:pt x="583200" y="984565"/>
                </ns0:lnTo>
                <ns0:lnTo>
                  <ns0:pt x="584640" y="985525"/>
                </ns0:lnTo>
                <ns0:lnTo>
                  <ns0:pt x="586080" y="986433"/>
                </ns0:lnTo>
                <ns0:lnTo>
                  <ns0:pt x="587520" y="987191"/>
                </ns0:lnTo>
                <ns0:lnTo>
                  <ns0:pt x="588960" y="987784"/>
                </ns0:lnTo>
                <ns0:lnTo>
                  <ns0:pt x="590400" y="988179"/>
                </ns0:lnTo>
                <ns0:lnTo>
                  <ns0:pt x="591840" y="988398"/>
                </ns0:lnTo>
                <ns0:lnTo>
                  <ns0:pt x="593280" y="988467"/>
                </ns0:lnTo>
                <ns0:lnTo>
                  <ns0:pt x="594720" y="988369"/>
                </ns0:lnTo>
                <ns0:lnTo>
                  <ns0:pt x="596160" y="988237"/>
                </ns0:lnTo>
                <ns0:lnTo>
                  <ns0:pt x="597600" y="988088"/>
                </ns0:lnTo>
                <ns0:lnTo>
                  <ns0:pt x="599040" y="988012"/>
                </ns0:lnTo>
                <ns0:lnTo>
                  <ns0:pt x="600480" y="988054"/>
                </ns0:lnTo>
                <ns0:lnTo>
                  <ns0:pt x="601920" y="988144"/>
                </ns0:lnTo>
                <ns0:lnTo>
                  <ns0:pt x="603360" y="988306"/>
                </ns0:lnTo>
                <ns0:lnTo>
                  <ns0:pt x="604800" y="988370"/>
                </ns0:lnTo>
                <ns0:lnTo>
                  <ns0:pt x="606240" y="988304"/>
                </ns0:lnTo>
                <ns0:lnTo>
                  <ns0:pt x="607680" y="988023"/>
                </ns0:lnTo>
                <ns0:lnTo>
                  <ns0:pt x="609120" y="987519"/>
                </ns0:lnTo>
                <ns0:lnTo>
                  <ns0:pt x="610560" y="986773"/>
                </ns0:lnTo>
                <ns0:lnTo>
                  <ns0:pt x="612000" y="985876"/>
                </ns0:lnTo>
                <ns0:lnTo>
                  <ns0:pt x="613440" y="984860"/>
                </ns0:lnTo>
                <ns0:lnTo>
                  <ns0:pt x="614880" y="983837"/>
                </ns0:lnTo>
                <ns0:lnTo>
                  <ns0:pt x="616320" y="982834"/>
                </ns0:lnTo>
                <ns0:lnTo>
                  <ns0:pt x="617760" y="981999"/>
                </ns0:lnTo>
                <ns0:lnTo>
                  <ns0:pt x="619200" y="981495"/>
                </ns0:lnTo>
                <ns0:lnTo>
                  <ns0:pt x="620640" y="981308"/>
                </ns0:lnTo>
                <ns0:lnTo>
                  <ns0:pt x="622080" y="981509"/>
                </ns0:lnTo>
                <ns0:lnTo>
                  <ns0:pt x="623520" y="981973"/>
                </ns0:lnTo>
                <ns0:lnTo>
                  <ns0:pt x="624960" y="982682"/>
                </ns0:lnTo>
                <ns0:lnTo>
                  <ns0:pt x="626400" y="983540"/>
                </ns0:lnTo>
                <ns0:lnTo>
                  <ns0:pt x="627840" y="984474"/>
                </ns0:lnTo>
                <ns0:lnTo>
                  <ns0:pt x="629280" y="985353"/>
                </ns0:lnTo>
                <ns0:lnTo>
                  <ns0:pt x="630720" y="986196"/>
                </ns0:lnTo>
                <ns0:lnTo>
                  <ns0:pt x="632160" y="986843"/>
                </ns0:lnTo>
                <ns0:lnTo>
                  <ns0:pt x="633600" y="987345"/>
                </ns0:lnTo>
                <ns0:lnTo>
                  <ns0:pt x="635040" y="987677"/>
                </ns0:lnTo>
                <ns0:lnTo>
                  <ns0:pt x="636480" y="987810"/>
                </ns0:lnTo>
                <ns0:lnTo>
                  <ns0:pt x="637920" y="987823"/>
                </ns0:lnTo>
                <ns0:lnTo>
                  <ns0:pt x="639360" y="987692"/>
                </ns0:lnTo>
                <ns0:lnTo>
                  <ns0:pt x="640800" y="987524"/>
                </ns0:lnTo>
                <ns0:lnTo>
                  <ns0:pt x="642240" y="987359"/>
                </ns0:lnTo>
                <ns0:lnTo>
                  <ns0:pt x="643680" y="987318"/>
                </ns0:lnTo>
                <ns0:lnTo>
                  <ns0:pt x="645120" y="987392"/>
                </ns0:lnTo>
                <ns0:lnTo>
                  <ns0:pt x="646560" y="987554"/>
                </ns0:lnTo>
                <ns0:lnTo>
                  <ns0:pt x="648000" y="987656"/>
                </ns0:lnTo>
                <ns0:lnTo>
                  <ns0:pt x="649440" y="987679"/>
                </ns0:lnTo>
                <ns0:lnTo>
                  <ns0:pt x="650880" y="987512"/>
                </ns0:lnTo>
                <ns0:lnTo>
                  <ns0:pt x="652320" y="987198"/>
                </ns0:lnTo>
                <ns0:lnTo>
                  <ns0:pt x="653760" y="986704"/>
                </ns0:lnTo>
                <ns0:lnTo>
                  <ns0:pt x="655200" y="985964"/>
                </ns0:lnTo>
                <ns0:lnTo>
                  <ns0:pt x="656640" y="985054"/>
                </ns0:lnTo>
                <ns0:lnTo>
                  <ns0:pt x="658080" y="984035"/>
                </ns0:lnTo>
                <ns0:lnTo>
                  <ns0:pt x="659520" y="983085"/>
                </ns0:lnTo>
                <ns0:lnTo>
                  <ns0:pt x="660960" y="982192"/>
                </ns0:lnTo>
                <ns0:lnTo>
                  <ns0:pt x="662400" y="981502"/>
                </ns0:lnTo>
                <ns0:lnTo>
                  <ns0:pt x="663840" y="981080"/>
                </ns0:lnTo>
                <ns0:lnTo>
                  <ns0:pt x="665280" y="980925"/>
                </ns0:lnTo>
                <ns0:lnTo>
                  <ns0:pt x="666720" y="981094"/>
                </ns0:lnTo>
                <ns0:lnTo>
                  <ns0:pt x="668160" y="981540"/>
                </ns0:lnTo>
                <ns0:lnTo>
                  <ns0:pt x="669600" y="982220"/>
                </ns0:lnTo>
                <ns0:lnTo>
                  <ns0:pt x="671040" y="983038"/>
                </ns0:lnTo>
                <ns0:lnTo>
                  <ns0:pt x="672480" y="983880"/>
                </ns0:lnTo>
                <ns0:lnTo>
                  <ns0:pt x="673920" y="984695"/>
                </ns0:lnTo>
                <ns0:lnTo>
                  <ns0:pt x="675360" y="985412"/>
                </ns0:lnTo>
                <ns0:lnTo>
                  <ns0:pt x="676800" y="986012"/>
                </ns0:lnTo>
                <ns0:lnTo>
                  <ns0:pt x="678240" y="986440"/>
                </ns0:lnTo>
                <ns0:lnTo>
                  <ns0:pt x="679680" y="986698"/>
                </ns0:lnTo>
                <ns0:lnTo>
                  <ns0:pt x="681120" y="986786"/>
                </ns0:lnTo>
                <ns0:lnTo>
                  <ns0:pt x="682560" y="986734"/>
                </ns0:lnTo>
                <ns0:lnTo>
                  <ns0:pt x="684000" y="986639"/>
                </ns0:lnTo>
                <ns0:lnTo>
                  <ns0:pt x="685440" y="986505"/>
                </ns0:lnTo>
                <ns0:lnTo>
                  <ns0:pt x="686880" y="986464"/>
                </ns0:lnTo>
                <ns0:lnTo>
                  <ns0:pt x="688320" y="986477"/>
                </ns0:lnTo>
                <ns0:lnTo>
                  <ns0:pt x="689760" y="986471"/>
                </ns0:lnTo>
                <ns0:lnTo>
                  <ns0:pt x="691200" y="986621"/>
                </ns0:lnTo>
                <ns0:lnTo>
                  <ns0:pt x="692640" y="986713"/>
                </ns0:lnTo>
                <ns0:lnTo>
                  <ns0:pt x="694080" y="986682"/>
                </ns0:lnTo>
                <ns0:lnTo>
                  <ns0:pt x="695520" y="986473"/>
                </ns0:lnTo>
                <ns0:lnTo>
                  <ns0:pt x="696960" y="986105"/>
                </ns0:lnTo>
                <ns0:lnTo>
                  <ns0:pt x="698400" y="985543"/>
                </ns0:lnTo>
                <ns0:lnTo>
                  <ns0:pt x="699840" y="984772"/>
                </ns0:lnTo>
                <ns0:lnTo>
                  <ns0:pt x="701280" y="983948"/>
                </ns0:lnTo>
                <ns0:lnTo>
                  <ns0:pt x="702720" y="983027"/>
                </ns0:lnTo>
                <ns0:lnTo>
                  <ns0:pt x="704160" y="982196"/>
                </ns0:lnTo>
                <ns0:lnTo>
                  <ns0:pt x="705600" y="981407"/>
                </ns0:lnTo>
                <ns0:lnTo>
                  <ns0:pt x="707040" y="980882"/>
                </ns0:lnTo>
                <ns0:lnTo>
                  <ns0:pt x="708480" y="980715"/>
                </ns0:lnTo>
                <ns0:lnTo>
                  <ns0:pt x="709920" y="980709"/>
                </ns0:lnTo>
                <ns0:lnTo>
                  <ns0:pt x="711360" y="980960"/>
                </ns0:lnTo>
                <ns0:lnTo>
                  <ns0:pt x="712800" y="981464"/>
                </ns0:lnTo>
                <ns0:lnTo>
                  <ns0:pt x="714240" y="982192"/>
                </ns0:lnTo>
                <ns0:lnTo>
                  <ns0:pt x="715680" y="982972"/>
                </ns0:lnTo>
                <ns0:lnTo>
                  <ns0:pt x="717120" y="983773"/>
                </ns0:lnTo>
                <ns0:lnTo>
                  <ns0:pt x="718560" y="984526"/>
                </ns0:lnTo>
                <ns0:lnTo>
                  <ns0:pt x="720000" y="985149"/>
                </ns0:lnTo>
                <ns0:lnTo>
                  <ns0:pt x="721440" y="985648"/>
                </ns0:lnTo>
                <ns0:lnTo>
                  <ns0:pt x="722880" y="985981"/>
                </ns0:lnTo>
                <ns0:lnTo>
                  <ns0:pt x="724320" y="986161"/>
                </ns0:lnTo>
                <ns0:lnTo>
                  <ns0:pt x="725760" y="986201"/>
                </ns0:lnTo>
                <ns0:lnTo>
                  <ns0:pt x="727200" y="986113"/>
                </ns0:lnTo>
                <ns0:lnTo>
                  <ns0:pt x="728640" y="985986"/>
                </ns0:lnTo>
                <ns0:lnTo>
                  <ns0:pt x="730080" y="985872"/>
                </ns0:lnTo>
                <ns0:lnTo>
                  <ns0:pt x="731520" y="985835"/>
                </ns0:lnTo>
                <ns0:lnTo>
                  <ns0:pt x="732960" y="985851"/>
                </ns0:lnTo>
                <ns0:lnTo>
                  <ns0:pt x="734400" y="985939"/>
                </ns0:lnTo>
                <ns0:lnTo>
                  <ns0:pt x="735840" y="986067"/>
                </ns0:lnTo>
                <ns0:lnTo>
                  <ns0:pt x="737280" y="986118"/>
                </ns0:lnTo>
                <ns0:lnTo>
                  <ns0:pt x="738720" y="986065"/>
                </ns0:lnTo>
                <ns0:lnTo>
                  <ns0:pt x="740160" y="985822"/>
                </ns0:lnTo>
                <ns0:lnTo>
                  <ns0:pt x="741600" y="985447"/>
                </ns0:lnTo>
                <ns0:lnTo>
                  <ns0:pt x="743040" y="984808"/>
                </ns0:lnTo>
                <ns0:lnTo>
                  <ns0:pt x="744480" y="983952"/>
                </ns0:lnTo>
                <ns0:lnTo>
                  <ns0:pt x="745920" y="983103"/>
                </ns0:lnTo>
                <ns0:lnTo>
                  <ns0:pt x="747360" y="982272"/>
                </ns0:lnTo>
                <ns0:lnTo>
                  <ns0:pt x="748800" y="981475"/>
                </ns0:lnTo>
                <ns0:lnTo>
                  <ns0:pt x="750240" y="980801"/>
                </ns0:lnTo>
                <ns0:lnTo>
                  <ns0:pt x="751680" y="980367"/>
                </ns0:lnTo>
                <ns0:lnTo>
                  <ns0:pt x="753120" y="980203"/>
                </ns0:lnTo>
                <ns0:lnTo>
                  <ns0:pt x="754560" y="980267"/>
                </ns0:lnTo>
                <ns0:lnTo>
                  <ns0:pt x="756000" y="980661"/>
                </ns0:lnTo>
                <ns0:lnTo>
                  <ns0:pt x="757440" y="981236"/>
                </ns0:lnTo>
                <ns0:lnTo>
                  <ns0:pt x="758880" y="981945"/>
                </ns0:lnTo>
                <ns0:lnTo>
                  <ns0:pt x="760320" y="982732"/>
                </ns0:lnTo>
                <ns0:lnTo>
                  <ns0:pt x="761760" y="983468"/>
                </ns0:lnTo>
                <ns0:lnTo>
                  <ns0:pt x="763200" y="984135"/>
                </ns0:lnTo>
                <ns0:lnTo>
                  <ns0:pt x="764640" y="984699"/>
                </ns0:lnTo>
                <ns0:lnTo>
                  <ns0:pt x="766080" y="985114"/>
                </ns0:lnTo>
                <ns0:lnTo>
                  <ns0:pt x="767520" y="985392"/>
                </ns0:lnTo>
                <ns0:lnTo>
                  <ns0:pt x="768960" y="985522"/>
                </ns0:lnTo>
                <ns0:lnTo>
                  <ns0:pt x="770400" y="985541"/>
                </ns0:lnTo>
                <ns0:lnTo>
                  <ns0:pt x="771840" y="985445"/>
                </ns0:lnTo>
                <ns0:lnTo>
                  <ns0:pt x="773280" y="985336"/>
                </ns0:lnTo>
                <ns0:lnTo>
                  <ns0:pt x="774720" y="985262"/>
                </ns0:lnTo>
                <ns0:lnTo>
                  <ns0:pt x="776160" y="985238"/>
                </ns0:lnTo>
                <ns0:lnTo>
                  <ns0:pt x="777600" y="985310"/>
                </ns0:lnTo>
                <ns0:lnTo>
                  <ns0:pt x="779040" y="985369"/>
                </ns0:lnTo>
                <ns0:lnTo>
                  <ns0:pt x="780480" y="985544"/>
                </ns0:lnTo>
                <ns0:lnTo>
                  <ns0:pt x="781920" y="985568"/>
                </ns0:lnTo>
                <ns0:lnTo>
                  <ns0:pt x="783360" y="985430"/>
                </ns0:lnTo>
                <ns0:lnTo>
                  <ns0:pt x="784800" y="985139"/>
                </ns0:lnTo>
                <ns0:lnTo>
                  <ns0:pt x="786240" y="984660"/>
                </ns0:lnTo>
                <ns0:lnTo>
                  <ns0:pt x="787680" y="984028"/>
                </ns0:lnTo>
                <ns0:lnTo>
                  <ns0:pt x="789120" y="983280"/>
                </ns0:lnTo>
                <ns0:lnTo>
                  <ns0:pt x="790560" y="982504"/>
                </ns0:lnTo>
                <ns0:lnTo>
                  <ns0:pt x="792000" y="981737"/>
                </ns0:lnTo>
                <ns0:lnTo>
                  <ns0:pt x="793440" y="981035"/>
                </ns0:lnTo>
                <ns0:lnTo>
                  <ns0:pt x="794880" y="980483"/>
                </ns0:lnTo>
                <ns0:lnTo>
                  <ns0:pt x="796320" y="980127"/>
                </ns0:lnTo>
                <ns0:lnTo>
                  <ns0:pt x="797760" y="980122"/>
                </ns0:lnTo>
                <ns0:lnTo>
                  <ns0:pt x="799200" y="980347"/>
                </ns0:lnTo>
                <ns0:lnTo>
                  <ns0:pt x="800640" y="980760"/>
                </ns0:lnTo>
                <ns0:lnTo>
                  <ns0:pt x="802080" y="981401"/>
                </ns0:lnTo>
                <ns0:lnTo>
                  <ns0:pt x="803520" y="982082"/>
                </ns0:lnTo>
                <ns0:lnTo>
                  <ns0:pt x="804960" y="982793"/>
                </ns0:lnTo>
                <ns0:lnTo>
                  <ns0:pt x="806400" y="983481"/>
                </ns0:lnTo>
                <ns0:lnTo>
                  <ns0:pt x="807840" y="984082"/>
                </ns0:lnTo>
                <ns0:lnTo>
                  <ns0:pt x="809280" y="984566"/>
                </ns0:lnTo>
                <ns0:lnTo>
                  <ns0:pt x="810720" y="984917"/>
                </ns0:lnTo>
                <ns0:lnTo>
                  <ns0:pt x="812160" y="985121"/>
                </ns0:lnTo>
                <ns0:lnTo>
                  <ns0:pt x="813600" y="985185"/>
                </ns0:lnTo>
                <ns0:lnTo>
                  <ns0:pt x="815040" y="985149"/>
                </ns0:lnTo>
                <ns0:lnTo>
                  <ns0:pt x="816480" y="984962"/>
                </ns0:lnTo>
                <ns0:lnTo>
                  <ns0:pt x="817920" y="984835"/>
                </ns0:lnTo>
                <ns0:lnTo>
                  <ns0:pt x="819360" y="984779"/>
                </ns0:lnTo>
                <ns0:lnTo>
                  <ns0:pt x="820800" y="984786"/>
                </ns0:lnTo>
                <ns0:lnTo>
                  <ns0:pt x="822240" y="984876"/>
                </ns0:lnTo>
                <ns0:lnTo>
                  <ns0:pt x="823680" y="984982"/>
                </ns0:lnTo>
                <ns0:lnTo>
                  <ns0:pt x="825120" y="985033"/>
                </ns0:lnTo>
                <ns0:lnTo>
                  <ns0:pt x="826560" y="984993"/>
                </ns0:lnTo>
                <ns0:lnTo>
                  <ns0:pt x="828000" y="984787"/>
                </ns0:lnTo>
                <ns0:lnTo>
                  <ns0:pt x="829440" y="984444"/>
                </ns0:lnTo>
                <ns0:lnTo>
                  <ns0:pt x="830880" y="983954"/>
                </ns0:lnTo>
                <ns0:lnTo>
                  <ns0:pt x="832320" y="983320"/>
                </ns0:lnTo>
                <ns0:lnTo>
                  <ns0:pt x="833760" y="982523"/>
                </ns0:lnTo>
                <ns0:lnTo>
                  <ns0:pt x="835200" y="981725"/>
                </ns0:lnTo>
                <ns0:lnTo>
                  <ns0:pt x="836640" y="980980"/>
                </ns0:lnTo>
                <ns0:lnTo>
                  <ns0:pt x="838080" y="980306"/>
                </ns0:lnTo>
                <ns0:lnTo>
                  <ns0:pt x="839520" y="979867"/>
                </ns0:lnTo>
                <ns0:lnTo>
                  <ns0:pt x="840960" y="979727"/>
                </ns0:lnTo>
                <ns0:lnTo>
                  <ns0:pt x="842400" y="979762"/>
                </ns0:lnTo>
                <ns0:lnTo>
                  <ns0:pt x="843840" y="980034"/>
                </ns0:lnTo>
                <ns0:lnTo>
                  <ns0:pt x="845280" y="980554"/>
                </ns0:lnTo>
                <ns0:lnTo>
                  <ns0:pt x="846720" y="981155"/>
                </ns0:lnTo>
                <ns0:lnTo>
                  <ns0:pt x="848160" y="981143"/>
                </ns0:lnTo>
                <ns0:lnTo>
                  <ns0:pt x="849600" y="981256"/>
                </ns0:lnTo>
                <ns0:lnTo>
                  <ns0:pt x="851040" y="981486"/>
                </ns0:lnTo>
                <ns0:lnTo>
                  <ns0:pt x="852480" y="981806"/>
                </ns0:lnTo>
                <ns0:lnTo>
                  <ns0:pt x="853920" y="982191"/>
                </ns0:lnTo>
                <ns0:lnTo>
                  <ns0:pt x="855360" y="982624"/>
                </ns0:lnTo>
                <ns0:lnTo>
                  <ns0:pt x="856800" y="983086"/>
                </ns0:lnTo>
                <ns0:lnTo>
                  <ns0:pt x="858240" y="983556"/>
                </ns0:lnTo>
                <ns0:lnTo>
                  <ns0:pt x="859680" y="984011"/>
                </ns0:lnTo>
                <ns0:lnTo>
                  <ns0:pt x="861120" y="984461"/>
                </ns0:lnTo>
                <ns0:lnTo>
                  <ns0:pt x="862560" y="984881"/>
                </ns0:lnTo>
                <ns0:lnTo>
                  <ns0:pt x="864000" y="985234"/>
                </ns0:lnTo>
                <ns0:lnTo>
                  <ns0:pt x="865440" y="982948"/>
                </ns0:lnTo>
                <ns0:lnTo>
                  <ns0:pt x="866880" y="982495"/>
                </ns0:lnTo>
                <ns0:lnTo>
                  <ns0:pt x="868320" y="982000"/>
                </ns0:lnTo>
                <ns0:lnTo>
                  <ns0:pt x="869760" y="981454"/>
                </ns0:lnTo>
                <ns0:lnTo>
                  <ns0:pt x="871200" y="980854"/>
                </ns0:lnTo>
                <ns0:lnTo>
                  <ns0:pt x="872640" y="980196"/>
                </ns0:lnTo>
                <ns0:lnTo>
                  <ns0:pt x="874080" y="979491"/>
                </ns0:lnTo>
                <ns0:lnTo>
                  <ns0:pt x="875520" y="978730"/>
                </ns0:lnTo>
                <ns0:lnTo>
                  <ns0:pt x="876960" y="977936"/>
                </ns0:lnTo>
                <ns0:lnTo>
                  <ns0:pt x="878400" y="977133"/>
                </ns0:lnTo>
                <ns0:lnTo>
                  <ns0:pt x="879840" y="976351"/>
                </ns0:lnTo>
                <ns0:lnTo>
                  <ns0:pt x="881280" y="975634"/>
                </ns0:lnTo>
                <ns0:lnTo>
                  <ns0:pt x="882720" y="975020"/>
                </ns0:lnTo>
                <ns0:lnTo>
                  <ns0:pt x="884160" y="972799"/>
                </ns0:lnTo>
                <ns0:lnTo>
                  <ns0:pt x="885600" y="970731"/>
                </ns0:lnTo>
                <ns0:lnTo>
                  <ns0:pt x="887040" y="968900"/>
                </ns0:lnTo>
                <ns0:lnTo>
                  <ns0:pt x="888480" y="967623"/>
                </ns0:lnTo>
                <ns0:lnTo>
                  <ns0:pt x="889920" y="966682"/>
                </ns0:lnTo>
                <ns0:lnTo>
                  <ns0:pt x="891360" y="966616"/>
                </ns0:lnTo>
                <ns0:lnTo>
                  <ns0:pt x="892800" y="967268"/>
                </ns0:lnTo>
                <ns0:lnTo>
                  <ns0:pt x="894240" y="968447"/>
                </ns0:lnTo>
                <ns0:lnTo>
                  <ns0:pt x="895680" y="970246"/>
                </ns0:lnTo>
                <ns0:lnTo>
                  <ns0:pt x="897120" y="972081"/>
                </ns0:lnTo>
                <ns0:lnTo>
                  <ns0:pt x="898560" y="974010"/>
                </ns0:lnTo>
                <ns0:lnTo>
                  <ns0:pt x="900000" y="975991"/>
                </ns0:lnTo>
                <ns0:lnTo>
                  <ns0:pt x="901440" y="977717"/>
                </ns0:lnTo>
                <ns0:lnTo>
                  <ns0:pt x="902880" y="979178"/>
                </ns0:lnTo>
                <ns0:lnTo>
                  <ns0:pt x="904320" y="980277"/>
                </ns0:lnTo>
                <ns0:lnTo>
                  <ns0:pt x="905760" y="981034"/>
                </ns0:lnTo>
                <ns0:lnTo>
                  <ns0:pt x="907200" y="981475"/>
                </ns0:lnTo>
                <ns0:lnTo>
                  <ns0:pt x="908640" y="981577"/>
                </ns0:lnTo>
                <ns0:lnTo>
                  <ns0:pt x="910080" y="981450"/>
                </ns0:lnTo>
                <ns0:lnTo>
                  <ns0:pt x="911520" y="981272"/>
                </ns0:lnTo>
                <ns0:lnTo>
                  <ns0:pt x="912960" y="981233"/>
                </ns0:lnTo>
                <ns0:lnTo>
                  <ns0:pt x="914400" y="981484"/>
                </ns0:lnTo>
                <ns0:lnTo>
                  <ns0:pt x="915840" y="982038"/>
                </ns0:lnTo>
                <ns0:lnTo>
                  <ns0:pt x="917280" y="982758"/>
                </ns0:lnTo>
                <ns0:lnTo>
                  <ns0:pt x="918720" y="983425"/>
                </ns0:lnTo>
                <ns0:lnTo>
                  <ns0:pt x="920160" y="983815"/>
                </ns0:lnTo>
                <ns0:lnTo>
                  <ns0:pt x="921600" y="983754"/>
                </ns0:lnTo>
                <ns0:lnTo>
                  <ns0:pt x="923040" y="983190"/>
                </ns0:lnTo>
                <ns0:lnTo>
                  <ns0:pt x="924480" y="982056"/>
                </ns0:lnTo>
                <ns0:lnTo>
                  <ns0:pt x="925920" y="980708"/>
                </ns0:lnTo>
                <ns0:lnTo>
                  <ns0:pt x="927360" y="979162"/>
                </ns0:lnTo>
                <ns0:lnTo>
                  <ns0:pt x="928800" y="977725"/>
                </ns0:lnTo>
                <ns0:lnTo>
                  <ns0:pt x="930240" y="976979"/>
                </ns0:lnTo>
                <ns0:lnTo>
                  <ns0:pt x="931680" y="976818"/>
                </ns0:lnTo>
                <ns0:lnTo>
                  <ns0:pt x="933120" y="977533"/>
                </ns0:lnTo>
                <ns0:lnTo>
                  <ns0:pt x="934560" y="979089"/>
                </ns0:lnTo>
                <ns0:lnTo>
                  <ns0:pt x="936000" y="981283"/>
                </ns0:lnTo>
                <ns0:lnTo>
                  <ns0:pt x="937440" y="984268"/>
                </ns0:lnTo>
                <ns0:lnTo>
                  <ns0:pt x="938880" y="987896"/>
                </ns0:lnTo>
                <ns0:lnTo>
                  <ns0:pt x="940320" y="992019"/>
                </ns0:lnTo>
                <ns0:lnTo>
                  <ns0:pt x="941760" y="996437"/>
                </ns0:lnTo>
                <ns0:lnTo>
                  <ns0:pt x="943200" y="1000938"/>
                </ns0:lnTo>
                <ns0:lnTo>
                  <ns0:pt x="944640" y="1005288"/>
                </ns0:lnTo>
                <ns0:lnTo>
                  <ns0:pt x="946080" y="1009330"/>
                </ns0:lnTo>
                <ns0:lnTo>
                  <ns0:pt x="947520" y="1012888"/>
                </ns0:lnTo>
                <ns0:lnTo>
                  <ns0:pt x="948960" y="1015830"/>
                </ns0:lnTo>
                <ns0:lnTo>
                  <ns0:pt x="950400" y="1018039"/>
                </ns0:lnTo>
                <ns0:lnTo>
                  <ns0:pt x="951840" y="1019419"/>
                </ns0:lnTo>
                <ns0:lnTo>
                  <ns0:pt x="953280" y="1020025"/>
                </ns0:lnTo>
                <ns0:lnTo>
                  <ns0:pt x="954720" y="1019890"/>
                </ns0:lnTo>
                <ns0:lnTo>
                  <ns0:pt x="956160" y="1019280"/>
                </ns0:lnTo>
                <ns0:lnTo>
                  <ns0:pt x="957600" y="1018720"/>
                </ns0:lnTo>
                <ns0:lnTo>
                  <ns0:pt x="959040" y="1018979"/>
                </ns0:lnTo>
                <ns0:lnTo>
                  <ns0:pt x="960480" y="1020577"/>
                </ns0:lnTo>
                <ns0:lnTo>
                  <ns0:pt x="961920" y="1023294"/>
                </ns0:lnTo>
                <ns0:lnTo>
                  <ns0:pt x="963360" y="1026350"/>
                </ns0:lnTo>
                <ns0:lnTo>
                  <ns0:pt x="964800" y="1028938"/>
                </ns0:lnTo>
                <ns0:lnTo>
                  <ns0:pt x="966240" y="1030591"/>
                </ns0:lnTo>
                <ns0:lnTo>
                  <ns0:pt x="967680" y="1030674"/>
                </ns0:lnTo>
                <ns0:lnTo>
                  <ns0:pt x="969120" y="1028854"/>
                </ns0:lnTo>
                <ns0:lnTo>
                  <ns0:pt x="970560" y="1025008"/>
                </ns0:lnTo>
                <ns0:lnTo>
                  <ns0:pt x="972000" y="1019641"/>
                </ns0:lnTo>
                <ns0:lnTo>
                  <ns0:pt x="973440" y="1013351"/>
                </ns0:lnTo>
                <ns0:lnTo>
                  <ns0:pt x="974880" y="1006688"/>
                </ns0:lnTo>
                <ns0:lnTo>
                  <ns0:pt x="976320" y="1000106"/>
                </ns0:lnTo>
                <ns0:lnTo>
                  <ns0:pt x="977760" y="993935"/>
                </ns0:lnTo>
                <ns0:lnTo>
                  <ns0:pt x="979200" y="988504"/>
                </ns0:lnTo>
                <ns0:lnTo>
                  <ns0:pt x="980640" y="984201"/>
                </ns0:lnTo>
                <ns0:lnTo>
                  <ns0:pt x="982080" y="981452"/>
                </ns0:lnTo>
                <ns0:lnTo>
                  <ns0:pt x="983520" y="979924"/>
                </ns0:lnTo>
                <ns0:lnTo>
                  <ns0:pt x="984960" y="978649"/>
                </ns0:lnTo>
                <ns0:lnTo>
                  <ns0:pt x="986400" y="977031"/>
                </ns0:lnTo>
                <ns0:lnTo>
                  <ns0:pt x="987840" y="975020"/>
                </ns0:lnTo>
                <ns0:lnTo>
                  <ns0:pt x="989280" y="972720"/>
                </ns0:lnTo>
                <ns0:lnTo>
                  <ns0:pt x="990720" y="970476"/>
                </ns0:lnTo>
                <ns0:lnTo>
                  <ns0:pt x="992160" y="968439"/>
                </ns0:lnTo>
                <ns0:lnTo>
                  <ns0:pt x="993600" y="966725"/>
                </ns0:lnTo>
                <ns0:lnTo>
                  <ns0:pt x="995040" y="965456"/>
                </ns0:lnTo>
                <ns0:lnTo>
                  <ns0:pt x="996480" y="964740"/>
                </ns0:lnTo>
                <ns0:lnTo>
                  <ns0:pt x="997920" y="964422"/>
                </ns0:lnTo>
                <ns0:lnTo>
                  <ns0:pt x="999360" y="964372"/>
                </ns0:lnTo>
                <ns0:lnTo>
                  <ns0:pt x="1000800" y="964503"/>
                </ns0:lnTo>
                <ns0:lnTo>
                  <ns0:pt x="1002240" y="964863"/>
                </ns0:lnTo>
                <ns0:lnTo>
                  <ns0:pt x="1003680" y="965664"/>
                </ns0:lnTo>
                <ns0:lnTo>
                  <ns0:pt x="1005120" y="967338"/>
                </ns0:lnTo>
                <ns0:lnTo>
                  <ns0:pt x="1006560" y="969786"/>
                </ns0:lnTo>
                <ns0:lnTo>
                  <ns0:pt x="1008000" y="971542"/>
                </ns0:lnTo>
                <ns0:lnTo>
                  <ns0:pt x="1009440" y="971384"/>
                </ns0:lnTo>
                <ns0:lnTo>
                  <ns0:pt x="1010880" y="969051"/>
                </ns0:lnTo>
                <ns0:lnTo>
                  <ns0:pt x="1012320" y="964891"/>
                </ns0:lnTo>
                <ns0:lnTo>
                  <ns0:pt x="1013760" y="959465"/>
                </ns0:lnTo>
                <ns0:lnTo>
                  <ns0:pt x="1015200" y="953290"/>
                </ns0:lnTo>
                <ns0:lnTo>
                  <ns0:pt x="1016640" y="946828"/>
                </ns0:lnTo>
                <ns0:lnTo>
                  <ns0:pt x="1018080" y="940121"/>
                </ns0:lnTo>
                <ns0:lnTo>
                  <ns0:pt x="1019520" y="932629"/>
                </ns0:lnTo>
                <ns0:lnTo>
                  <ns0:pt x="1020960" y="924687"/>
                </ns0:lnTo>
                <ns0:lnTo>
                  <ns0:pt x="1022400" y="916554"/>
                </ns0:lnTo>
                <ns0:lnTo>
                  <ns0:pt x="1023840" y="908477"/>
                </ns0:lnTo>
                <ns0:lnTo>
                  <ns0:pt x="1025280" y="900480"/>
                </ns0:lnTo>
                <ns0:lnTo>
                  <ns0:pt x="1026720" y="892749"/>
                </ns0:lnTo>
                <ns0:lnTo>
                  <ns0:pt x="1028160" y="885661"/>
                </ns0:lnTo>
                <ns0:lnTo>
                  <ns0:pt x="1029600" y="879591"/>
                </ns0:lnTo>
                <ns0:lnTo>
                  <ns0:pt x="1031040" y="874754"/>
                </ns0:lnTo>
                <ns0:lnTo>
                  <ns0:pt x="1032480" y="870781"/>
                </ns0:lnTo>
                <ns0:lnTo>
                  <ns0:pt x="1033920" y="867649"/>
                </ns0:lnTo>
                <ns0:lnTo>
                  <ns0:pt x="1035360" y="865214"/>
                </ns0:lnTo>
                <ns0:lnTo>
                  <ns0:pt x="1036800" y="863346"/>
                </ns0:lnTo>
                <ns0:lnTo>
                  <ns0:pt x="1038240" y="862118"/>
                </ns0:lnTo>
                <ns0:lnTo>
                  <ns0:pt x="1039680" y="861498"/>
                </ns0:lnTo>
                <ns0:lnTo>
                  <ns0:pt x="1041120" y="861497"/>
                </ns0:lnTo>
                <ns0:lnTo>
                  <ns0:pt x="1042560" y="861970"/>
                </ns0:lnTo>
                <ns0:lnTo>
                  <ns0:pt x="1044000" y="862933"/>
                </ns0:lnTo>
                <ns0:lnTo>
                  <ns0:pt x="1045440" y="864692"/>
                </ns0:lnTo>
                <ns0:lnTo>
                  <ns0:pt x="1046880" y="867352"/>
                </ns0:lnTo>
                <ns0:lnTo>
                  <ns0:pt x="1048320" y="870710"/>
                </ns0:lnTo>
                <ns0:lnTo>
                  <ns0:pt x="1049760" y="874294"/>
                </ns0:lnTo>
                <ns0:lnTo>
                  <ns0:pt x="1051200" y="877652"/>
                </ns0:lnTo>
                <ns0:lnTo>
                  <ns0:pt x="1052640" y="880429"/>
                </ns0:lnTo>
                <ns0:lnTo>
                  <ns0:pt x="1054080" y="882268"/>
                </ns0:lnTo>
                <ns0:lnTo>
                  <ns0:pt x="1055520" y="883733"/>
                </ns0:lnTo>
                <ns0:lnTo>
                  <ns0:pt x="1056960" y="885212"/>
                </ns0:lnTo>
                <ns0:lnTo>
                  <ns0:pt x="1058400" y="887185"/>
                </ns0:lnTo>
                <ns0:lnTo>
                  <ns0:pt x="1059840" y="889636"/>
                </ns0:lnTo>
                <ns0:lnTo>
                  <ns0:pt x="1061280" y="892526"/>
                </ns0:lnTo>
                <ns0:lnTo>
                  <ns0:pt x="1062720" y="895522"/>
                </ns0:lnTo>
                <ns0:lnTo>
                  <ns0:pt x="1064160" y="898125"/>
                </ns0:lnTo>
                <ns0:lnTo>
                  <ns0:pt x="1065600" y="900093"/>
                </ns0:lnTo>
                <ns0:lnTo>
                  <ns0:pt x="1067040" y="901353"/>
                </ns0:lnTo>
                <ns0:lnTo>
                  <ns0:pt x="1068480" y="901914"/>
                </ns0:lnTo>
                <ns0:lnTo>
                  <ns0:pt x="1069920" y="901824"/>
                </ns0:lnTo>
                <ns0:lnTo>
                  <ns0:pt x="1071360" y="901202"/>
                </ns0:lnTo>
                <ns0:lnTo>
                  <ns0:pt x="1072800" y="900346"/>
                </ns0:lnTo>
                <ns0:lnTo>
                  <ns0:pt x="1074240" y="899750"/>
                </ns0:lnTo>
                <ns0:lnTo>
                  <ns0:pt x="1075680" y="899986"/>
                </ns0:lnTo>
                <ns0:lnTo>
                  <ns0:pt x="1077120" y="901443"/>
                </ns0:lnTo>
                <ns0:lnTo>
                  <ns0:pt x="1078560" y="903744"/>
                </ns0:lnTo>
                <ns0:lnTo>
                  <ns0:pt x="1080000" y="905103"/>
                </ns0:lnTo>
                <ns0:lnTo>
                  <ns0:pt x="1081440" y="904671"/>
                </ns0:lnTo>
                <ns0:lnTo>
                  <ns0:pt x="1082880" y="902539"/>
                </ns0:lnTo>
                <ns0:lnTo>
                  <ns0:pt x="1084320" y="899233"/>
                </ns0:lnTo>
                <ns0:lnTo>
                  <ns0:pt x="1085760" y="895387"/>
                </ns0:lnTo>
                <ns0:lnTo>
                  <ns0:pt x="1087200" y="891444"/>
                </ns0:lnTo>
                <ns0:lnTo>
                  <ns0:pt x="1088640" y="887723"/>
                </ns0:lnTo>
                <ns0:lnTo>
                  <ns0:pt x="1090080" y="883545"/>
                </ns0:lnTo>
                <ns0:lnTo>
                  <ns0:pt x="1091520" y="878694"/>
                </ns0:lnTo>
                <ns0:lnTo>
                  <ns0:pt x="1092960" y="873334"/>
                </ns0:lnTo>
                <ns0:lnTo>
                  <ns0:pt x="1094400" y="867549"/>
                </ns0:lnTo>
                <ns0:lnTo>
                  <ns0:pt x="1095840" y="861556"/>
                </ns0:lnTo>
                <ns0:lnTo>
                  <ns0:pt x="1097280" y="855518"/>
                </ns0:lnTo>
                <ns0:lnTo>
                  <ns0:pt x="1098720" y="849701"/>
                </ns0:lnTo>
                <ns0:lnTo>
                  <ns0:pt x="1100160" y="844535"/>
                </ns0:lnTo>
                <ns0:lnTo>
                  <ns0:pt x="1101600" y="840265"/>
                </ns0:lnTo>
                <ns0:lnTo>
                  <ns0:pt x="1103040" y="836899"/>
                </ns0:lnTo>
                <ns0:lnTo>
                  <ns0:pt x="1104480" y="834300"/>
                </ns0:lnTo>
                <ns0:lnTo>
                  <ns0:pt x="1105920" y="832298"/>
                </ns0:lnTo>
                <ns0:lnTo>
                  <ns0:pt x="1107360" y="830775"/>
                </ns0:lnTo>
                <ns0:lnTo>
                  <ns0:pt x="1108800" y="829689"/>
                </ns0:lnTo>
                <ns0:lnTo>
                  <ns0:pt x="1110240" y="829110"/>
                </ns0:lnTo>
                <ns0:lnTo>
                  <ns0:pt x="1111680" y="829119"/>
                </ns0:lnTo>
                <ns0:lnTo>
                  <ns0:pt x="1113120" y="829661"/>
                </ns0:lnTo>
                <ns0:lnTo>
                  <ns0:pt x="1114560" y="830475"/>
                </ns0:lnTo>
                <ns0:lnTo>
                  <ns0:pt x="1116000" y="831812"/>
                </ns0:lnTo>
                <ns0:lnTo>
                  <ns0:pt x="1117440" y="834138"/>
                </ns0:lnTo>
                <ns0:lnTo>
                  <ns0:pt x="1118880" y="837525"/>
                </ns0:lnTo>
                <ns0:lnTo>
                  <ns0:pt x="1120320" y="841469"/>
                </ns0:lnTo>
                <ns0:lnTo>
                  <ns0:pt x="1121760" y="845192"/>
                </ns0:lnTo>
                <ns0:lnTo>
                  <ns0:pt x="1123200" y="848058"/>
                </ns0:lnTo>
                <ns0:lnTo>
                  <ns0:pt x="1124640" y="849628"/>
                </ns0:lnTo>
                <ns0:lnTo>
                  <ns0:pt x="1126080" y="850381"/>
                </ns0:lnTo>
                <ns0:lnTo>
                  <ns0:pt x="1127520" y="851076"/>
                </ns0:lnTo>
                <ns0:lnTo>
                  <ns0:pt x="1128960" y="851996"/>
                </ns0:lnTo>
                <ns0:lnTo>
                  <ns0:pt x="1130400" y="853373"/>
                </ns0:lnTo>
                <ns0:lnTo>
                  <ns0:pt x="1131840" y="855140"/>
                </ns0:lnTo>
                <ns0:lnTo>
                  <ns0:pt x="1133280" y="857116"/>
                </ns0:lnTo>
                <ns0:lnTo>
                  <ns0:pt x="1134720" y="858981"/>
                </ns0:lnTo>
                <ns0:lnTo>
                  <ns0:pt x="1136160" y="860460"/>
                </ns0:lnTo>
                <ns0:lnTo>
                  <ns0:pt x="1137600" y="861548"/>
                </ns0:lnTo>
                <ns0:lnTo>
                  <ns0:pt x="1139040" y="862200"/>
                </ns0:lnTo>
                <ns0:lnTo>
                  <ns0:pt x="1140480" y="862359"/>
                </ns0:lnTo>
                <ns0:lnTo>
                  <ns0:pt x="1141920" y="861989"/>
                </ns0:lnTo>
                <ns0:lnTo>
                  <ns0:pt x="1143360" y="861216"/>
                </ns0:lnTo>
                <ns0:lnTo>
                  <ns0:pt x="1144800" y="860483"/>
                </ns0:lnTo>
                <ns0:lnTo>
                  <ns0:pt x="1146240" y="860476"/>
                </ns0:lnTo>
                <ns0:lnTo>
                  <ns0:pt x="1147680" y="861726"/>
                </ns0:lnTo>
                <ns0:lnTo>
                  <ns0:pt x="1149120" y="863876"/>
                </ns0:lnTo>
                <ns0:lnTo>
                  <ns0:pt x="1150560" y="865150"/>
                </ns0:lnTo>
                <ns0:lnTo>
                  <ns0:pt x="1152000" y="864799"/>
                </ns0:lnTo>
                <ns0:lnTo>
                  <ns0:pt x="1153440" y="863016"/>
                </ns0:lnTo>
                <ns0:lnTo>
                  <ns0:pt x="1154880" y="860333"/>
                </ns0:lnTo>
                <ns0:lnTo>
                  <ns0:pt x="1156320" y="857252"/>
                </ns0:lnTo>
                <ns0:lnTo>
                  <ns0:pt x="1157760" y="854077"/>
                </ns0:lnTo>
                <ns0:lnTo>
                  <ns0:pt x="1159200" y="850911"/>
                </ns0:lnTo>
                <ns0:lnTo>
                  <ns0:pt x="1160640" y="847073"/>
                </ns0:lnTo>
                <ns0:lnTo>
                  <ns0:pt x="1162080" y="841868"/>
                </ns0:lnTo>
                <ns0:lnTo>
                  <ns0:pt x="1163520" y="835625"/>
                </ns0:lnTo>
                <ns0:lnTo>
                  <ns0:pt x="1164960" y="829019"/>
                </ns0:lnTo>
                <ns0:lnTo>
                  <ns0:pt x="1166400" y="822401"/>
                </ns0:lnTo>
                <ns0:lnTo>
                  <ns0:pt x="1167840" y="816061"/>
                </ns0:lnTo>
                <ns0:lnTo>
                  <ns0:pt x="1169280" y="810196"/>
                </ns0:lnTo>
                <ns0:lnTo>
                  <ns0:pt x="1170720" y="805086"/>
                </ns0:lnTo>
                <ns0:lnTo>
                  <ns0:pt x="1172160" y="800960"/>
                </ns0:lnTo>
                <ns0:lnTo>
                  <ns0:pt x="1173600" y="797611"/>
                </ns0:lnTo>
                <ns0:lnTo>
                  <ns0:pt x="1175040" y="794858"/>
                </ns0:lnTo>
                <ns0:lnTo>
                  <ns0:pt x="1176480" y="792531"/>
                </ns0:lnTo>
                <ns0:lnTo>
                  <ns0:pt x="1177920" y="790550"/>
                </ns0:lnTo>
                <ns0:lnTo>
                  <ns0:pt x="1179360" y="788921"/>
                </ns0:lnTo>
                <ns0:lnTo>
                  <ns0:pt x="1180800" y="787772"/>
                </ns0:lnTo>
                <ns0:lnTo>
                  <ns0:pt x="1182240" y="787240"/>
                </ns0:lnTo>
                <ns0:lnTo>
                  <ns0:pt x="1183680" y="787309"/>
                </ns0:lnTo>
                <ns0:lnTo>
                  <ns0:pt x="1185120" y="787797"/>
                </ns0:lnTo>
                <ns0:lnTo>
                  <ns0:pt x="1186560" y="788771"/>
                </ns0:lnTo>
                <ns0:lnTo>
                  <ns0:pt x="1188000" y="790344"/>
                </ns0:lnTo>
                <ns0:lnTo>
                  <ns0:pt x="1189440" y="792262"/>
                </ns0:lnTo>
                <ns0:lnTo>
                  <ns0:pt x="1190880" y="794030"/>
                </ns0:lnTo>
                <ns0:lnTo>
                  <ns0:pt x="1192320" y="795169"/>
                </ns0:lnTo>
                <ns0:lnTo>
                  <ns0:pt x="1193760" y="795398"/>
                </ns0:lnTo>
                <ns0:lnTo>
                  <ns0:pt x="1195200" y="794614"/>
                </ns0:lnTo>
                <ns0:lnTo>
                  <ns0:pt x="1196640" y="793104"/>
                </ns0:lnTo>
                <ns0:lnTo>
                  <ns0:pt x="1198080" y="792195"/>
                </ns0:lnTo>
                <ns0:lnTo>
                  <ns0:pt x="1199520" y="792169"/>
                </ns0:lnTo>
                <ns0:lnTo>
                  <ns0:pt x="1200960" y="792923"/>
                </ns0:lnTo>
                <ns0:lnTo>
                  <ns0:pt x="1202400" y="794271"/>
                </ns0:lnTo>
                <ns0:lnTo>
                  <ns0:pt x="1203840" y="795958"/>
                </ns0:lnTo>
                <ns0:lnTo>
                  <ns0:pt x="1205280" y="797653"/>
                </ns0:lnTo>
                <ns0:lnTo>
                  <ns0:pt x="1206720" y="799048"/>
                </ns0:lnTo>
                <ns0:lnTo>
                  <ns0:pt x="1208160" y="800068"/>
                </ns0:lnTo>
                <ns0:lnTo>
                  <ns0:pt x="1209600" y="800703"/>
                </ns0:lnTo>
                <ns0:lnTo>
                  <ns0:pt x="1211040" y="800913"/>
                </ns0:lnTo>
                <ns0:lnTo>
                  <ns0:pt x="1212480" y="800665"/>
                </ns0:lnTo>
                <ns0:lnTo>
                  <ns0:pt x="1213920" y="800054"/>
                </ns0:lnTo>
                <ns0:lnTo>
                  <ns0:pt x="1215360" y="799460"/>
                </ns0:lnTo>
                <ns0:lnTo>
                  <ns0:pt x="1216800" y="799506"/>
                </ns0:lnTo>
                <ns0:lnTo>
                  <ns0:pt x="1218240" y="800722"/>
                </ns0:lnTo>
                <ns0:lnTo>
                  <ns0:pt x="1219680" y="802900"/>
                </ns0:lnTo>
                <ns0:lnTo>
                  <ns0:pt x="1221120" y="804329"/>
                </ns0:lnTo>
                <ns0:lnTo>
                  <ns0:pt x="1222560" y="804249"/>
                </ns0:lnTo>
                <ns0:lnTo>
                  <ns0:pt x="1224000" y="802773"/>
                </ns0:lnTo>
                <ns0:lnTo>
                  <ns0:pt x="1225440" y="800435"/>
                </ns0:lnTo>
                <ns0:lnTo>
                  <ns0:pt x="1226880" y="797780"/>
                </ns0:lnTo>
                <ns0:lnTo>
                  <ns0:pt x="1228320" y="795154"/>
                </ns0:lnTo>
                <ns0:lnTo>
                  <ns0:pt x="1229760" y="792669"/>
                </ns0:lnTo>
                <ns0:lnTo>
                  <ns0:pt x="1231200" y="789226"/>
                </ns0:lnTo>
                <ns0:lnTo>
                  <ns0:pt x="1232640" y="784685"/>
                </ns0:lnTo>
                <ns0:lnTo>
                  <ns0:pt x="1234080" y="778982"/>
                </ns0:lnTo>
                <ns0:lnTo>
                  <ns0:pt x="1235520" y="772845"/>
                </ns0:lnTo>
                <ns0:lnTo>
                  <ns0:pt x="1236960" y="766684"/>
                </ns0:lnTo>
                <ns0:lnTo>
                  <ns0:pt x="1238400" y="760754"/>
                </ns0:lnTo>
                <ns0:lnTo>
                  <ns0:pt x="1239840" y="755191"/>
                </ns0:lnTo>
                <ns0:lnTo>
                  <ns0:pt x="1241280" y="750209"/>
                </ns0:lnTo>
                <ns0:lnTo>
                  <ns0:pt x="1242720" y="746041"/>
                </ns0:lnTo>
                <ns0:lnTo>
                  <ns0:pt x="1244160" y="742615"/>
                </ns0:lnTo>
                <ns0:lnTo>
                  <ns0:pt x="1245600" y="739746"/>
                </ns0:lnTo>
                <ns0:lnTo>
                  <ns0:pt x="1247040" y="737271"/>
                </ns0:lnTo>
                <ns0:lnTo>
                  <ns0:pt x="1248480" y="735111"/>
                </ns0:lnTo>
                <ns0:lnTo>
                  <ns0:pt x="1249920" y="733313"/>
                </ns0:lnTo>
                <ns0:lnTo>
                  <ns0:pt x="1251360" y="732058"/>
                </ns0:lnTo>
                <ns0:lnTo>
                  <ns0:pt x="1252800" y="731538"/>
                </ns0:lnTo>
                <ns0:lnTo>
                  <ns0:pt x="1254240" y="731781"/>
                </ns0:lnTo>
                <ns0:lnTo>
                  <ns0:pt x="1255680" y="732588"/>
                </ns0:lnTo>
                <ns0:lnTo>
                  <ns0:pt x="1257120" y="733994"/>
                </ns0:lnTo>
                <ns0:lnTo>
                  <ns0:pt x="1258560" y="736174"/>
                </ns0:lnTo>
                <ns0:lnTo>
                  <ns0:pt x="1260000" y="738976"/>
                </ns0:lnTo>
                <ns0:lnTo>
                  <ns0:pt x="1261440" y="741903"/>
                </ns0:lnTo>
                <ns0:lnTo>
                  <ns0:pt x="1262880" y="744430"/>
                </ns0:lnTo>
                <ns0:lnTo>
                  <ns0:pt x="1264320" y="746226"/>
                </ns0:lnTo>
                <ns0:lnTo>
                  <ns0:pt x="1265760" y="747179"/>
                </ns0:lnTo>
                <ns0:lnTo>
                  <ns0:pt x="1267200" y="748173"/>
                </ns0:lnTo>
                <ns0:lnTo>
                  <ns0:pt x="1268640" y="749275"/>
                </ns0:lnTo>
                <ns0:lnTo>
                  <ns0:pt x="1270080" y="750953"/>
                </ns0:lnTo>
                <ns0:lnTo>
                  <ns0:pt x="1271520" y="753118"/>
                </ns0:lnTo>
                <ns0:lnTo>
                  <ns0:pt x="1272960" y="755570"/>
                </ns0:lnTo>
                <ns0:lnTo>
                  <ns0:pt x="1274400" y="758075"/>
                </ns0:lnTo>
                <ns0:lnTo>
                  <ns0:pt x="1275840" y="760321"/>
                </ns0:lnTo>
                <ns0:lnTo>
                  <ns0:pt x="1277280" y="762063"/>
                </ns0:lnTo>
                <ns0:lnTo>
                  <ns0:pt x="1278720" y="763296"/>
                </ns0:lnTo>
                <ns0:lnTo>
                  <ns0:pt x="1280160" y="764018"/>
                </ns0:lnTo>
                <ns0:lnTo>
                  <ns0:pt x="1281600" y="764205"/>
                </ns0:lnTo>
                <ns0:lnTo>
                  <ns0:pt x="1283040" y="763846"/>
                </ns0:lnTo>
                <ns0:lnTo>
                  <ns0:pt x="1284480" y="763066"/>
                </ns0:lnTo>
                <ns0:lnTo>
                  <ns0:pt x="1285920" y="762272"/>
                </ns0:lnTo>
                <ns0:lnTo>
                  <ns0:pt x="1287360" y="762117"/>
                </ns0:lnTo>
                <ns0:lnTo>
                  <ns0:pt x="1288800" y="763176"/>
                </ns0:lnTo>
                <ns0:lnTo>
                  <ns0:pt x="1290240" y="765135"/>
                </ns0:lnTo>
                <ns0:lnTo>
                  <ns0:pt x="1291680" y="766268"/>
                </ns0:lnTo>
                <ns0:lnTo>
                  <ns0:pt x="1293120" y="766028"/>
                </ns0:lnTo>
                <ns0:lnTo>
                  <ns0:pt x="1294560" y="764660"/>
                </ns0:lnTo>
                <ns0:lnTo>
                  <ns0:pt x="1296000" y="762702"/>
                </ns0:lnTo>
                <ns0:lnTo>
                  <ns0:pt x="1297440" y="760674"/>
                </ns0:lnTo>
                <ns0:lnTo>
                  <ns0:pt x="1298880" y="758872"/>
                </ns0:lnTo>
                <ns0:lnTo>
                  <ns0:pt x="1300320" y="757368"/>
                </ns0:lnTo>
                <ns0:lnTo>
                  <ns0:pt x="1301760" y="754966"/>
                </ns0:lnTo>
                <ns0:lnTo>
                  <ns0:pt x="1303200" y="751470"/>
                </ns0:lnTo>
                <ns0:lnTo>
                  <ns0:pt x="1304640" y="747260"/>
                </ns0:lnTo>
                <ns0:lnTo>
                  <ns0:pt x="1306080" y="742674"/>
                </ns0:lnTo>
                <ns0:lnTo>
                  <ns0:pt x="1307520" y="737994"/>
                </ns0:lnTo>
                <ns0:lnTo>
                  <ns0:pt x="1308960" y="733411"/>
                </ns0:lnTo>
                <ns0:lnTo>
                  <ns0:pt x="1310400" y="729070"/>
                </ns0:lnTo>
                <ns0:lnTo>
                  <ns0:pt x="1311840" y="725197"/>
                </ns0:lnTo>
                <ns0:lnTo>
                  <ns0:pt x="1313280" y="721993"/>
                </ns0:lnTo>
                <ns0:lnTo>
                  <ns0:pt x="1314720" y="719360"/>
                </ns0:lnTo>
                <ns0:lnTo>
                  <ns0:pt x="1316160" y="717175"/>
                </ns0:lnTo>
                <ns0:lnTo>
                  <ns0:pt x="1317600" y="715344"/>
                </ns0:lnTo>
                <ns0:lnTo>
                  <ns0:pt x="1319040" y="713810"/>
                </ns0:lnTo>
                <ns0:lnTo>
                  <ns0:pt x="1320480" y="712582"/>
                </ns0:lnTo>
                <ns0:lnTo>
                  <ns0:pt x="1321920" y="711750"/>
                </ns0:lnTo>
                <ns0:lnTo>
                  <ns0:pt x="1323360" y="711408"/>
                </ns0:lnTo>
                <ns0:lnTo>
                  <ns0:pt x="1324800" y="711497"/>
                </ns0:lnTo>
                <ns0:lnTo>
                  <ns0:pt x="1326240" y="711844"/>
                </ns0:lnTo>
                <ns0:lnTo>
                  <ns0:pt x="1327680" y="712681"/>
                </ns0:lnTo>
                <ns0:lnTo>
                  <ns0:pt x="1329120" y="714203"/>
                </ns0:lnTo>
                <ns0:lnTo>
                  <ns0:pt x="1330560" y="716211"/>
                </ns0:lnTo>
                <ns0:lnTo>
                  <ns0:pt x="1332000" y="718209"/>
                </ns0:lnTo>
                <ns0:lnTo>
                  <ns0:pt x="1333440" y="719709"/>
                </ns0:lnTo>
                <ns0:lnTo>
                  <ns0:pt x="1334880" y="720465"/>
                </ns0:lnTo>
                <ns0:lnTo>
                  <ns0:pt x="1336320" y="720470"/>
                </ns0:lnTo>
                <ns0:lnTo>
                  <ns0:pt x="1337760" y="721230"/>
                </ns0:lnTo>
                <ns0:lnTo>
                  <ns0:pt x="1339200" y="722951"/>
                </ns0:lnTo>
                <ns0:lnTo>
                  <ns0:pt x="1340640" y="725256"/>
                </ns0:lnTo>
                <ns0:lnTo>
                  <ns0:pt x="1342080" y="728050"/>
                </ns0:lnTo>
                <ns0:lnTo>
                  <ns0:pt x="1343520" y="731119"/>
                </ns0:lnTo>
                <ns0:lnTo>
                  <ns0:pt x="1344960" y="734285"/>
                </ns0:lnTo>
                <ns0:lnTo>
                  <ns0:pt x="1346400" y="737364"/>
                </ns0:lnTo>
                <ns0:lnTo>
                  <ns0:pt x="1347840" y="740065"/>
                </ns0:lnTo>
                <ns0:lnTo>
                  <ns0:pt x="1349280" y="742160"/>
                </ns0:lnTo>
                <ns0:lnTo>
                  <ns0:pt x="1350720" y="743663"/>
                </ns0:lnTo>
                <ns0:lnTo>
                  <ns0:pt x="1352160" y="744565"/>
                </ns0:lnTo>
                <ns0:lnTo>
                  <ns0:pt x="1353600" y="744812"/>
                </ns0:lnTo>
                <ns0:lnTo>
                  <ns0:pt x="1355040" y="744369"/>
                </ns0:lnTo>
                <ns0:lnTo>
                  <ns0:pt x="1356480" y="743376"/>
                </ns0:lnTo>
                <ns0:lnTo>
                  <ns0:pt x="1357920" y="742266"/>
                </ns0:lnTo>
                <ns0:lnTo>
                  <ns0:pt x="1359360" y="741769"/>
                </ns0:lnTo>
                <ns0:lnTo>
                  <ns0:pt x="1360800" y="742595"/>
                </ns0:lnTo>
                <ns0:lnTo>
                  <ns0:pt x="1362240" y="744440"/>
                </ns0:lnTo>
                <ns0:lnTo>
                  <ns0:pt x="1363680" y="745476"/>
                </ns0:lnTo>
                <ns0:lnTo>
                  <ns0:pt x="1365120" y="745238"/>
                </ns0:lnTo>
                <ns0:lnTo>
                  <ns0:pt x="1366560" y="744053"/>
                </ns0:lnTo>
                <ns0:lnTo>
                  <ns0:pt x="1368000" y="742526"/>
                </ns0:lnTo>
                <ns0:lnTo>
                  <ns0:pt x="1369440" y="741212"/>
                </ns0:lnTo>
                <ns0:lnTo>
                  <ns0:pt x="1370880" y="740432"/>
                </ns0:lnTo>
                <ns0:lnTo>
                  <ns0:pt x="1372320" y="740229"/>
                </ns0:lnTo>
                <ns0:lnTo>
                  <ns0:pt x="1373760" y="739374"/>
                </ns0:lnTo>
                <ns0:lnTo>
                  <ns0:pt x="1375200" y="737177"/>
                </ns0:lnTo>
                <ns0:lnTo>
                  <ns0:pt x="1376640" y="734295"/>
                </ns0:lnTo>
                <ns0:lnTo>
                  <ns0:pt x="1378080" y="730944"/>
                </ns0:lnTo>
                <ns0:lnTo>
                  <ns0:pt x="1379520" y="727370"/>
                </ns0:lnTo>
                <ns0:lnTo>
                  <ns0:pt x="1380960" y="723742"/>
                </ns0:lnTo>
                <ns0:lnTo>
                  <ns0:pt x="1382400" y="720194"/>
                </ns0:lnTo>
                <ns0:lnTo>
                  <ns0:pt x="1383840" y="716985"/>
                </ns0:lnTo>
                <ns0:lnTo>
                  <ns0:pt x="1385280" y="714328"/>
                </ns0:lnTo>
                <ns0:lnTo>
                  <ns0:pt x="1386720" y="712130"/>
                </ns0:lnTo>
                <ns0:lnTo>
                  <ns0:pt x="1388160" y="710278"/>
                </ns0:lnTo>
                <ns0:lnTo>
                  <ns0:pt x="1389600" y="708703"/>
                </ns0:lnTo>
                <ns0:lnTo>
                  <ns0:pt x="1391040" y="707421"/>
                </ns0:lnTo>
                <ns0:lnTo>
                  <ns0:pt x="1392480" y="706550"/>
                </ns0:lnTo>
                <ns0:lnTo>
                  <ns0:pt x="1393920" y="706258"/>
                </ns0:lnTo>
                <ns0:lnTo>
                  <ns0:pt x="1395360" y="706630"/>
                </ns0:lnTo>
                <ns0:lnTo>
                  <ns0:pt x="1396800" y="707529"/>
                </ns0:lnTo>
                <ns0:lnTo>
                  <ns0:pt x="1398240" y="708695"/>
                </ns0:lnTo>
                <ns0:lnTo>
                  <ns0:pt x="1399680" y="710670"/>
                </ns0:lnTo>
                <ns0:lnTo>
                  <ns0:pt x="1401120" y="713877"/>
                </ns0:lnTo>
                <ns0:lnTo>
                  <ns0:pt x="1402560" y="718211"/>
                </ns0:lnTo>
                <ns0:lnTo>
                  <ns0:pt x="1404000" y="723116"/>
                </ns0:lnTo>
                <ns0:lnTo>
                  <ns0:pt x="1405440" y="727924"/>
                </ns0:lnTo>
                <ns0:lnTo>
                  <ns0:pt x="1406880" y="732299"/>
                </ns0:lnTo>
                <ns0:lnTo>
                  <ns0:pt x="1408320" y="735981"/>
                </ns0:lnTo>
                <ns0:lnTo>
                  <ns0:pt x="1409760" y="739353"/>
                </ns0:lnTo>
                <ns0:lnTo>
                  <ns0:pt x="1411200" y="743133"/>
                </ns0:lnTo>
                <ns0:lnTo>
                  <ns0:pt x="1412640" y="746926"/>
                </ns0:lnTo>
                <ns0:lnTo>
                  <ns0:pt x="1414080" y="750864"/>
                </ns0:lnTo>
                <ns0:lnTo>
                  <ns0:pt x="1415520" y="754774"/>
                </ns0:lnTo>
                <ns0:lnTo>
                  <ns0:pt x="1416960" y="758467"/>
                </ns0:lnTo>
                <ns0:lnTo>
                  <ns0:pt x="1418400" y="761683"/>
                </ns0:lnTo>
                <ns0:lnTo>
                  <ns0:pt x="1419840" y="764146"/>
                </ns0:lnTo>
                <ns0:lnTo>
                  <ns0:pt x="1421280" y="765791"/>
                </ns0:lnTo>
                <ns0:lnTo>
                  <ns0:pt x="1422720" y="766649"/>
                </ns0:lnTo>
                <ns0:lnTo>
                  <ns0:pt x="1424160" y="768599"/>
                </ns0:lnTo>
                <ns0:lnTo>
                  <ns0:pt x="1425600" y="770195"/>
                </ns0:lnTo>
                <ns0:lnTo>
                  <ns0:pt x="1427040" y="771363"/>
                </ns0:lnTo>
                <ns0:lnTo>
                  <ns0:pt x="1428480" y="772098"/>
                </ns0:lnTo>
                <ns0:lnTo>
                  <ns0:pt x="1429920" y="772431"/>
                </ns0:lnTo>
                <ns0:lnTo>
                  <ns0:pt x="1431360" y="772495"/>
                </ns0:lnTo>
                <ns0:lnTo>
                  <ns0:pt x="1432800" y="772577"/>
                </ns0:lnTo>
                <ns0:lnTo>
                  <ns0:pt x="1434240" y="772995"/>
                </ns0:lnTo>
                <ns0:lnTo>
                  <ns0:pt x="1435680" y="773933"/>
                </ns0:lnTo>
                <ns0:lnTo>
                  <ns0:pt x="1437120" y="775412"/>
                </ns0:lnTo>
                <ns0:lnTo>
                  <ns0:pt x="1438560" y="777211"/>
                </ns0:lnTo>
                <ns0:lnTo>
                  <ns0:pt x="1440000" y="778807"/>
                </ns0:lnTo>
                <ns0:lnTo>
                  <ns0:pt x="1440000" y="724955"/>
                </ns0:lnTo>
                <ns0:lnTo>
                  <ns0:pt x="1440000" y="724955"/>
                </ns0:lnTo>
                <ns0:lnTo>
                  <ns0:pt x="1438560" y="725028"/>
                </ns0:lnTo>
                <ns0:lnTo>
                  <ns0:pt x="1437120" y="723275"/>
                </ns0:lnTo>
                <ns0:lnTo>
                  <ns0:pt x="1435680" y="719491"/>
                </ns0:lnTo>
                <ns0:lnTo>
                  <ns0:pt x="1434240" y="713679"/>
                </ns0:lnTo>
                <ns0:lnTo>
                  <ns0:pt x="1432800" y="706034"/>
                </ns0:lnTo>
                <ns0:lnTo>
                  <ns0:pt x="1431360" y="696953"/>
                </ns0:lnTo>
                <ns0:lnTo>
                  <ns0:pt x="1429920" y="687141"/>
                </ns0:lnTo>
                <ns0:lnTo>
                  <ns0:pt x="1428480" y="677353"/>
                </ns0:lnTo>
                <ns0:lnTo>
                  <ns0:pt x="1427040" y="668102"/>
                </ns0:lnTo>
                <ns0:lnTo>
                  <ns0:pt x="1425600" y="659723"/>
                </ns0:lnTo>
                <ns0:lnTo>
                  <ns0:pt x="1424160" y="652533"/>
                </ns0:lnTo>
                <ns0:lnTo>
                  <ns0:pt x="1422720" y="646689"/>
                </ns0:lnTo>
                <ns0:lnTo>
                  <ns0:pt x="1421280" y="641053"/>
                </ns0:lnTo>
                <ns0:lnTo>
                  <ns0:pt x="1419840" y="636006"/>
                </ns0:lnTo>
                <ns0:lnTo>
                  <ns0:pt x="1418400" y="631659"/>
                </ns0:lnTo>
                <ns0:lnTo>
                  <ns0:pt x="1416960" y="628167"/>
                </ns0:lnTo>
                <ns0:lnTo>
                  <ns0:pt x="1415520" y="625661"/>
                </ns0:lnTo>
                <ns0:lnTo>
                  <ns0:pt x="1414080" y="624143"/>
                </ns0:lnTo>
                <ns0:lnTo>
                  <ns0:pt x="1412640" y="623505"/>
                </ns0:lnTo>
                <ns0:lnTo>
                  <ns0:pt x="1411200" y="623554"/>
                </ns0:lnTo>
                <ns0:lnTo>
                  <ns0:pt x="1409760" y="624114"/>
                </ns0:lnTo>
                <ns0:lnTo>
                  <ns0:pt x="1408320" y="624859"/>
                </ns0:lnTo>
                <ns0:lnTo>
                  <ns0:pt x="1406880" y="625700"/>
                </ns0:lnTo>
                <ns0:lnTo>
                  <ns0:pt x="1405440" y="626370"/>
                </ns0:lnTo>
                <ns0:lnTo>
                  <ns0:pt x="1404000" y="626462"/>
                </ns0:lnTo>
                <ns0:lnTo>
                  <ns0:pt x="1402560" y="625419"/>
                </ns0:lnTo>
                <ns0:lnTo>
                  <ns0:pt x="1401120" y="622595"/>
                </ns0:lnTo>
                <ns0:lnTo>
                  <ns0:pt x="1399680" y="617711"/>
                </ns0:lnTo>
                <ns0:lnTo>
                  <ns0:pt x="1398240" y="611295"/>
                </ns0:lnTo>
                <ns0:lnTo>
                  <ns0:pt x="1396800" y="604902"/>
                </ns0:lnTo>
                <ns0:lnTo>
                  <ns0:pt x="1395360" y="601125"/>
                </ns0:lnTo>
                <ns0:lnTo>
                  <ns0:pt x="1393920" y="599974"/>
                </ns0:lnTo>
                <ns0:lnTo>
                  <ns0:pt x="1392480" y="600727"/>
                </ns0:lnTo>
                <ns0:lnTo>
                  <ns0:pt x="1391040" y="602776"/>
                </ns0:lnTo>
                <ns0:lnTo>
                  <ns0:pt x="1389600" y="605674"/>
                </ns0:lnTo>
                <ns0:lnTo>
                  <ns0:pt x="1388160" y="609000"/>
                </ns0:lnTo>
                <ns0:lnTo>
                  <ns0:pt x="1386720" y="612415"/>
                </ns0:lnTo>
                <ns0:lnTo>
                  <ns0:pt x="1385280" y="615707"/>
                </ns0:lnTo>
                <ns0:lnTo>
                  <ns0:pt x="1383840" y="618730"/>
                </ns0:lnTo>
                <ns0:lnTo>
                  <ns0:pt x="1382400" y="621343"/>
                </ns0:lnTo>
                <ns0:lnTo>
                  <ns0:pt x="1380960" y="623399"/>
                </ns0:lnTo>
                <ns0:lnTo>
                  <ns0:pt x="1379520" y="624820"/>
                </ns0:lnTo>
                <ns0:lnTo>
                  <ns0:pt x="1378080" y="625609"/>
                </ns0:lnTo>
                <ns0:lnTo>
                  <ns0:pt x="1376640" y="625854"/>
                </ns0:lnTo>
                <ns0:lnTo>
                  <ns0:pt x="1375200" y="625734"/>
                </ns0:lnTo>
                <ns0:lnTo>
                  <ns0:pt x="1373760" y="625471"/>
                </ns0:lnTo>
                <ns0:lnTo>
                  <ns0:pt x="1372320" y="625354"/>
                </ns0:lnTo>
                <ns0:lnTo>
                  <ns0:pt x="1370880" y="625339"/>
                </ns0:lnTo>
                <ns0:lnTo>
                  <ns0:pt x="1369440" y="625410"/>
                </ns0:lnTo>
                <ns0:lnTo>
                  <ns0:pt x="1368000" y="625920"/>
                </ns0:lnTo>
                <ns0:lnTo>
                  <ns0:pt x="1366560" y="627409"/>
                </ns0:lnTo>
                <ns0:lnTo>
                  <ns0:pt x="1365120" y="630446"/>
                </ns0:lnTo>
                <ns0:lnTo>
                  <ns0:pt x="1363680" y="635332"/>
                </ns0:lnTo>
                <ns0:lnTo>
                  <ns0:pt x="1362240" y="641725"/>
                </ns0:lnTo>
                <ns0:lnTo>
                  <ns0:pt x="1360800" y="648048"/>
                </ns0:lnTo>
                <ns0:lnTo>
                  <ns0:pt x="1359360" y="650588"/>
                </ns0:lnTo>
                <ns0:lnTo>
                  <ns0:pt x="1357920" y="648944"/>
                </ns0:lnTo>
                <ns0:lnTo>
                  <ns0:pt x="1356480" y="644431"/>
                </ns0:lnTo>
                <ns0:lnTo>
                  <ns0:pt x="1355040" y="638536"/>
                </ns0:lnTo>
                <ns0:lnTo>
                  <ns0:pt x="1353600" y="632451"/>
                </ns0:lnTo>
                <ns0:lnTo>
                  <ns0:pt x="1352160" y="626902"/>
                </ns0:lnTo>
                <ns0:lnTo>
                  <ns0:pt x="1350720" y="622140"/>
                </ns0:lnTo>
                <ns0:lnTo>
                  <ns0:pt x="1349280" y="618170"/>
                </ns0:lnTo>
                <ns0:lnTo>
                  <ns0:pt x="1347840" y="614914"/>
                </ns0:lnTo>
                <ns0:lnTo>
                  <ns0:pt x="1346400" y="612356"/>
                </ns0:lnTo>
                <ns0:lnTo>
                  <ns0:pt x="1344960" y="610558"/>
                </ns0:lnTo>
                <ns0:lnTo>
                  <ns0:pt x="1343520" y="609512"/>
                </ns0:lnTo>
                <ns0:lnTo>
                  <ns0:pt x="1342080" y="609122"/>
                </ns0:lnTo>
                <ns0:lnTo>
                  <ns0:pt x="1340640" y="609221"/>
                </ns0:lnTo>
                <ns0:lnTo>
                  <ns0:pt x="1339200" y="609585"/>
                </ns0:lnTo>
                <ns0:lnTo>
                  <ns0:pt x="1337760" y="609998"/>
                </ns0:lnTo>
                <ns0:lnTo>
                  <ns0:pt x="1336320" y="610193"/>
                </ns0:lnTo>
                <ns0:lnTo>
                  <ns0:pt x="1334880" y="610194"/>
                </ns0:lnTo>
                <ns0:lnTo>
                  <ns0:pt x="1333440" y="610269"/>
                </ns0:lnTo>
                <ns0:lnTo>
                  <ns0:pt x="1332000" y="610145"/>
                </ns0:lnTo>
                <ns0:lnTo>
                  <ns0:pt x="1330560" y="609372"/>
                </ns0:lnTo>
                <ns0:lnTo>
                  <ns0:pt x="1329120" y="607482"/>
                </ns0:lnTo>
                <ns0:lnTo>
                  <ns0:pt x="1327680" y="604336"/>
                </ns0:lnTo>
                <ns0:lnTo>
                  <ns0:pt x="1326240" y="600442"/>
                </ns0:lnTo>
                <ns0:lnTo>
                  <ns0:pt x="1324800" y="597157"/>
                </ns0:lnTo>
                <ns0:lnTo>
                  <ns0:pt x="1323360" y="596498"/>
                </ns0:lnTo>
                <ns0:lnTo>
                  <ns0:pt x="1321920" y="598273"/>
                </ns0:lnTo>
                <ns0:lnTo>
                  <ns0:pt x="1320480" y="601815"/>
                </ns0:lnTo>
                <ns0:lnTo>
                  <ns0:pt x="1319040" y="606473"/>
                </ns0:lnTo>
                <ns0:lnTo>
                  <ns0:pt x="1317600" y="611605"/>
                </ns0:lnTo>
                <ns0:lnTo>
                  <ns0:pt x="1316160" y="616650"/>
                </ns0:lnTo>
                <ns0:lnTo>
                  <ns0:pt x="1314720" y="621283"/>
                </ns0:lnTo>
                <ns0:lnTo>
                  <ns0:pt x="1313280" y="625355"/>
                </ns0:lnTo>
                <ns0:lnTo>
                  <ns0:pt x="1311840" y="628812"/>
                </ns0:lnTo>
                <ns0:lnTo>
                  <ns0:pt x="1310400" y="631595"/>
                </ns0:lnTo>
                <ns0:lnTo>
                  <ns0:pt x="1308960" y="633654"/>
                </ns0:lnTo>
                <ns0:lnTo>
                  <ns0:pt x="1307520" y="634986"/>
                </ns0:lnTo>
                <ns0:lnTo>
                  <ns0:pt x="1306080" y="635629"/>
                </ns0:lnTo>
                <ns0:lnTo>
                  <ns0:pt x="1304640" y="635702"/>
                </ns0:lnTo>
                <ns0:lnTo>
                  <ns0:pt x="1303200" y="635406"/>
                </ns0:lnTo>
                <ns0:lnTo>
                  <ns0:pt x="1301760" y="635001"/>
                </ns0:lnTo>
                <ns0:lnTo>
                  <ns0:pt x="1300320" y="634770"/>
                </ns0:lnTo>
                <ns0:lnTo>
                  <ns0:pt x="1298880" y="634746"/>
                </ns0:lnTo>
                <ns0:lnTo>
                  <ns0:pt x="1297440" y="635062"/>
                </ns0:lnTo>
                <ns0:lnTo>
                  <ns0:pt x="1296000" y="636080"/>
                </ns0:lnTo>
                <ns0:lnTo>
                  <ns0:pt x="1294560" y="638323"/>
                </ns0:lnTo>
                <ns0:lnTo>
                  <ns0:pt x="1293120" y="642286"/>
                </ns0:lnTo>
                <ns0:lnTo>
                  <ns0:pt x="1291680" y="648154"/>
                </ns0:lnTo>
                <ns0:lnTo>
                  <ns0:pt x="1290240" y="655475"/>
                </ns0:lnTo>
                <ns0:lnTo>
                  <ns0:pt x="1288800" y="662586"/>
                </ns0:lnTo>
                <ns0:lnTo>
                  <ns0:pt x="1287360" y="666041"/>
                </ns0:lnTo>
                <ns0:lnTo>
                  <ns0:pt x="1285920" y="665502"/>
                </ns0:lnTo>
                <ns0:lnTo>
                  <ns0:pt x="1284480" y="662173"/>
                </ns0:lnTo>
                <ns0:lnTo>
                  <ns0:pt x="1283040" y="657477"/>
                </ns0:lnTo>
                <ns0:lnTo>
                  <ns0:pt x="1281600" y="652550"/>
                </ns0:lnTo>
                <ns0:lnTo>
                  <ns0:pt x="1280160" y="648013"/>
                </ns0:lnTo>
                <ns0:lnTo>
                  <ns0:pt x="1278720" y="644078"/>
                </ns0:lnTo>
                <ns0:lnTo>
                  <ns0:pt x="1277280" y="640782"/>
                </ns0:lnTo>
                <ns0:lnTo>
                  <ns0:pt x="1275840" y="638118"/>
                </ns0:lnTo>
                <ns0:lnTo>
                  <ns0:pt x="1274400" y="636115"/>
                </ns0:lnTo>
                <ns0:lnTo>
                  <ns0:pt x="1272960" y="634840"/>
                </ns0:lnTo>
                <ns0:lnTo>
                  <ns0:pt x="1271520" y="634239"/>
                </ns0:lnTo>
                <ns0:lnTo>
                  <ns0:pt x="1270080" y="634137"/>
                </ns0:lnTo>
                <ns0:lnTo>
                  <ns0:pt x="1268640" y="634304"/>
                </ns0:lnTo>
                <ns0:lnTo>
                  <ns0:pt x="1267200" y="634522"/>
                </ns0:lnTo>
                <ns0:lnTo>
                  <ns0:pt x="1265760" y="634760"/>
                </ns0:lnTo>
                <ns0:lnTo>
                  <ns0:pt x="1264320" y="634969"/>
                </ns0:lnTo>
                <ns0:lnTo>
                  <ns0:pt x="1262880" y="635172"/>
                </ns0:lnTo>
                <ns0:lnTo>
                  <ns0:pt x="1261440" y="635039"/>
                </ns0:lnTo>
                <ns0:lnTo>
                  <ns0:pt x="1260000" y="634078"/>
                </ns0:lnTo>
                <ns0:lnTo>
                  <ns0:pt x="1258560" y="631806"/>
                </ns0:lnTo>
                <ns0:lnTo>
                  <ns0:pt x="1257120" y="628129"/>
                </ns0:lnTo>
                <ns0:lnTo>
                  <ns0:pt x="1255680" y="623776"/>
                </ns0:lnTo>
                <ns0:lnTo>
                  <ns0:pt x="1254240" y="620251"/>
                </ns0:lnTo>
                <ns0:lnTo>
                  <ns0:pt x="1252800" y="619385"/>
                </ns0:lnTo>
                <ns0:lnTo>
                  <ns0:pt x="1251360" y="620908"/>
                </ns0:lnTo>
                <ns0:lnTo>
                  <ns0:pt x="1249920" y="624221"/>
                </ns0:lnTo>
                <ns0:lnTo>
                  <ns0:pt x="1248480" y="628798"/>
                </ns0:lnTo>
                <ns0:lnTo>
                  <ns0:pt x="1247040" y="634141"/>
                </ns0:lnTo>
                <ns0:lnTo>
                  <ns0:pt x="1245600" y="639711"/>
                </ns0:lnTo>
                <ns0:lnTo>
                  <ns0:pt x="1244160" y="645086"/>
                </ns0:lnTo>
                <ns0:lnTo>
                  <ns0:pt x="1242720" y="649999"/>
                </ns0:lnTo>
                <ns0:lnTo>
                  <ns0:pt x="1241280" y="654266"/>
                </ns0:lnTo>
                <ns0:lnTo>
                  <ns0:pt x="1239840" y="657745"/>
                </ns0:lnTo>
                <ns0:lnTo>
                  <ns0:pt x="1238400" y="660371"/>
                </ns0:lnTo>
                <ns0:lnTo>
                  <ns0:pt x="1236960" y="662127"/>
                </ns0:lnTo>
                <ns0:lnTo>
                  <ns0:pt x="1235520" y="663041"/>
                </ns0:lnTo>
                <ns0:lnTo>
                  <ns0:pt x="1234080" y="663249"/>
                </ns0:lnTo>
                <ns0:lnTo>
                  <ns0:pt x="1232640" y="662989"/>
                </ns0:lnTo>
                <ns0:lnTo>
                  <ns0:pt x="1231200" y="662632"/>
                </ns0:lnTo>
                <ns0:lnTo>
                  <ns0:pt x="1229760" y="662433"/>
                </ns0:lnTo>
                <ns0:lnTo>
                  <ns0:pt x="1228320" y="662521"/>
                </ns0:lnTo>
                <ns0:lnTo>
                  <ns0:pt x="1226880" y="663172"/>
                </ns0:lnTo>
                <ns0:lnTo>
                  <ns0:pt x="1225440" y="664794"/>
                </ns0:lnTo>
                <ns0:lnTo>
                  <ns0:pt x="1224000" y="667926"/>
                </ns0:lnTo>
                <ns0:lnTo>
                  <ns0:pt x="1222560" y="673048"/>
                </ns0:lnTo>
                <ns0:lnTo>
                  <ns0:pt x="1221120" y="680261"/>
                </ns0:lnTo>
                <ns0:lnTo>
                  <ns0:pt x="1219680" y="688796"/>
                </ns0:lnTo>
                <ns0:lnTo>
                  <ns0:pt x="1218240" y="696702"/>
                </ns0:lnTo>
                <ns0:lnTo>
                  <ns0:pt x="1216800" y="700741"/>
                </ns0:lnTo>
                <ns0:lnTo>
                  <ns0:pt x="1215360" y="700903"/>
                </ns0:lnTo>
                <ns0:lnTo>
                  <ns0:pt x="1213920" y="698358"/>
                </ns0:lnTo>
                <ns0:lnTo>
                  <ns0:pt x="1212480" y="694536"/>
                </ns0:lnTo>
                <ns0:lnTo>
                  <ns0:pt x="1211040" y="690580"/>
                </ns0:lnTo>
                <ns0:lnTo>
                  <ns0:pt x="1209600" y="687050"/>
                </ns0:lnTo>
                <ns0:lnTo>
                  <ns0:pt x="1208160" y="684123"/>
                </ns0:lnTo>
                <ns0:lnTo>
                  <ns0:pt x="1206720" y="681794"/>
                </ns0:lnTo>
                <ns0:lnTo>
                  <ns0:pt x="1205280" y="680009"/>
                </ns0:lnTo>
                <ns0:lnTo>
                  <ns0:pt x="1203840" y="678785"/>
                </ns0:lnTo>
                <ns0:lnTo>
                  <ns0:pt x="1202400" y="678141"/>
                </ns0:lnTo>
                <ns0:lnTo>
                  <ns0:pt x="1200960" y="677941"/>
                </ns0:lnTo>
                <ns0:lnTo>
                  <ns0:pt x="1199520" y="677960"/>
                </ns0:lnTo>
                <ns0:lnTo>
                  <ns0:pt x="1198080" y="677956"/>
                </ns0:lnTo>
                <ns0:lnTo>
                  <ns0:pt x="1196640" y="677752"/>
                </ns0:lnTo>
                <ns0:lnTo>
                  <ns0:pt x="1195200" y="677387"/>
                </ns0:lnTo>
                <ns0:lnTo>
                  <ns0:pt x="1193760" y="677236"/>
                </ns0:lnTo>
                <ns0:lnTo>
                  <ns0:pt x="1192320" y="677252"/>
                </ns0:lnTo>
                <ns0:lnTo>
                  <ns0:pt x="1190880" y="677121"/>
                </ns0:lnTo>
                <ns0:lnTo>
                  <ns0:pt x="1189440" y="676385"/>
                </ns0:lnTo>
                <ns0:lnTo>
                  <ns0:pt x="1188000" y="674573"/>
                </ns0:lnTo>
                <ns0:lnTo>
                  <ns0:pt x="1186560" y="671484"/>
                </ns0:lnTo>
                <ns0:lnTo>
                  <ns0:pt x="1185120" y="667660"/>
                </ns0:lnTo>
                <ns0:lnTo>
                  <ns0:pt x="1183680" y="664610"/>
                </ns0:lnTo>
                <ns0:lnTo>
                  <ns0:pt x="1182240" y="664253"/>
                </ns0:lnTo>
                <ns0:lnTo>
                  <ns0:pt x="1180800" y="666411"/>
                </ns0:lnTo>
                <ns0:lnTo>
                  <ns0:pt x="1179360" y="670428"/>
                </ns0:lnTo>
                <ns0:lnTo>
                  <ns0:pt x="1177920" y="675751"/>
                </ns0:lnTo>
                <ns0:lnTo>
                  <ns0:pt x="1176480" y="681780"/>
                </ns0:lnTo>
                <ns0:lnTo>
                  <ns0:pt x="1175040" y="687887"/>
                </ns0:lnTo>
                <ns0:lnTo>
                  <ns0:pt x="1173600" y="693643"/>
                </ns0:lnTo>
                <ns0:lnTo>
                  <ns0:pt x="1172160" y="698785"/>
                </ns0:lnTo>
                <ns0:lnTo>
                  <ns0:pt x="1170720" y="703145"/>
                </ns0:lnTo>
                <ns0:lnTo>
                  <ns0:pt x="1169280" y="706609"/>
                </ns0:lnTo>
                <ns0:lnTo>
                  <ns0:pt x="1167840" y="709112"/>
                </ns0:lnTo>
                <ns0:lnTo>
                  <ns0:pt x="1166400" y="710671"/>
                </ns0:lnTo>
                <ns0:lnTo>
                  <ns0:pt x="1164960" y="711371"/>
                </ns0:lnTo>
                <ns0:lnTo>
                  <ns0:pt x="1163520" y="711375"/>
                </ns0:lnTo>
                <ns0:lnTo>
                  <ns0:pt x="1162080" y="710935"/>
                </ns0:lnTo>
                <ns0:lnTo>
                  <ns0:pt x="1160640" y="710407"/>
                </ns0:lnTo>
                <ns0:lnTo>
                  <ns0:pt x="1159200" y="710120"/>
                </ns0:lnTo>
                <ns0:lnTo>
                  <ns0:pt x="1157760" y="710235"/>
                </ns0:lnTo>
                <ns0:lnTo>
                  <ns0:pt x="1156320" y="711001"/>
                </ns0:lnTo>
                <ns0:lnTo>
                  <ns0:pt x="1154880" y="712784"/>
                </ns0:lnTo>
                <ns0:lnTo>
                  <ns0:pt x="1153440" y="716071"/>
                </ns0:lnTo>
                <ns0:lnTo>
                  <ns0:pt x="1152000" y="721307"/>
                </ns0:lnTo>
                <ns0:lnTo>
                  <ns0:pt x="1150560" y="728660"/>
                </ns0:lnTo>
                <ns0:lnTo>
                  <ns0:pt x="1149120" y="737491"/>
                </ns0:lnTo>
                <ns0:lnTo>
                  <ns0:pt x="1147680" y="745732"/>
                </ns0:lnTo>
                <ns0:lnTo>
                  <ns0:pt x="1146240" y="749963"/>
                </ns0:lnTo>
                <ns0:lnTo>
                  <ns0:pt x="1144800" y="749937"/>
                </ns0:lnTo>
                <ns0:lnTo>
                  <ns0:pt x="1143360" y="746884"/>
                </ns0:lnTo>
                <ns0:lnTo>
                  <ns0:pt x="1141920" y="742368"/>
                </ns0:lnTo>
                <ns0:lnTo>
                  <ns0:pt x="1140480" y="737662"/>
                </ns0:lnTo>
                <ns0:lnTo>
                  <ns0:pt x="1139040" y="733430"/>
                </ns0:lnTo>
                <ns0:lnTo>
                  <ns0:pt x="1137600" y="729920"/>
                </ns0:lnTo>
                <ns0:lnTo>
                  <ns0:pt x="1136160" y="727133"/>
                </ns0:lnTo>
                <ns0:lnTo>
                  <ns0:pt x="1134720" y="725026"/>
                </ns0:lnTo>
                <ns0:lnTo>
                  <ns0:pt x="1133280" y="723543"/>
                </ns0:lnTo>
                <ns0:lnTo>
                  <ns0:pt x="1131840" y="722698"/>
                </ns0:lnTo>
                <ns0:lnTo>
                  <ns0:pt x="1130400" y="722377"/>
                </ns0:lnTo>
                <ns0:lnTo>
                  <ns0:pt x="1128960" y="722367"/>
                </ns0:lnTo>
                <ns0:lnTo>
                  <ns0:pt x="1127520" y="722474"/>
                </ns0:lnTo>
                <ns0:lnTo>
                  <ns0:pt x="1126080" y="722607"/>
                </ns0:lnTo>
                <ns0:lnTo>
                  <ns0:pt x="1124640" y="722770"/>
                </ns0:lnTo>
                <ns0:lnTo>
                  <ns0:pt x="1123200" y="723034"/>
                </ns0:lnTo>
                <ns0:lnTo>
                  <ns0:pt x="1121760" y="723124"/>
                </ns0:lnTo>
                <ns0:lnTo>
                  <ns0:pt x="1120320" y="722437"/>
                </ns0:lnTo>
                <ns0:lnTo>
                  <ns0:pt x="1118880" y="720195"/>
                </ns0:lnTo>
                <ns0:lnTo>
                  <ns0:pt x="1117440" y="715787"/>
                </ns0:lnTo>
                <ns0:lnTo>
                  <ns0:pt x="1116000" y="709278"/>
                </ns0:lnTo>
                <ns0:lnTo>
                  <ns0:pt x="1114560" y="701848"/>
                </ns0:lnTo>
                <ns0:lnTo>
                  <ns0:pt x="1113120" y="695564"/>
                </ns0:lnTo>
                <ns0:lnTo>
                  <ns0:pt x="1111680" y="692593"/>
                </ns0:lnTo>
                <ns0:lnTo>
                  <ns0:pt x="1110240" y="692553"/>
                </ns0:lnTo>
                <ns0:lnTo>
                  <ns0:pt x="1108800" y="694662"/>
                </ns0:lnTo>
                <ns0:lnTo>
                  <ns0:pt x="1107360" y="698245"/>
                </ns0:lnTo>
                <ns0:lnTo>
                  <ns0:pt x="1105920" y="702650"/>
                </ns0:lnTo>
                <ns0:lnTo>
                  <ns0:pt x="1104480" y="707259"/>
                </ns0:lnTo>
                <ns0:lnTo>
                  <ns0:pt x="1103040" y="711648"/>
                </ns0:lnTo>
                <ns0:lnTo>
                  <ns0:pt x="1101600" y="715550"/>
                </ns0:lnTo>
                <ns0:lnTo>
                  <ns0:pt x="1100160" y="718786"/>
                </ns0:lnTo>
                <ns0:lnTo>
                  <ns0:pt x="1098720" y="721226"/>
                </ns0:lnTo>
                <ns0:lnTo>
                  <ns0:pt x="1097280" y="722837"/>
                </ns0:lnTo>
                <ns0:lnTo>
                  <ns0:pt x="1095840" y="723692"/>
                </ns0:lnTo>
                <ns0:lnTo>
                  <ns0:pt x="1094400" y="723906"/>
                </ns0:lnTo>
                <ns0:lnTo>
                  <ns0:pt x="1092960" y="723636"/>
                </ns0:lnTo>
                <ns0:lnTo>
                  <ns0:pt x="1091520" y="723086"/>
                </ns0:lnTo>
                <ns0:lnTo>
                  <ns0:pt x="1090080" y="722470"/>
                </ns0:lnTo>
                <ns0:lnTo>
                  <ns0:pt x="1088640" y="722032"/>
                </ns0:lnTo>
                <ns0:lnTo>
                  <ns0:pt x="1087200" y="722037"/>
                </ns0:lnTo>
                <ns0:lnTo>
                  <ns0:pt x="1085760" y="722882"/>
                </ns0:lnTo>
                <ns0:lnTo>
                  <ns0:pt x="1084320" y="725060"/>
                </ns0:lnTo>
                <ns0:lnTo>
                  <ns0:pt x="1082880" y="729184"/>
                </ns0:lnTo>
                <ns0:lnTo>
                  <ns0:pt x="1081440" y="735711"/>
                </ns0:lnTo>
                <ns0:lnTo>
                  <ns0:pt x="1080000" y="744678"/>
                </ns0:lnTo>
                <ns0:lnTo>
                  <ns0:pt x="1078560" y="755147"/>
                </ns0:lnTo>
                <ns0:lnTo>
                  <ns0:pt x="1077120" y="764821"/>
                </ns0:lnTo>
                <ns0:lnTo>
                  <ns0:pt x="1075680" y="770134"/>
                </ns0:lnTo>
                <ns0:lnTo>
                  <ns0:pt x="1074240" y="771002"/>
                </ns0:lnTo>
                <ns0:lnTo>
                  <ns0:pt x="1072800" y="768546"/>
                </ns0:lnTo>
                <ns0:lnTo>
                  <ns0:pt x="1071360" y="764097"/>
                </ns0:lnTo>
                <ns0:lnTo>
                  <ns0:pt x="1069920" y="758884"/>
                </ns0:lnTo>
                <ns0:lnTo>
                  <ns0:pt x="1068480" y="753773"/>
                </ns0:lnTo>
                <ns0:lnTo>
                  <ns0:pt x="1067040" y="749171"/>
                </ns0:lnTo>
                <ns0:lnTo>
                  <ns0:pt x="1065600" y="745237"/>
                </ns0:lnTo>
                <ns0:lnTo>
                  <ns0:pt x="1064160" y="742069"/>
                </ns0:lnTo>
                <ns0:lnTo>
                  <ns0:pt x="1062720" y="739726"/>
                </ns0:lnTo>
                <ns0:lnTo>
                  <ns0:pt x="1061280" y="738245"/>
                </ns0:lnTo>
                <ns0:lnTo>
                  <ns0:pt x="1059840" y="737587"/>
                </ns0:lnTo>
                <ns0:lnTo>
                  <ns0:pt x="1058400" y="737488"/>
                </ns0:lnTo>
                <ns0:lnTo>
                  <ns0:pt x="1056960" y="737665"/>
                </ns0:lnTo>
                <ns0:lnTo>
                  <ns0:pt x="1055520" y="737926"/>
                </ns0:lnTo>
                <ns0:lnTo>
                  <ns0:pt x="1054080" y="738246"/>
                </ns0:lnTo>
                <ns0:lnTo>
                  <ns0:pt x="1052640" y="738630"/>
                </ns0:lnTo>
                <ns0:lnTo>
                  <ns0:pt x="1051200" y="738950"/>
                </ns0:lnTo>
                <ns0:lnTo>
                  <ns0:pt x="1049760" y="738835"/>
                </ns0:lnTo>
                <ns0:lnTo>
                  <ns0:pt x="1048320" y="737860"/>
                </ns0:lnTo>
                <ns0:lnTo>
                  <ns0:pt x="1046880" y="735595"/>
                </ns0:lnTo>
                <ns0:lnTo>
                  <ns0:pt x="1045440" y="731857"/>
                </ns0:lnTo>
                <ns0:lnTo>
                  <ns0:pt x="1044000" y="726977"/>
                </ns0:lnTo>
                <ns0:lnTo>
                  <ns0:pt x="1042560" y="722095"/>
                </ns0:lnTo>
                <ns0:lnTo>
                  <ns0:pt x="1041120" y="719001"/>
                </ns0:lnTo>
                <ns0:lnTo>
                  <ns0:pt x="1039680" y="719007"/>
                </ns0:lnTo>
                <ns0:lnTo>
                  <ns0:pt x="1038240" y="721688"/>
                </ns0:lnTo>
                <ns0:lnTo>
                  <ns0:pt x="1036800" y="726321"/>
                </ns0:lnTo>
                <ns0:lnTo>
                  <ns0:pt x="1035360" y="732357"/>
                </ns0:lnTo>
                <ns0:lnTo>
                  <ns0:pt x="1033920" y="739022"/>
                </ns0:lnTo>
                <ns0:lnTo>
                  <ns0:pt x="1032480" y="745619"/>
                </ns0:lnTo>
                <ns0:lnTo>
                  <ns0:pt x="1031040" y="751640"/>
                </ns0:lnTo>
                <ns0:lnTo>
                  <ns0:pt x="1029600" y="756738"/>
                </ns0:lnTo>
                <ns0:lnTo>
                  <ns0:pt x="1028160" y="760690"/>
                </ns0:lnTo>
                <ns0:lnTo>
                  <ns0:pt x="1026720" y="763448"/>
                </ns0:lnTo>
                <ns0:lnTo>
                  <ns0:pt x="1025280" y="765095"/>
                </ns0:lnTo>
                <ns0:lnTo>
                  <ns0:pt x="1023840" y="765722"/>
                </ns0:lnTo>
                <ns0:lnTo>
                  <ns0:pt x="1022400" y="765537"/>
                </ns0:lnTo>
                <ns0:lnTo>
                  <ns0:pt x="1020960" y="764808"/>
                </ns0:lnTo>
                <ns0:lnTo>
                  <ns0:pt x="1019520" y="763828"/>
                </ns0:lnTo>
                <ns0:lnTo>
                  <ns0:pt x="1018080" y="762997"/>
                </ns0:lnTo>
                <ns0:lnTo>
                  <ns0:pt x="1016640" y="762751"/>
                </ns0:lnTo>
                <ns0:lnTo>
                  <ns0:pt x="1015200" y="763625"/>
                </ns0:lnTo>
                <ns0:lnTo>
                  <ns0:pt x="1013760" y="765999"/>
                </ns0:lnTo>
                <ns0:lnTo>
                  <ns0:pt x="1012320" y="770317"/>
                </ns0:lnTo>
                <ns0:lnTo>
                  <ns0:pt x="1010880" y="776958"/>
                </ns0:lnTo>
                <ns0:lnTo>
                  <ns0:pt x="1009440" y="786038"/>
                </ns0:lnTo>
                <ns0:lnTo>
                  <ns0:pt x="1008000" y="797175"/>
                </ns0:lnTo>
                <ns0:lnTo>
                  <ns0:pt x="1006560" y="809073"/>
                </ns0:lnTo>
                <ns0:lnTo>
                  <ns0:pt x="1005120" y="819295"/>
                </ns0:lnTo>
                <ns0:lnTo>
                  <ns0:pt x="1003680" y="825573"/>
                </ns0:lnTo>
                <ns0:lnTo>
                  <ns0:pt x="1002240" y="828889"/>
                </ns0:lnTo>
                <ns0:lnTo>
                  <ns0:pt x="1000800" y="830863"/>
                </ns0:lnTo>
                <ns0:lnTo>
                  <ns0:pt x="999360" y="832450"/>
                </ns0:lnTo>
                <ns0:lnTo>
                  <ns0:pt x="997920" y="833977"/>
                </ns0:lnTo>
                <ns0:lnTo>
                  <ns0:pt x="996480" y="835595"/>
                </ns0:lnTo>
                <ns0:lnTo>
                  <ns0:pt x="995040" y="837251"/>
                </ns0:lnTo>
                <ns0:lnTo>
                  <ns0:pt x="993600" y="838874"/>
                </ns0:lnTo>
                <ns0:lnTo>
                  <ns0:pt x="992160" y="840081"/>
                </ns0:lnTo>
                <ns0:lnTo>
                  <ns0:pt x="990720" y="840887"/>
                </ns0:lnTo>
                <ns0:lnTo>
                  <ns0:pt x="989280" y="841358"/>
                </ns0:lnTo>
                <ns0:lnTo>
                  <ns0:pt x="987840" y="841547"/>
                </ns0:lnTo>
                <ns0:lnTo>
                  <ns0:pt x="986400" y="841522"/>
                </ns0:lnTo>
                <ns0:lnTo>
                  <ns0:pt x="984960" y="841376"/>
                </ns0:lnTo>
                <ns0:lnTo>
                  <ns0:pt x="983520" y="841195"/>
                </ns0:lnTo>
                <ns0:lnTo>
                  <ns0:pt x="982080" y="840948"/>
                </ns0:lnTo>
                <ns0:lnTo>
                  <ns0:pt x="980640" y="840569"/>
                </ns0:lnTo>
                <ns0:lnTo>
                  <ns0:pt x="979200" y="840239"/>
                </ns0:lnTo>
                <ns0:lnTo>
                  <ns0:pt x="977760" y="840258"/>
                </ns0:lnTo>
                <ns0:lnTo>
                  <ns0:pt x="976320" y="840998"/>
                </ns0:lnTo>
                <ns0:lnTo>
                  <ns0:pt x="974880" y="842832"/>
                </ns0:lnTo>
                <ns0:lnTo>
                  <ns0:pt x="973440" y="846221"/>
                </ns0:lnTo>
                <ns0:lnTo>
                  <ns0:pt x="972000" y="851717"/>
                </ns0:lnTo>
                <ns0:lnTo>
                  <ns0:pt x="970560" y="859861"/>
                </ns0:lnTo>
                <ns0:lnTo>
                  <ns0:pt x="969120" y="870890"/>
                </ns0:lnTo>
                <ns0:lnTo>
                  <ns0:pt x="967680" y="884554"/>
                </ns0:lnTo>
                <ns0:lnTo>
                  <ns0:pt x="966240" y="899388"/>
                </ns0:lnTo>
                <ns0:lnTo>
                  <ns0:pt x="964800" y="914031"/>
                </ns0:lnTo>
                <ns0:lnTo>
                  <ns0:pt x="963360" y="927031"/>
                </ns0:lnTo>
                <ns0:lnTo>
                  <ns0:pt x="961920" y="938120"/>
                </ns0:lnTo>
                <ns0:lnTo>
                  <ns0:pt x="960480" y="946166"/>
                </ns0:lnTo>
                <ns0:lnTo>
                  <ns0:pt x="959040" y="950563"/>
                </ns0:lnTo>
                <ns0:lnTo>
                  <ns0:pt x="957600" y="951318"/>
                </ns0:lnTo>
                <ns0:lnTo>
                  <ns0:pt x="956160" y="949304"/>
                </ns0:lnTo>
                <ns0:lnTo>
                  <ns0:pt x="954720" y="945780"/>
                </ns0:lnTo>
                <ns0:lnTo>
                  <ns0:pt x="953280" y="941680"/>
                </ns0:lnTo>
                <ns0:lnTo>
                  <ns0:pt x="951840" y="937573"/>
                </ns0:lnTo>
                <ns0:lnTo>
                  <ns0:pt x="950400" y="933819"/>
                </ns0:lnTo>
                <ns0:lnTo>
                  <ns0:pt x="948960" y="930563"/>
                </ns0:lnTo>
                <ns0:lnTo>
                  <ns0:pt x="947520" y="927919"/>
                </ns0:lnTo>
                <ns0:lnTo>
                  <ns0:pt x="946080" y="925932"/>
                </ns0:lnTo>
                <ns0:lnTo>
                  <ns0:pt x="944640" y="924560"/>
                </ns0:lnTo>
                <ns0:lnTo>
                  <ns0:pt x="943200" y="923799"/>
                </ns0:lnTo>
                <ns0:lnTo>
                  <ns0:pt x="941760" y="923585"/>
                </ns0:lnTo>
                <ns0:lnTo>
                  <ns0:pt x="940320" y="923743"/>
                </ns0:lnTo>
                <ns0:lnTo>
                  <ns0:pt x="938880" y="924179"/>
                </ns0:lnTo>
                <ns0:lnTo>
                  <ns0:pt x="937440" y="924770"/>
                </ns0:lnTo>
                <ns0:lnTo>
                  <ns0:pt x="936000" y="925363"/>
                </ns0:lnTo>
                <ns0:lnTo>
                  <ns0:pt x="934560" y="925849"/>
                </ns0:lnTo>
                <ns0:lnTo>
                  <ns0:pt x="933120" y="926180"/>
                </ns0:lnTo>
                <ns0:lnTo>
                  <ns0:pt x="931680" y="926313"/>
                </ns0:lnTo>
                <ns0:lnTo>
                  <ns0:pt x="930240" y="926292"/>
                </ns0:lnTo>
                <ns0:lnTo>
                  <ns0:pt x="928800" y="926298"/>
                </ns0:lnTo>
                <ns0:lnTo>
                  <ns0:pt x="927360" y="926586"/>
                </ns0:lnTo>
                <ns0:lnTo>
                  <ns0:pt x="925920" y="927364"/>
                </ns0:lnTo>
                <ns0:lnTo>
                  <ns0:pt x="924480" y="928915"/>
                </ns0:lnTo>
                <ns0:lnTo>
                  <ns0:pt x="923040" y="931295"/>
                </ns0:lnTo>
                <ns0:lnTo>
                  <ns0:pt x="921600" y="934300"/>
                </ns0:lnTo>
                <ns0:lnTo>
                  <ns0:pt x="920160" y="937777"/>
                </ns0:lnTo>
                <ns0:lnTo>
                  <ns0:pt x="918720" y="941358"/>
                </ns0:lnTo>
                <ns0:lnTo>
                  <ns0:pt x="917280" y="944679"/>
                </ns0:lnTo>
                <ns0:lnTo>
                  <ns0:pt x="915840" y="947424"/>
                </ns0:lnTo>
                <ns0:lnTo>
                  <ns0:pt x="914400" y="949267"/>
                </ns0:lnTo>
                <ns0:lnTo>
                  <ns0:pt x="912960" y="950095"/>
                </ns0:lnTo>
                <ns0:lnTo>
                  <ns0:pt x="911520" y="949950"/>
                </ns0:lnTo>
                <ns0:lnTo>
                  <ns0:pt x="910080" y="949043"/>
                </ns0:lnTo>
                <ns0:lnTo>
                  <ns0:pt x="908640" y="947679"/>
                </ns0:lnTo>
                <ns0:lnTo>
                  <ns0:pt x="907200" y="946116"/>
                </ns0:lnTo>
                <ns0:lnTo>
                  <ns0:pt x="905760" y="944534"/>
                </ns0:lnTo>
                <ns0:lnTo>
                  <ns0:pt x="904320" y="943118"/>
                </ns0:lnTo>
                <ns0:lnTo>
                  <ns0:pt x="902880" y="941931"/>
                </ns0:lnTo>
                <ns0:lnTo>
                  <ns0:pt x="901440" y="941027"/>
                </ns0:lnTo>
                <ns0:lnTo>
                  <ns0:pt x="900000" y="940441"/>
                </ns0:lnTo>
                <ns0:lnTo>
                  <ns0:pt x="898560" y="940186"/>
                </ns0:lnTo>
                <ns0:lnTo>
                  <ns0:pt x="897120" y="940159"/>
                </ns0:lnTo>
                <ns0:lnTo>
                  <ns0:pt x="895680" y="940354"/>
                </ns0:lnTo>
                <ns0:lnTo>
                  <ns0:pt x="894240" y="940692"/>
                </ns0:lnTo>
                <ns0:lnTo>
                  <ns0:pt x="892800" y="940963"/>
                </ns0:lnTo>
                <ns0:lnTo>
                  <ns0:pt x="891360" y="941155"/>
                </ns0:lnTo>
                <ns0:lnTo>
                  <ns0:pt x="889920" y="941135"/>
                </ns0:lnTo>
                <ns0:lnTo>
                  <ns0:pt x="888480" y="940908"/>
                </ns0:lnTo>
                <ns0:lnTo>
                  <ns0:pt x="887040" y="940646"/>
                </ns0:lnTo>
                <ns0:lnTo>
                  <ns0:pt x="885600" y="940450"/>
                </ns0:lnTo>
                <ns0:lnTo>
                  <ns0:pt x="884160" y="940444"/>
                </ns0:lnTo>
                <ns0:lnTo>
                  <ns0:pt x="882720" y="940747"/>
                </ns0:lnTo>
                <ns0:lnTo>
                  <ns0:pt x="881280" y="940828"/>
                </ns0:lnTo>
                <ns0:lnTo>
                  <ns0:pt x="879840" y="941195"/>
                </ns0:lnTo>
                <ns0:lnTo>
                  <ns0:pt x="878400" y="941933"/>
                </ns0:lnTo>
                <ns0:lnTo>
                  <ns0:pt x="876960" y="943038"/>
                </ns0:lnTo>
                <ns0:lnTo>
                  <ns0:pt x="875520" y="944509"/>
                </ns0:lnTo>
                <ns0:lnTo>
                  <ns0:pt x="874080" y="946321"/>
                </ns0:lnTo>
                <ns0:lnTo>
                  <ns0:pt x="872640" y="948472"/>
                </ns0:lnTo>
                <ns0:lnTo>
                  <ns0:pt x="871200" y="950840"/>
                </ns0:lnTo>
                <ns0:lnTo>
                  <ns0:pt x="869760" y="953406"/>
                </ns0:lnTo>
                <ns0:lnTo>
                  <ns0:pt x="868320" y="956109"/>
                </ns0:lnTo>
                <ns0:lnTo>
                  <ns0:pt x="866880" y="958889"/>
                </ns0:lnTo>
                <ns0:lnTo>
                  <ns0:pt x="865440" y="961690"/>
                </ns0:lnTo>
                <ns0:lnTo>
                  <ns0:pt x="864000" y="971652"/>
                </ns0:lnTo>
                <ns0:lnTo>
                  <ns0:pt x="862560" y="970099"/>
                </ns0:lnTo>
                <ns0:lnTo>
                  <ns0:pt x="861120" y="968805"/>
                </ns0:lnTo>
                <ns0:lnTo>
                  <ns0:pt x="859680" y="967700"/>
                </ns0:lnTo>
                <ns0:lnTo>
                  <ns0:pt x="858240" y="966708"/>
                </ns0:lnTo>
                <ns0:lnTo>
                  <ns0:pt x="856800" y="965959"/>
                </ns0:lnTo>
                <ns0:lnTo>
                  <ns0:pt x="855360" y="965410"/>
                </ns0:lnTo>
                <ns0:lnTo>
                  <ns0:pt x="853920" y="965116"/>
                </ns0:lnTo>
                <ns0:lnTo>
                  <ns0:pt x="852480" y="964983"/>
                </ns0:lnTo>
                <ns0:lnTo>
                  <ns0:pt x="851040" y="964985"/>
                </ns0:lnTo>
                <ns0:lnTo>
                  <ns0:pt x="849600" y="965111"/>
                </ns0:lnTo>
                <ns0:lnTo>
                  <ns0:pt x="848160" y="965329"/>
                </ns0:lnTo>
                <ns0:lnTo>
                  <ns0:pt x="846720" y="965599"/>
                </ns0:lnTo>
                <ns0:lnTo>
                  <ns0:pt x="845280" y="965658"/>
                </ns0:lnTo>
                <ns0:lnTo>
                  <ns0:pt x="843840" y="965757"/>
                </ns0:lnTo>
                <ns0:lnTo>
                  <ns0:pt x="842400" y="965821"/>
                </ns0:lnTo>
                <ns0:lnTo>
                  <ns0:pt x="840960" y="965830"/>
                </ns0:lnTo>
                <ns0:lnTo>
                  <ns0:pt x="839520" y="965793"/>
                </ns0:lnTo>
                <ns0:lnTo>
                  <ns0:pt x="838080" y="965696"/>
                </ns0:lnTo>
                <ns0:lnTo>
                  <ns0:pt x="836640" y="965590"/>
                </ns0:lnTo>
                <ns0:lnTo>
                  <ns0:pt x="835200" y="965564"/>
                </ns0:lnTo>
                <ns0:lnTo>
                  <ns0:pt x="833760" y="965637"/>
                </ns0:lnTo>
                <ns0:lnTo>
                  <ns0:pt x="832320" y="965903"/>
                </ns0:lnTo>
                <ns0:lnTo>
                  <ns0:pt x="830880" y="966296"/>
                </ns0:lnTo>
                <ns0:lnTo>
                  <ns0:pt x="829440" y="966873"/>
                </ns0:lnTo>
                <ns0:lnTo>
                  <ns0:pt x="828000" y="967469"/>
                </ns0:lnTo>
                <ns0:lnTo>
                  <ns0:pt x="826560" y="968265"/>
                </ns0:lnTo>
                <ns0:lnTo>
                  <ns0:pt x="825120" y="969001"/>
                </ns0:lnTo>
                <ns0:lnTo>
                  <ns0:pt x="823680" y="969668"/>
                </ns0:lnTo>
                <ns0:lnTo>
                  <ns0:pt x="822240" y="970210"/>
                </ns0:lnTo>
                <ns0:lnTo>
                  <ns0:pt x="820800" y="970599"/>
                </ns0:lnTo>
                <ns0:lnTo>
                  <ns0:pt x="819360" y="970624"/>
                </ns0:lnTo>
                <ns0:lnTo>
                  <ns0:pt x="817920" y="970401"/>
                </ns0:lnTo>
                <ns0:lnTo>
                  <ns0:pt x="816480" y="969856"/>
                </ns0:lnTo>
                <ns0:lnTo>
                  <ns0:pt x="815040" y="968945"/>
                </ns0:lnTo>
                <ns0:lnTo>
                  <ns0:pt x="813600" y="968216"/>
                </ns0:lnTo>
                <ns0:lnTo>
                  <ns0:pt x="812160" y="967434"/>
                </ns0:lnTo>
                <ns0:lnTo>
                  <ns0:pt x="810720" y="966742"/>
                </ns0:lnTo>
                <ns0:lnTo>
                  <ns0:pt x="809280" y="966111"/>
                </ns0:lnTo>
                <ns0:lnTo>
                  <ns0:pt x="807840" y="965615"/>
                </ns0:lnTo>
                <ns0:lnTo>
                  <ns0:pt x="806400" y="965257"/>
                </ns0:lnTo>
                <ns0:lnTo>
                  <ns0:pt x="804960" y="965055"/>
                </ns0:lnTo>
                <ns0:lnTo>
                  <ns0:pt x="803520" y="964968"/>
                </ns0:lnTo>
                <ns0:lnTo>
                  <ns0:pt x="802080" y="964983"/>
                </ns0:lnTo>
                <ns0:lnTo>
                  <ns0:pt x="800640" y="965067"/>
                </ns0:lnTo>
                <ns0:lnTo>
                  <ns0:pt x="799200" y="965149"/>
                </ns0:lnTo>
                <ns0:lnTo>
                  <ns0:pt x="797760" y="965204"/>
                </ns0:lnTo>
                <ns0:lnTo>
                  <ns0:pt x="796320" y="965203"/>
                </ns0:lnTo>
                <ns0:lnTo>
                  <ns0:pt x="794880" y="965118"/>
                </ns0:lnTo>
                <ns0:lnTo>
                  <ns0:pt x="793440" y="965019"/>
                </ns0:lnTo>
                <ns0:lnTo>
                  <ns0:pt x="792000" y="964945"/>
                </ns0:lnTo>
                <ns0:lnTo>
                  <ns0:pt x="790560" y="964934"/>
                </ns0:lnTo>
                <ns0:lnTo>
                  <ns0:pt x="789120" y="965078"/>
                </ns0:lnTo>
                <ns0:lnTo>
                  <ns0:pt x="787680" y="965375"/>
                </ns0:lnTo>
                <ns0:lnTo>
                  <ns0:pt x="786240" y="965875"/>
                </ns0:lnTo>
                <ns0:lnTo>
                  <ns0:pt x="784800" y="966464"/>
                </ns0:lnTo>
                <ns0:lnTo>
                  <ns0:pt x="783360" y="967247"/>
                </ns0:lnTo>
                <ns0:lnTo>
                  <ns0:pt x="781920" y="968017"/>
                </ns0:lnTo>
                <ns0:lnTo>
                  <ns0:pt x="780480" y="968825"/>
                </ns0:lnTo>
                <ns0:lnTo>
                  <ns0:pt x="779040" y="969726"/>
                </ns0:lnTo>
                <ns0:lnTo>
                  <ns0:pt x="777600" y="969958"/>
                </ns0:lnTo>
                <ns0:lnTo>
                  <ns0:pt x="776160" y="970254"/>
                </ns0:lnTo>
                <ns0:lnTo>
                  <ns0:pt x="774720" y="970156"/>
                </ns0:lnTo>
                <ns0:lnTo>
                  <ns0:pt x="773280" y="969842"/>
                </ns0:lnTo>
                <ns0:lnTo>
                  <ns0:pt x="771840" y="969261"/>
                </ns0:lnTo>
                <ns0:lnTo>
                  <ns0:pt x="770400" y="968466"/>
                </ns0:lnTo>
                <ns0:lnTo>
                  <ns0:pt x="768960" y="967684"/>
                </ns0:lnTo>
                <ns0:lnTo>
                  <ns0:pt x="767520" y="966921"/>
                </ns0:lnTo>
                <ns0:lnTo>
                  <ns0:pt x="766080" y="966213"/>
                </ns0:lnTo>
                <ns0:lnTo>
                  <ns0:pt x="764640" y="965607"/>
                </ns0:lnTo>
                <ns0:lnTo>
                  <ns0:pt x="763200" y="965147"/>
                </ns0:lnTo>
                <ns0:lnTo>
                  <ns0:pt x="761760" y="964856"/>
                </ns0:lnTo>
                <ns0:lnTo>
                  <ns0:pt x="760320" y="964684"/>
                </ns0:lnTo>
                <ns0:lnTo>
                  <ns0:pt x="758880" y="964650"/>
                </ns0:lnTo>
                <ns0:lnTo>
                  <ns0:pt x="757440" y="964701"/>
                </ns0:lnTo>
                <ns0:lnTo>
                  <ns0:pt x="756000" y="964798"/>
                </ns0:lnTo>
                <ns0:lnTo>
                  <ns0:pt x="754560" y="964890"/>
                </ns0:lnTo>
                <ns0:lnTo>
                  <ns0:pt x="753120" y="964907"/>
                </ns0:lnTo>
                <ns0:lnTo>
                  <ns0:pt x="751680" y="964864"/>
                </ns0:lnTo>
                <ns0:lnTo>
                  <ns0:pt x="750240" y="964765"/>
                </ns0:lnTo>
                <ns0:lnTo>
                  <ns0:pt x="748800" y="964644"/>
                </ns0:lnTo>
                <ns0:lnTo>
                  <ns0:pt x="747360" y="964588"/>
                </ns0:lnTo>
                <ns0:lnTo>
                  <ns0:pt x="745920" y="964644"/>
                </ns0:lnTo>
                <ns0:lnTo>
                  <ns0:pt x="744480" y="964872"/>
                </ns0:lnTo>
                <ns0:lnTo>
                  <ns0:pt x="743040" y="965301"/>
                </ns0:lnTo>
                <ns0:lnTo>
                  <ns0:pt x="741600" y="966084"/>
                </ns0:lnTo>
                <ns0:lnTo>
                  <ns0:pt x="740160" y="966764"/>
                </ns0:lnTo>
                <ns0:lnTo>
                  <ns0:pt x="738720" y="967601"/>
                </ns0:lnTo>
                <ns0:lnTo>
                  <ns0:pt x="737280" y="968396"/>
                </ns0:lnTo>
                <ns0:lnTo>
                  <ns0:pt x="735840" y="969194"/>
                </ns0:lnTo>
                <ns0:lnTo>
                  <ns0:pt x="734400" y="969836"/>
                </ns0:lnTo>
                <ns0:lnTo>
                  <ns0:pt x="732960" y="970221"/>
                </ns0:lnTo>
                <ns0:lnTo>
                  <ns0:pt x="731520" y="970282"/>
                </ns0:lnTo>
                <ns0:lnTo>
                  <ns0:pt x="730080" y="970134"/>
                </ns0:lnTo>
                <ns0:lnTo>
                  <ns0:pt x="728640" y="969650"/>
                </ns0:lnTo>
                <ns0:lnTo>
                  <ns0:pt x="727200" y="968928"/>
                </ns0:lnTo>
                <ns0:lnTo>
                  <ns0:pt x="725760" y="967969"/>
                </ns0:lnTo>
                <ns0:lnTo>
                  <ns0:pt x="724320" y="967111"/>
                </ns0:lnTo>
                <ns0:lnTo>
                  <ns0:pt x="722880" y="966286"/>
                </ns0:lnTo>
                <ns0:lnTo>
                  <ns0:pt x="721440" y="965543"/>
                </ns0:lnTo>
                <ns0:lnTo>
                  <ns0:pt x="720000" y="964948"/>
                </ns0:lnTo>
                <ns0:lnTo>
                  <ns0:pt x="718560" y="964538"/>
                </ns0:lnTo>
                <ns0:lnTo>
                  <ns0:pt x="717120" y="964257"/>
                </ns0:lnTo>
                <ns0:lnTo>
                  <ns0:pt x="715680" y="964122"/>
                </ns0:lnTo>
                <ns0:lnTo>
                  <ns0:pt x="714240" y="964115"/>
                </ns0:lnTo>
                <ns0:lnTo>
                  <ns0:pt x="712800" y="964200"/>
                </ns0:lnTo>
                <ns0:lnTo>
                  <ns0:pt x="711360" y="964298"/>
                </ns0:lnTo>
                <ns0:lnTo>
                  <ns0:pt x="709920" y="964356"/>
                </ns0:lnTo>
                <ns0:lnTo>
                  <ns0:pt x="708480" y="964355"/>
                </ns0:lnTo>
                <ns0:lnTo>
                  <ns0:pt x="707040" y="964311"/>
                </ns0:lnTo>
                <ns0:lnTo>
                  <ns0:pt x="705600" y="964196"/>
                </ns0:lnTo>
                <ns0:lnTo>
                  <ns0:pt x="704160" y="964102"/>
                </ns0:lnTo>
                <ns0:lnTo>
                  <ns0:pt x="702720" y="964077"/>
                </ns0:lnTo>
                <ns0:lnTo>
                  <ns0:pt x="701280" y="964211"/>
                </ns0:lnTo>
                <ns0:lnTo>
                  <ns0:pt x="699840" y="964496"/>
                </ns0:lnTo>
                <ns0:lnTo>
                  <ns0:pt x="698400" y="965031"/>
                </ns0:lnTo>
                <ns0:lnTo>
                  <ns0:pt x="696960" y="965688"/>
                </ns0:lnTo>
                <ns0:lnTo>
                  <ns0:pt x="695520" y="966507"/>
                </ns0:lnTo>
                <ns0:lnTo>
                  <ns0:pt x="694080" y="967347"/>
                </ns0:lnTo>
                <ns0:lnTo>
                  <ns0:pt x="692640" y="968243"/>
                </ns0:lnTo>
                <ns0:lnTo>
                  <ns0:pt x="691200" y="968983"/>
                </ns0:lnTo>
                <ns0:lnTo>
                  <ns0:pt x="689760" y="969691"/>
                </ns0:lnTo>
                <ns0:lnTo>
                  <ns0:pt x="688320" y="969671"/>
                </ns0:lnTo>
                <ns0:lnTo>
                  <ns0:pt x="686880" y="969722"/>
                </ns0:lnTo>
                <ns0:lnTo>
                  <ns0:pt x="685440" y="969549"/>
                </ns0:lnTo>
                <ns0:lnTo>
                  <ns0:pt x="684000" y="968920"/>
                </ns0:lnTo>
                <ns0:lnTo>
                  <ns0:pt x="682560" y="968130"/>
                </ns0:lnTo>
                <ns0:lnTo>
                  <ns0:pt x="681120" y="967157"/>
                </ns0:lnTo>
                <ns0:lnTo>
                  <ns0:pt x="679680" y="966232"/>
                </ns0:lnTo>
                <ns0:lnTo>
                  <ns0:pt x="678240" y="965417"/>
                </ns0:lnTo>
                <ns0:lnTo>
                  <ns0:pt x="676800" y="964704"/>
                </ns0:lnTo>
                <ns0:lnTo>
                  <ns0:pt x="675360" y="964155"/>
                </ns0:lnTo>
                <ns0:lnTo>
                  <ns0:pt x="673920" y="963791"/>
                </ns0:lnTo>
                <ns0:lnTo>
                  <ns0:pt x="672480" y="963566"/>
                </ns0:lnTo>
                <ns0:lnTo>
                  <ns0:pt x="671040" y="963487"/>
                </ns0:lnTo>
                <ns0:lnTo>
                  <ns0:pt x="669600" y="963525"/>
                </ns0:lnTo>
                <ns0:lnTo>
                  <ns0:pt x="668160" y="963621"/>
                </ns0:lnTo>
                <ns0:lnTo>
                  <ns0:pt x="666720" y="963715"/>
                </ns0:lnTo>
                <ns0:lnTo>
                  <ns0:pt x="665280" y="963757"/>
                </ns0:lnTo>
                <ns0:lnTo>
                  <ns0:pt x="663840" y="963718"/>
                </ns0:lnTo>
                <ns0:lnTo>
                  <ns0:pt x="662400" y="963615"/>
                </ns0:lnTo>
                <ns0:lnTo>
                  <ns0:pt x="660960" y="963489"/>
                </ns0:lnTo>
                <ns0:lnTo>
                  <ns0:pt x="659520" y="963399"/>
                </ns0:lnTo>
                <ns0:lnTo>
                  <ns0:pt x="658080" y="963407"/>
                </ns0:lnTo>
                <ns0:lnTo>
                  <ns0:pt x="656640" y="963572"/>
                </ns0:lnTo>
                <ns0:lnTo>
                  <ns0:pt x="655200" y="964005"/>
                </ns0:lnTo>
                <ns0:lnTo>
                  <ns0:pt x="653760" y="964598"/>
                </ns0:lnTo>
                <ns0:lnTo>
                  <ns0:pt x="652320" y="965638"/>
                </ns0:lnTo>
                <ns0:lnTo>
                  <ns0:pt x="650880" y="966503"/>
                </ns0:lnTo>
                <ns0:lnTo>
                  <ns0:pt x="649440" y="967384"/>
                </ns0:lnTo>
                <ns0:lnTo>
                  <ns0:pt x="648000" y="968365"/>
                </ns0:lnTo>
                <ns0:lnTo>
                  <ns0:pt x="646560" y="969121"/>
                </ns0:lnTo>
                <ns0:lnTo>
                  <ns0:pt x="645120" y="969850"/>
                </ns0:lnTo>
                <ns0:lnTo>
                  <ns0:pt x="643680" y="970119"/>
                </ns0:lnTo>
                <ns0:lnTo>
                  <ns0:pt x="642240" y="969970"/>
                </ns0:lnTo>
                <ns0:lnTo>
                  <ns0:pt x="640800" y="969361"/>
                </ns0:lnTo>
                <ns0:lnTo>
                  <ns0:pt x="639360" y="968527"/>
                </ns0:lnTo>
                <ns0:lnTo>
                  <ns0:pt x="637920" y="967447"/>
                </ns0:lnTo>
                <ns0:lnTo>
                  <ns0:pt x="636480" y="966484"/>
                </ns0:lnTo>
                <ns0:lnTo>
                  <ns0:pt x="635040" y="965392"/>
                </ns0:lnTo>
                <ns0:lnTo>
                  <ns0:pt x="633600" y="964511"/>
                </ns0:lnTo>
                <ns0:lnTo>
                  <ns0:pt x="632160" y="963802"/>
                </ns0:lnTo>
                <ns0:lnTo>
                  <ns0:pt x="630720" y="963328"/>
                </ns0:lnTo>
                <ns0:lnTo>
                  <ns0:pt x="629280" y="962892"/>
                </ns0:lnTo>
                <ns0:lnTo>
                  <ns0:pt x="627840" y="962695"/>
                </ns0:lnTo>
                <ns0:lnTo>
                  <ns0:pt x="626400" y="962638"/>
                </ns0:lnTo>
                <ns0:lnTo>
                  <ns0:pt x="624960" y="962689"/>
                </ns0:lnTo>
                <ns0:lnTo>
                  <ns0:pt x="623520" y="962804"/>
                </ns0:lnTo>
                <ns0:lnTo>
                  <ns0:pt x="622080" y="962906"/>
                </ns0:lnTo>
                <ns0:lnTo>
                  <ns0:pt x="620640" y="962960"/>
                </ns0:lnTo>
                <ns0:lnTo>
                  <ns0:pt x="619200" y="962912"/>
                </ns0:lnTo>
                <ns0:lnTo>
                  <ns0:pt x="617760" y="962798"/>
                </ns0:lnTo>
                <ns0:lnTo>
                  <ns0:pt x="616320" y="962665"/>
                </ns0:lnTo>
                <ns0:lnTo>
                  <ns0:pt x="614880" y="962593"/>
                </ns0:lnTo>
                <ns0:lnTo>
                  <ns0:pt x="613440" y="962637"/>
                </ns0:lnTo>
                <ns0:lnTo>
                  <ns0:pt x="612000" y="962868"/>
                </ns0:lnTo>
                <ns0:lnTo>
                  <ns0:pt x="610560" y="963332"/>
                </ns0:lnTo>
                <ns0:lnTo>
                  <ns0:pt x="609120" y="963954"/>
                </ns0:lnTo>
                <ns0:lnTo>
                  <ns0:pt x="607680" y="964813"/>
                </ns0:lnTo>
                <ns0:lnTo>
                  <ns0:pt x="606240" y="965768"/>
                </ns0:lnTo>
                <ns0:lnTo>
                  <ns0:pt x="604800" y="966864"/>
                </ns0:lnTo>
                <ns0:lnTo>
                  <ns0:pt x="603360" y="967870"/>
                </ns0:lnTo>
                <ns0:lnTo>
                  <ns0:pt x="601920" y="968767"/>
                </ns0:lnTo>
                <ns0:lnTo>
                  <ns0:pt x="600480" y="969140"/>
                </ns0:lnTo>
                <ns0:lnTo>
                  <ns0:pt x="599040" y="969282"/>
                </ns0:lnTo>
                <ns0:lnTo>
                  <ns0:pt x="597600" y="968997"/>
                </ns0:lnTo>
                <ns0:lnTo>
                  <ns0:pt x="596160" y="968343"/>
                </ns0:lnTo>
                <ns0:lnTo>
                  <ns0:pt x="594720" y="967381"/>
                </ns0:lnTo>
                <ns0:lnTo>
                  <ns0:pt x="593280" y="966394"/>
                </ns0:lnTo>
                <ns0:lnTo>
                  <ns0:pt x="591840" y="965374"/>
                </ns0:lnTo>
                <ns0:lnTo>
                  <ns0:pt x="590400" y="964421"/>
                </ns0:lnTo>
                <ns0:lnTo>
                  <ns0:pt x="588960" y="963547"/>
                </ns0:lnTo>
                <ns0:lnTo>
                  <ns0:pt x="587520" y="962828"/>
                </ns0:lnTo>
                <ns0:lnTo>
                  <ns0:pt x="586080" y="962292"/>
                </ns0:lnTo>
                <ns0:lnTo>
                  <ns0:pt x="584640" y="961937"/>
                </ns0:lnTo>
                <ns0:lnTo>
                  <ns0:pt x="583200" y="961769"/>
                </ns0:lnTo>
                <ns0:lnTo>
                  <ns0:pt x="581760" y="961751"/>
                </ns0:lnTo>
                <ns0:lnTo>
                  <ns0:pt x="580320" y="961840"/>
                </ns0:lnTo>
                <ns0:lnTo>
                  <ns0:pt x="578880" y="961975"/>
                </ns0:lnTo>
                <ns0:lnTo>
                  <ns0:pt x="577440" y="962077"/>
                </ns0:lnTo>
                <ns0:lnTo>
                  <ns0:pt x="576000" y="962100"/>
                </ns0:lnTo>
                <ns0:lnTo>
                  <ns0:pt x="574560" y="962021"/>
                </ns0:lnTo>
                <ns0:lnTo>
                  <ns0:pt x="573120" y="961875"/>
                </ns0:lnTo>
                <ns0:lnTo>
                  <ns0:pt x="571680" y="961732"/>
                </ns0:lnTo>
                <ns0:lnTo>
                  <ns0:pt x="570240" y="961688"/>
                </ns0:lnTo>
                <ns0:lnTo>
                  <ns0:pt x="568800" y="961816"/>
                </ns0:lnTo>
                <ns0:lnTo>
                  <ns0:pt x="567360" y="962141"/>
                </ns0:lnTo>
                <ns0:lnTo>
                  <ns0:pt x="565920" y="962706"/>
                </ns0:lnTo>
                <ns0:lnTo>
                  <ns0:pt x="564480" y="963569"/>
                </ns0:lnTo>
                <ns0:lnTo>
                  <ns0:pt x="563040" y="964660"/>
                </ns0:lnTo>
                <ns0:lnTo>
                  <ns0:pt x="561600" y="965808"/>
                </ns0:lnTo>
                <ns0:lnTo>
                  <ns0:pt x="560160" y="966994"/>
                </ns0:lnTo>
                <ns0:lnTo>
                  <ns0:pt x="558720" y="968066"/>
                </ns0:lnTo>
                <ns0:lnTo>
                  <ns0:pt x="557280" y="968927"/>
                </ns0:lnTo>
                <ns0:lnTo>
                  <ns0:pt x="555840" y="969211"/>
                </ns0:lnTo>
                <ns0:lnTo>
                  <ns0:pt x="554400" y="969328"/>
                </ns0:lnTo>
                <ns0:lnTo>
                  <ns0:pt x="552960" y="969096"/>
                </ns0:lnTo>
                <ns0:lnTo>
                  <ns0:pt x="551520" y="968565"/>
                </ns0:lnTo>
                <ns0:lnTo>
                  <ns0:pt x="550080" y="967774"/>
                </ns0:lnTo>
                <ns0:lnTo>
                  <ns0:pt x="548640" y="966729"/>
                </ns0:lnTo>
                <ns0:lnTo>
                  <ns0:pt x="547200" y="965765"/>
                </ns0:lnTo>
                <ns0:lnTo>
                  <ns0:pt x="545760" y="964832"/>
                </ns0:lnTo>
                <ns0:lnTo>
                  <ns0:pt x="544320" y="964008"/>
                </ns0:lnTo>
                <ns0:lnTo>
                  <ns0:pt x="542880" y="963323"/>
                </ns0:lnTo>
                <ns0:lnTo>
                  <ns0:pt x="541440" y="962805"/>
                </ns0:lnTo>
                <ns0:lnTo>
                  <ns0:pt x="540000" y="962490"/>
                </ns0:lnTo>
                <ns0:lnTo>
                  <ns0:pt x="538560" y="962358"/>
                </ns0:lnTo>
                <ns0:lnTo>
                  <ns0:pt x="537120" y="962376"/>
                </ns0:lnTo>
                <ns0:lnTo>
                  <ns0:pt x="535680" y="962488"/>
                </ns0:lnTo>
                <ns0:lnTo>
                  <ns0:pt x="534240" y="962621"/>
                </ns0:lnTo>
                <ns0:lnTo>
                  <ns0:pt x="532800" y="962694"/>
                </ns0:lnTo>
                <ns0:lnTo>
                  <ns0:pt x="531360" y="962666"/>
                </ns0:lnTo>
                <ns0:lnTo>
                  <ns0:pt x="529920" y="962529"/>
                </ns0:lnTo>
                <ns0:lnTo>
                  <ns0:pt x="528480" y="962373"/>
                </ns0:lnTo>
                <ns0:lnTo>
                  <ns0:pt x="527040" y="962219"/>
                </ns0:lnTo>
                <ns0:lnTo>
                  <ns0:pt x="525600" y="962182"/>
                </ns0:lnTo>
                <ns0:lnTo>
                  <ns0:pt x="524160" y="962332"/>
                </ns0:lnTo>
                <ns0:lnTo>
                  <ns0:pt x="522720" y="962735"/>
                </ns0:lnTo>
                <ns0:lnTo>
                  <ns0:pt x="521280" y="963454"/>
                </ns0:lnTo>
                <ns0:lnTo>
                  <ns0:pt x="519840" y="964535"/>
                </ns0:lnTo>
                <ns0:lnTo>
                  <ns0:pt x="518400" y="965641"/>
                </ns0:lnTo>
                <ns0:lnTo>
                  <ns0:pt x="516960" y="966847"/>
                </ns0:lnTo>
                <ns0:lnTo>
                  <ns0:pt x="515520" y="967987"/>
                </ns0:lnTo>
                <ns0:lnTo>
                  <ns0:pt x="514080" y="968928"/>
                </ns0:lnTo>
                <ns0:lnTo>
                  <ns0:pt x="512640" y="969749"/>
                </ns0:lnTo>
                <ns0:lnTo>
                  <ns0:pt x="511200" y="969967"/>
                </ns0:lnTo>
                <ns0:lnTo>
                  <ns0:pt x="509760" y="969758"/>
                </ns0:lnTo>
                <ns0:lnTo>
                  <ns0:pt x="508320" y="969049"/>
                </ns0:lnTo>
                <ns0:lnTo>
                  <ns0:pt x="506880" y="967992"/>
                </ns0:lnTo>
                <ns0:lnTo>
                  <ns0:pt x="505440" y="966744"/>
                </ns0:lnTo>
                <ns0:lnTo>
                  <ns0:pt x="504000" y="965372"/>
                </ns0:lnTo>
                <ns0:lnTo>
                  <ns0:pt x="502560" y="964009"/>
                </ns0:lnTo>
                <ns0:lnTo>
                  <ns0:pt x="501120" y="962819"/>
                </ns0:lnTo>
                <ns0:lnTo>
                  <ns0:pt x="499680" y="961776"/>
                </ns0:lnTo>
                <ns0:lnTo>
                  <ns0:pt x="498240" y="960911"/>
                </ns0:lnTo>
                <ns0:lnTo>
                  <ns0:pt x="496800" y="960291"/>
                </ns0:lnTo>
                <ns0:lnTo>
                  <ns0:pt x="495360" y="959919"/>
                </ns0:lnTo>
                <ns0:lnTo>
                  <ns0:pt x="493920" y="959719"/>
                </ns0:lnTo>
                <ns0:lnTo>
                  <ns0:pt x="492480" y="959698"/>
                </ns0:lnTo>
                <ns0:lnTo>
                  <ns0:pt x="491040" y="959817"/>
                </ns0:lnTo>
                <ns0:lnTo>
                  <ns0:pt x="489600" y="959988"/>
                </ns0:lnTo>
                <ns0:lnTo>
                  <ns0:pt x="488160" y="960125"/>
                </ns0:lnTo>
                <ns0:lnTo>
                  <ns0:pt x="486720" y="960158"/>
                </ns0:lnTo>
                <ns0:lnTo>
                  <ns0:pt x="485280" y="960082"/>
                </ns0:lnTo>
                <ns0:lnTo>
                  <ns0:pt x="483840" y="959920"/>
                </ns0:lnTo>
                <ns0:lnTo>
                  <ns0:pt x="482400" y="959778"/>
                </ns0:lnTo>
                <ns0:lnTo>
                  <ns0:pt x="480960" y="959733"/>
                </ns0:lnTo>
                <ns0:lnTo>
                  <ns0:pt x="479520" y="959872"/>
                </ns0:lnTo>
                <ns0:lnTo>
                  <ns0:pt x="478080" y="960282"/>
                </ns0:lnTo>
                <ns0:lnTo>
                  <ns0:pt x="476640" y="960920"/>
                </ns0:lnTo>
                <ns0:lnTo>
                  <ns0:pt x="475200" y="961844"/>
                </ns0:lnTo>
                <ns0:lnTo>
                  <ns0:pt x="473760" y="962924"/>
                </ns0:lnTo>
                <ns0:lnTo>
                  <ns0:pt x="472320" y="964123"/>
                </ns0:lnTo>
                <ns0:lnTo>
                  <ns0:pt x="470880" y="965312"/>
                </ns0:lnTo>
                <ns0:lnTo>
                  <ns0:pt x="469440" y="966312"/>
                </ns0:lnTo>
                <ns0:lnTo>
                  <ns0:pt x="468000" y="966946"/>
                </ns0:lnTo>
                <ns0:lnTo>
                  <ns0:pt x="466560" y="967152"/>
                </ns0:lnTo>
                <ns0:lnTo>
                  <ns0:pt x="465120" y="966849"/>
                </ns0:lnTo>
                <ns0:lnTo>
                  <ns0:pt x="463680" y="966164"/>
                </ns0:lnTo>
                <ns0:lnTo>
                  <ns0:pt x="462240" y="965229"/>
                </ns0:lnTo>
                <ns0:lnTo>
                  <ns0:pt x="460800" y="964169"/>
                </ns0:lnTo>
                <ns0:lnTo>
                  <ns0:pt x="459360" y="962905"/>
                </ns0:lnTo>
                <ns0:lnTo>
                  <ns0:pt x="457920" y="961719"/>
                </ns0:lnTo>
                <ns0:lnTo>
                  <ns0:pt x="456480" y="960579"/>
                </ns0:lnTo>
                <ns0:lnTo>
                  <ns0:pt x="455040" y="959637"/>
                </ns0:lnTo>
                <ns0:lnTo>
                  <ns0:pt x="453600" y="958907"/>
                </ns0:lnTo>
                <ns0:lnTo>
                  <ns0:pt x="452160" y="958408"/>
                </ns0:lnTo>
                <ns0:lnTo>
                  <ns0:pt x="450720" y="958135"/>
                </ns0:lnTo>
                <ns0:lnTo>
                  <ns0:pt x="449280" y="958051"/>
                </ns0:lnTo>
                <ns0:lnTo>
                  <ns0:pt x="447840" y="958125"/>
                </ns0:lnTo>
                <ns0:lnTo>
                  <ns0:pt x="446400" y="958282"/>
                </ns0:lnTo>
                <ns0:lnTo>
                  <ns0:pt x="444960" y="958431"/>
                </ns0:lnTo>
                <ns0:lnTo>
                  <ns0:pt x="443520" y="958492"/>
                </ns0:lnTo>
                <ns0:lnTo>
                  <ns0:pt x="442080" y="958424"/>
                </ns0:lnTo>
                <ns0:lnTo>
                  <ns0:pt x="440640" y="958258"/>
                </ns0:lnTo>
                <ns0:lnTo>
                  <ns0:pt x="439200" y="958062"/>
                </ns0:lnTo>
                <ns0:lnTo>
                  <ns0:pt x="437760" y="957931"/>
                </ns0:lnTo>
                <ns0:lnTo>
                  <ns0:pt x="436320" y="957981"/>
                </ns0:lnTo>
                <ns0:lnTo>
                  <ns0:pt x="434880" y="958289"/>
                </ns0:lnTo>
                <ns0:lnTo>
                  <ns0:pt x="433440" y="958912"/>
                </ns0:lnTo>
                <ns0:lnTo>
                  <ns0:pt x="432000" y="959909"/>
                </ns0:lnTo>
                <ns0:lnTo>
                  <ns0:pt x="430560" y="961208"/>
                </ns0:lnTo>
                <ns0:lnTo>
                  <ns0:pt x="429120" y="962710"/>
                </ns0:lnTo>
                <ns0:lnTo>
                  <ns0:pt x="427680" y="964330"/>
                </ns0:lnTo>
                <ns0:lnTo>
                  <ns0:pt x="426240" y="965866"/>
                </ns0:lnTo>
                <ns0:lnTo>
                  <ns0:pt x="424800" y="967240"/>
                </ns0:lnTo>
                <ns0:lnTo>
                  <ns0:pt x="423360" y="968318"/>
                </ns0:lnTo>
                <ns0:lnTo>
                  <ns0:pt x="421920" y="968899"/>
                </ns0:lnTo>
                <ns0:lnTo>
                  <ns0:pt x="420480" y="968996"/>
                </ns0:lnTo>
                <ns0:lnTo>
                  <ns0:pt x="419040" y="968524"/>
                </ns0:lnTo>
                <ns0:lnTo>
                  <ns0:pt x="417600" y="967624"/>
                </ns0:lnTo>
                <ns0:lnTo>
                  <ns0:pt x="416160" y="966391"/>
                </ns0:lnTo>
                <ns0:lnTo>
                  <ns0:pt x="414720" y="965052"/>
                </ns0:lnTo>
                <ns0:lnTo>
                  <ns0:pt x="413280" y="963637"/>
                </ns0:lnTo>
                <ns0:lnTo>
                  <ns0:pt x="411840" y="962297"/>
                </ns0:lnTo>
                <ns0:lnTo>
                  <ns0:pt x="410400" y="961092"/>
                </ns0:lnTo>
                <ns0:lnTo>
                  <ns0:pt x="408960" y="960068"/>
                </ns0:lnTo>
                <ns0:lnTo>
                  <ns0:pt x="407520" y="959270"/>
                </ns0:lnTo>
                <ns0:lnTo>
                  <ns0:pt x="406080" y="958736"/>
                </ns0:lnTo>
                <ns0:lnTo>
                  <ns0:pt x="404640" y="958424"/>
                </ns0:lnTo>
                <ns0:lnTo>
                  <ns0:pt x="403200" y="958336"/>
                </ns0:lnTo>
                <ns0:lnTo>
                  <ns0:pt x="401760" y="958432"/>
                </ns0:lnTo>
                <ns0:lnTo>
                  <ns0:pt x="400320" y="958651"/>
                </ns0:lnTo>
                <ns0:lnTo>
                  <ns0:pt x="398880" y="958913"/>
                </ns0:lnTo>
                <ns0:lnTo>
                  <ns0:pt x="397440" y="959127"/>
                </ns0:lnTo>
                <ns0:lnTo>
                  <ns0:pt x="396000" y="959214"/>
                </ns0:lnTo>
                <ns0:lnTo>
                  <ns0:pt x="394560" y="959163"/>
                </ns0:lnTo>
                <ns0:lnTo>
                  <ns0:pt x="393120" y="959025"/>
                </ns0:lnTo>
                <ns0:lnTo>
                  <ns0:pt x="391680" y="958905"/>
                </ns0:lnTo>
                <ns0:lnTo>
                  <ns0:pt x="390240" y="958945"/>
                </ns0:lnTo>
                <ns0:lnTo>
                  <ns0:pt x="388800" y="959141"/>
                </ns0:lnTo>
                <ns0:lnTo>
                  <ns0:pt x="387360" y="959657"/>
                </ns0:lnTo>
                <ns0:lnTo>
                  <ns0:pt x="385920" y="960474"/>
                </ns0:lnTo>
                <ns0:lnTo>
                  <ns0:pt x="384480" y="961519"/>
                </ns0:lnTo>
                <ns0:lnTo>
                  <ns0:pt x="383040" y="962695"/>
                </ns0:lnTo>
                <ns0:lnTo>
                  <ns0:pt x="381600" y="963855"/>
                </ns0:lnTo>
                <ns0:lnTo>
                  <ns0:pt x="380160" y="964847"/>
                </ns0:lnTo>
                <ns0:lnTo>
                  <ns0:pt x="378720" y="965369"/>
                </ns0:lnTo>
                <ns0:lnTo>
                  <ns0:pt x="377280" y="965320"/>
                </ns0:lnTo>
                <ns0:lnTo>
                  <ns0:pt x="375840" y="964492"/>
                </ns0:lnTo>
                <ns0:lnTo>
                  <ns0:pt x="374400" y="962907"/>
                </ns0:lnTo>
                <ns0:lnTo>
                  <ns0:pt x="372960" y="960737"/>
                </ns0:lnTo>
                <ns0:lnTo>
                  <ns0:pt x="371520" y="958155"/>
                </ns0:lnTo>
                <ns0:lnTo>
                  <ns0:pt x="370080" y="955371"/>
                </ns0:lnTo>
                <ns0:lnTo>
                  <ns0:pt x="368640" y="952623"/>
                </ns0:lnTo>
                <ns0:lnTo>
                  <ns0:pt x="367200" y="950073"/>
                </ns0:lnTo>
                <ns0:lnTo>
                  <ns0:pt x="365760" y="947829"/>
                </ns0:lnTo>
                <ns0:lnTo>
                  <ns0:pt x="364320" y="945936"/>
                </ns0:lnTo>
                <ns0:lnTo>
                  <ns0:pt x="362880" y="944462"/>
                </ns0:lnTo>
                <ns0:lnTo>
                  <ns0:pt x="361440" y="943412"/>
                </ns0:lnTo>
                <ns0:lnTo>
                  <ns0:pt x="360000" y="942768"/>
                </ns0:lnTo>
                <ns0:lnTo>
                  <ns0:pt x="358560" y="942487"/>
                </ns0:lnTo>
                <ns0:lnTo>
                  <ns0:pt x="357120" y="942459"/>
                </ns0:lnTo>
                <ns0:lnTo>
                  <ns0:pt x="355680" y="942592"/>
                </ns0:lnTo>
                <ns0:lnTo>
                  <ns0:pt x="354240" y="942786"/>
                </ns0:lnTo>
                <ns0:lnTo>
                  <ns0:pt x="352800" y="942966"/>
                </ns0:lnTo>
                <ns0:lnTo>
                  <ns0:pt x="351360" y="943069"/>
                </ns0:lnTo>
                <ns0:lnTo>
                  <ns0:pt x="349920" y="943069"/>
                </ns0:lnTo>
                <ns0:lnTo>
                  <ns0:pt x="348480" y="943002"/>
                </ns0:lnTo>
                <ns0:lnTo>
                  <ns0:pt x="347040" y="942923"/>
                </ns0:lnTo>
                <ns0:lnTo>
                  <ns0:pt x="345600" y="942905"/>
                </ns0:lnTo>
                <ns0:lnTo>
                  <ns0:pt x="344160" y="943019"/>
                </ns0:lnTo>
                <ns0:lnTo>
                  <ns0:pt x="342720" y="943310"/>
                </ns0:lnTo>
                <ns0:lnTo>
                  <ns0:pt x="341280" y="943809"/>
                </ns0:lnTo>
                <ns0:lnTo>
                  <ns0:pt x="339840" y="944522"/>
                </ns0:lnTo>
                <ns0:lnTo>
                  <ns0:pt x="338400" y="945434"/>
                </ns0:lnTo>
                <ns0:lnTo>
                  <ns0:pt x="336960" y="946495"/>
                </ns0:lnTo>
                <ns0:lnTo>
                  <ns0:pt x="335520" y="947669"/>
                </ns0:lnTo>
                <ns0:lnTo>
                  <ns0:pt x="334080" y="948868"/>
                </ns0:lnTo>
                <ns0:lnTo>
                  <ns0:pt x="332640" y="949990"/>
                </ns0:lnTo>
                <ns0:lnTo>
                  <ns0:pt x="331200" y="950920"/>
                </ns0:lnTo>
                <ns0:lnTo>
                  <ns0:pt x="329760" y="951585"/>
                </ns0:lnTo>
                <ns0:lnTo>
                  <ns0:pt x="328320" y="951972"/>
                </ns0:lnTo>
                <ns0:lnTo>
                  <ns0:pt x="326880" y="952030"/>
                </ns0:lnTo>
                <ns0:lnTo>
                  <ns0:pt x="325440" y="951805"/>
                </ns0:lnTo>
                <ns0:lnTo>
                  <ns0:pt x="324000" y="951377"/>
                </ns0:lnTo>
                <ns0:lnTo>
                  <ns0:pt x="322560" y="950839"/>
                </ns0:lnTo>
                <ns0:lnTo>
                  <ns0:pt x="321120" y="950335"/>
                </ns0:lnTo>
                <ns0:lnTo>
                  <ns0:pt x="319680" y="949950"/>
                </ns0:lnTo>
                <ns0:lnTo>
                  <ns0:pt x="318240" y="949714"/>
                </ns0:lnTo>
                <ns0:lnTo>
                  <ns0:pt x="316800" y="949637"/>
                </ns0:lnTo>
                <ns0:lnTo>
                  <ns0:pt x="315360" y="949684"/>
                </ns0:lnTo>
                <ns0:lnTo>
                  <ns0:pt x="313920" y="949779"/>
                </ns0:lnTo>
                <ns0:lnTo>
                  <ns0:pt x="312480" y="949868"/>
                </ns0:lnTo>
                <ns0:lnTo>
                  <ns0:pt x="311040" y="949963"/>
                </ns0:lnTo>
                <ns0:lnTo>
                  <ns0:pt x="309600" y="950062"/>
                </ns0:lnTo>
                <ns0:lnTo>
                  <ns0:pt x="308160" y="950116"/>
                </ns0:lnTo>
                <ns0:lnTo>
                  <ns0:pt x="306720" y="950126"/>
                </ns0:lnTo>
                <ns0:lnTo>
                  <ns0:pt x="305280" y="949660"/>
                </ns0:lnTo>
                <ns0:lnTo>
                  <ns0:pt x="303840" y="949222"/>
                </ns0:lnTo>
                <ns0:lnTo>
                  <ns0:pt x="302400" y="948894"/>
                </ns0:lnTo>
                <ns0:lnTo>
                  <ns0:pt x="300960" y="948765"/>
                </ns0:lnTo>
                <ns0:lnTo>
                  <ns0:pt x="299520" y="948912"/>
                </ns0:lnTo>
                <ns0:lnTo>
                  <ns0:pt x="298080" y="949391"/>
                </ns0:lnTo>
                <ns0:lnTo>
                  <ns0:pt x="296640" y="950225"/>
                </ns0:lnTo>
                <ns0:lnTo>
                  <ns0:pt x="295200" y="951407"/>
                </ns0:lnTo>
                <ns0:lnTo>
                  <ns0:pt x="293760" y="952906"/>
                </ns0:lnTo>
                <ns0:lnTo>
                  <ns0:pt x="292320" y="954687"/>
                </ns0:lnTo>
                <ns0:lnTo>
                  <ns0:pt x="290880" y="956741"/>
                </ns0:lnTo>
                <ns0:lnTo>
                  <ns0:pt x="289440" y="959037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1" name="vy (m/s)"/>
          <ns0:cNvSpPr txBox="1"/>
          <ns0:nvPr/>
        </ns0:nvSpPr>
        <ns0:spPr>
          <ns0:xfrm xmlns:ns0="http://schemas.openxmlformats.org/drawingml/2006/main">
            <ns0:off x="2628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22" name="Isaac Sim / PhysX vy native data chart"/>
          <ns0:cNvGraphicFramePr/>
          <ns0:nvPr/>
        </ns0:nvGraphicFramePr>
        <ns0:xfrm>
          <ns0:off xmlns:ns0="http://schemas.openxmlformats.org/drawingml/2006/main" x="2664000" y="161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9="http://schemas.openxmlformats.org/officeDocument/2006/relationships" ns9:id="rId102"/>
          </ns0:graphicData>
        </ns0:graphic>
      </ns0:graphicFrame>
      <ns0:sp>
        <ns0:nvSpPr>
          <ns0:cNvPr id="23" name="Isaac Sim / PhysX wz CWC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15478"/>
                </ns0:lnTo>
                <ns0:lnTo>
                  <ns0:pt x="290880" y="717391"/>
                </ns0:lnTo>
                <ns0:lnTo>
                  <ns0:pt x="292320" y="713031"/>
                </ns0:lnTo>
                <ns0:lnTo>
                  <ns0:pt x="293760" y="708493"/>
                </ns0:lnTo>
                <ns0:lnTo>
                  <ns0:pt x="295200" y="704293"/>
                </ns0:lnTo>
                <ns0:lnTo>
                  <ns0:pt x="296640" y="700333"/>
                </ns0:lnTo>
                <ns0:lnTo>
                  <ns0:pt x="298080" y="698602"/>
                </ns0:lnTo>
                <ns0:lnTo>
                  <ns0:pt x="299520" y="700193"/>
                </ns0:lnTo>
                <ns0:lnTo>
                  <ns0:pt x="300960" y="704601"/>
                </ns0:lnTo>
                <ns0:lnTo>
                  <ns0:pt x="302400" y="705509"/>
                </ns0:lnTo>
                <ns0:lnTo>
                  <ns0:pt x="303840" y="705722"/>
                </ns0:lnTo>
                <ns0:lnTo>
                  <ns0:pt x="305280" y="704898"/>
                </ns0:lnTo>
                <ns0:lnTo>
                  <ns0:pt x="306720" y="703979"/>
                </ns0:lnTo>
                <ns0:lnTo>
                  <ns0:pt x="308160" y="704125"/>
                </ns0:lnTo>
                <ns0:lnTo>
                  <ns0:pt x="309600" y="704124"/>
                </ns0:lnTo>
                <ns0:lnTo>
                  <ns0:pt x="311040" y="698407"/>
                </ns0:lnTo>
                <ns0:lnTo>
                  <ns0:pt x="312480" y="695187"/>
                </ns0:lnTo>
                <ns0:lnTo>
                  <ns0:pt x="313920" y="688830"/>
                </ns0:lnTo>
                <ns0:lnTo>
                  <ns0:pt x="315360" y="684692"/>
                </ns0:lnTo>
                <ns0:lnTo>
                  <ns0:pt x="316800" y="680742"/>
                </ns0:lnTo>
                <ns0:lnTo>
                  <ns0:pt x="318240" y="677806"/>
                </ns0:lnTo>
                <ns0:lnTo>
                  <ns0:pt x="319680" y="673867"/>
                </ns0:lnTo>
                <ns0:lnTo>
                  <ns0:pt x="321120" y="668900"/>
                </ns0:lnTo>
                <ns0:lnTo>
                  <ns0:pt x="322560" y="669902"/>
                </ns0:lnTo>
                <ns0:lnTo>
                  <ns0:pt x="324000" y="670834"/>
                </ns0:lnTo>
                <ns0:lnTo>
                  <ns0:pt x="325440" y="671653"/>
                </ns0:lnTo>
                <ns0:lnTo>
                  <ns0:pt x="326880" y="672130"/>
                </ns0:lnTo>
                <ns0:lnTo>
                  <ns0:pt x="328320" y="672734"/>
                </ns0:lnTo>
                <ns0:lnTo>
                  <ns0:pt x="329760" y="674029"/>
                </ns0:lnTo>
                <ns0:lnTo>
                  <ns0:pt x="331200" y="673258"/>
                </ns0:lnTo>
                <ns0:lnTo>
                  <ns0:pt x="332640" y="672241"/>
                </ns0:lnTo>
                <ns0:lnTo>
                  <ns0:pt x="334080" y="668211"/>
                </ns0:lnTo>
                <ns0:lnTo>
                  <ns0:pt x="335520" y="660256"/>
                </ns0:lnTo>
                <ns0:lnTo>
                  <ns0:pt x="336960" y="649691"/>
                </ns0:lnTo>
                <ns0:lnTo>
                  <ns0:pt x="338400" y="640440"/>
                </ns0:lnTo>
                <ns0:lnTo>
                  <ns0:pt x="339840" y="631202"/>
                </ns0:lnTo>
                <ns0:lnTo>
                  <ns0:pt x="341280" y="622936"/>
                </ns0:lnTo>
                <ns0:lnTo>
                  <ns0:pt x="342720" y="614251"/>
                </ns0:lnTo>
                <ns0:lnTo>
                  <ns0:pt x="344160" y="596144"/>
                </ns0:lnTo>
                <ns0:lnTo>
                  <ns0:pt x="345600" y="579787"/>
                </ns0:lnTo>
                <ns0:lnTo>
                  <ns0:pt x="347040" y="569564"/>
                </ns0:lnTo>
                <ns0:lnTo>
                  <ns0:pt x="348480" y="559937"/>
                </ns0:lnTo>
                <ns0:lnTo>
                  <ns0:pt x="349920" y="548845"/>
                </ns0:lnTo>
                <ns0:lnTo>
                  <ns0:pt x="351360" y="553962"/>
                </ns0:lnTo>
                <ns0:lnTo>
                  <ns0:pt x="352800" y="563430"/>
                </ns0:lnTo>
                <ns0:lnTo>
                  <ns0:pt x="354240" y="577951"/>
                </ns0:lnTo>
                <ns0:lnTo>
                  <ns0:pt x="355680" y="586421"/>
                </ns0:lnTo>
                <ns0:lnTo>
                  <ns0:pt x="357120" y="591187"/>
                </ns0:lnTo>
                <ns0:lnTo>
                  <ns0:pt x="358560" y="590323"/>
                </ns0:lnTo>
                <ns0:lnTo>
                  <ns0:pt x="360000" y="589327"/>
                </ns0:lnTo>
                <ns0:lnTo>
                  <ns0:pt x="361440" y="585135"/>
                </ns0:lnTo>
                <ns0:lnTo>
                  <ns0:pt x="362880" y="585589"/>
                </ns0:lnTo>
                <ns0:lnTo>
                  <ns0:pt x="364320" y="586466"/>
                </ns0:lnTo>
                <ns0:lnTo>
                  <ns0:pt x="365760" y="587531"/>
                </ns0:lnTo>
                <ns0:lnTo>
                  <ns0:pt x="367200" y="588032"/>
                </ns0:lnTo>
                <ns0:lnTo>
                  <ns0:pt x="368640" y="588080"/>
                </ns0:lnTo>
                <ns0:lnTo>
                  <ns0:pt x="370080" y="589677"/>
                </ns0:lnTo>
                <ns0:lnTo>
                  <ns0:pt x="371520" y="591317"/>
                </ns0:lnTo>
                <ns0:lnTo>
                  <ns0:pt x="372960" y="594420"/>
                </ns0:lnTo>
                <ns0:lnTo>
                  <ns0:pt x="374400" y="599804"/>
                </ns0:lnTo>
                <ns0:lnTo>
                  <ns0:pt x="375840" y="605056"/>
                </ns0:lnTo>
                <ns0:lnTo>
                  <ns0:pt x="377280" y="608257"/>
                </ns0:lnTo>
                <ns0:lnTo>
                  <ns0:pt x="378720" y="609485"/>
                </ns0:lnTo>
                <ns0:lnTo>
                  <ns0:pt x="380160" y="609361"/>
                </ns0:lnTo>
                <ns0:lnTo>
                  <ns0:pt x="381600" y="609747"/>
                </ns0:lnTo>
                <ns0:lnTo>
                  <ns0:pt x="383040" y="609467"/>
                </ns0:lnTo>
                <ns0:lnTo>
                  <ns0:pt x="384480" y="608165"/>
                </ns0:lnTo>
                <ns0:lnTo>
                  <ns0:pt x="385920" y="611747"/>
                </ns0:lnTo>
                <ns0:lnTo>
                  <ns0:pt x="387360" y="614110"/>
                </ns0:lnTo>
                <ns0:lnTo>
                  <ns0:pt x="388800" y="611265"/>
                </ns0:lnTo>
                <ns0:lnTo>
                  <ns0:pt x="390240" y="603432"/>
                </ns0:lnTo>
                <ns0:lnTo>
                  <ns0:pt x="391680" y="599736"/>
                </ns0:lnTo>
                <ns0:lnTo>
                  <ns0:pt x="393120" y="596045"/>
                </ns0:lnTo>
                <ns0:lnTo>
                  <ns0:pt x="394560" y="591368"/>
                </ns0:lnTo>
                <ns0:lnTo>
                  <ns0:pt x="396000" y="590434"/>
                </ns0:lnTo>
                <ns0:lnTo>
                  <ns0:pt x="397440" y="590347"/>
                </ns0:lnTo>
                <ns0:lnTo>
                  <ns0:pt x="398880" y="590289"/>
                </ns0:lnTo>
                <ns0:lnTo>
                  <ns0:pt x="400320" y="590117"/>
                </ns0:lnTo>
                <ns0:lnTo>
                  <ns0:pt x="401760" y="590524"/>
                </ns0:lnTo>
                <ns0:lnTo>
                  <ns0:pt x="403200" y="590588"/>
                </ns0:lnTo>
                <ns0:lnTo>
                  <ns0:pt x="404640" y="590589"/>
                </ns0:lnTo>
                <ns0:lnTo>
                  <ns0:pt x="406080" y="592161"/>
                </ns0:lnTo>
                <ns0:lnTo>
                  <ns0:pt x="407520" y="594669"/>
                </ns0:lnTo>
                <ns0:lnTo>
                  <ns0:pt x="408960" y="594013"/>
                </ns0:lnTo>
                <ns0:lnTo>
                  <ns0:pt x="410400" y="596177"/>
                </ns0:lnTo>
                <ns0:lnTo>
                  <ns0:pt x="411840" y="597355"/>
                </ns0:lnTo>
                <ns0:lnTo>
                  <ns0:pt x="413280" y="597279"/>
                </ns0:lnTo>
                <ns0:lnTo>
                  <ns0:pt x="414720" y="596627"/>
                </ns0:lnTo>
                <ns0:lnTo>
                  <ns0:pt x="416160" y="596513"/>
                </ns0:lnTo>
                <ns0:lnTo>
                  <ns0:pt x="417600" y="595359"/>
                </ns0:lnTo>
                <ns0:lnTo>
                  <ns0:pt x="419040" y="593763"/>
                </ns0:lnTo>
                <ns0:lnTo>
                  <ns0:pt x="420480" y="597167"/>
                </ns0:lnTo>
                <ns0:lnTo>
                  <ns0:pt x="421920" y="593833"/>
                </ns0:lnTo>
                <ns0:lnTo>
                  <ns0:pt x="423360" y="592324"/>
                </ns0:lnTo>
                <ns0:lnTo>
                  <ns0:pt x="424800" y="594716"/>
                </ns0:lnTo>
                <ns0:lnTo>
                  <ns0:pt x="426240" y="597743"/>
                </ns0:lnTo>
                <ns0:lnTo>
                  <ns0:pt x="427680" y="594483"/>
                </ns0:lnTo>
                <ns0:lnTo>
                  <ns0:pt x="429120" y="594861"/>
                </ns0:lnTo>
                <ns0:lnTo>
                  <ns0:pt x="430560" y="595498"/>
                </ns0:lnTo>
                <ns0:lnTo>
                  <ns0:pt x="432000" y="595024"/>
                </ns0:lnTo>
                <ns0:lnTo>
                  <ns0:pt x="433440" y="595326"/>
                </ns0:lnTo>
                <ns0:lnTo>
                  <ns0:pt x="434880" y="595942"/>
                </ns0:lnTo>
                <ns0:lnTo>
                  <ns0:pt x="436320" y="596116"/>
                </ns0:lnTo>
                <ns0:lnTo>
                  <ns0:pt x="437760" y="596877"/>
                </ns0:lnTo>
                <ns0:lnTo>
                  <ns0:pt x="439200" y="597254"/>
                </ns0:lnTo>
                <ns0:lnTo>
                  <ns0:pt x="440640" y="597348"/>
                </ns0:lnTo>
                <ns0:lnTo>
                  <ns0:pt x="442080" y="595592"/>
                </ns0:lnTo>
                <ns0:lnTo>
                  <ns0:pt x="443520" y="591734"/>
                </ns0:lnTo>
                <ns0:lnTo>
                  <ns0:pt x="444960" y="593072"/>
                </ns0:lnTo>
                <ns0:lnTo>
                  <ns0:pt x="446400" y="590390"/>
                </ns0:lnTo>
                <ns0:lnTo>
                  <ns0:pt x="447840" y="588832"/>
                </ns0:lnTo>
                <ns0:lnTo>
                  <ns0:pt x="449280" y="592858"/>
                </ns0:lnTo>
                <ns0:lnTo>
                  <ns0:pt x="450720" y="601970"/>
                </ns0:lnTo>
                <ns0:lnTo>
                  <ns0:pt x="452160" y="606774"/>
                </ns0:lnTo>
                <ns0:lnTo>
                  <ns0:pt x="453600" y="607940"/>
                </ns0:lnTo>
                <ns0:lnTo>
                  <ns0:pt x="455040" y="608217"/>
                </ns0:lnTo>
                <ns0:lnTo>
                  <ns0:pt x="456480" y="606182"/>
                </ns0:lnTo>
                <ns0:lnTo>
                  <ns0:pt x="457920" y="603577"/>
                </ns0:lnTo>
                <ns0:lnTo>
                  <ns0:pt x="459360" y="599705"/>
                </ns0:lnTo>
                <ns0:lnTo>
                  <ns0:pt x="460800" y="594485"/>
                </ns0:lnTo>
                <ns0:lnTo>
                  <ns0:pt x="462240" y="588850"/>
                </ns0:lnTo>
                <ns0:lnTo>
                  <ns0:pt x="463680" y="589811"/>
                </ns0:lnTo>
                <ns0:lnTo>
                  <ns0:pt x="465120" y="590943"/>
                </ns0:lnTo>
                <ns0:lnTo>
                  <ns0:pt x="466560" y="591764"/>
                </ns0:lnTo>
                <ns0:lnTo>
                  <ns0:pt x="468000" y="592303"/>
                </ns0:lnTo>
                <ns0:lnTo>
                  <ns0:pt x="469440" y="595132"/>
                </ns0:lnTo>
                <ns0:lnTo>
                  <ns0:pt x="470880" y="598393"/>
                </ns0:lnTo>
                <ns0:lnTo>
                  <ns0:pt x="472320" y="601649"/>
                </ns0:lnTo>
                <ns0:lnTo>
                  <ns0:pt x="473760" y="603835"/>
                </ns0:lnTo>
                <ns0:lnTo>
                  <ns0:pt x="475200" y="603730"/>
                </ns0:lnTo>
                <ns0:lnTo>
                  <ns0:pt x="476640" y="603581"/>
                </ns0:lnTo>
                <ns0:lnTo>
                  <ns0:pt x="478080" y="604232"/>
                </ns0:lnTo>
                <ns0:lnTo>
                  <ns0:pt x="479520" y="604809"/>
                </ns0:lnTo>
                <ns0:lnTo>
                  <ns0:pt x="480960" y="600862"/>
                </ns0:lnTo>
                <ns0:lnTo>
                  <ns0:pt x="482400" y="598550"/>
                </ns0:lnTo>
                <ns0:lnTo>
                  <ns0:pt x="483840" y="595132"/>
                </ns0:lnTo>
                <ns0:lnTo>
                  <ns0:pt x="485280" y="589058"/>
                </ns0:lnTo>
                <ns0:lnTo>
                  <ns0:pt x="486720" y="578996"/>
                </ns0:lnTo>
                <ns0:lnTo>
                  <ns0:pt x="488160" y="574764"/>
                </ns0:lnTo>
                <ns0:lnTo>
                  <ns0:pt x="489600" y="579185"/>
                </ns0:lnTo>
                <ns0:lnTo>
                  <ns0:pt x="491040" y="584584"/>
                </ns0:lnTo>
                <ns0:lnTo>
                  <ns0:pt x="492480" y="588244"/>
                </ns0:lnTo>
                <ns0:lnTo>
                  <ns0:pt x="493920" y="591287"/>
                </ns0:lnTo>
                <ns0:lnTo>
                  <ns0:pt x="495360" y="592380"/>
                </ns0:lnTo>
                <ns0:lnTo>
                  <ns0:pt x="496800" y="592071"/>
                </ns0:lnTo>
                <ns0:lnTo>
                  <ns0:pt x="498240" y="594626"/>
                </ns0:lnTo>
                <ns0:lnTo>
                  <ns0:pt x="499680" y="599054"/>
                </ns0:lnTo>
                <ns0:lnTo>
                  <ns0:pt x="501120" y="604025"/>
                </ns0:lnTo>
                <ns0:lnTo>
                  <ns0:pt x="502560" y="610550"/>
                </ns0:lnTo>
                <ns0:lnTo>
                  <ns0:pt x="504000" y="614994"/>
                </ns0:lnTo>
                <ns0:lnTo>
                  <ns0:pt x="505440" y="614001"/>
                </ns0:lnTo>
                <ns0:lnTo>
                  <ns0:pt x="506880" y="610966"/>
                </ns0:lnTo>
                <ns0:lnTo>
                  <ns0:pt x="508320" y="608004"/>
                </ns0:lnTo>
                <ns0:lnTo>
                  <ns0:pt x="509760" y="603753"/>
                </ns0:lnTo>
                <ns0:lnTo>
                  <ns0:pt x="511200" y="602467"/>
                </ns0:lnTo>
                <ns0:lnTo>
                  <ns0:pt x="512640" y="612744"/>
                </ns0:lnTo>
                <ns0:lnTo>
                  <ns0:pt x="514080" y="622591"/>
                </ns0:lnTo>
                <ns0:lnTo>
                  <ns0:pt x="515520" y="629687"/>
                </ns0:lnTo>
                <ns0:lnTo>
                  <ns0:pt x="516960" y="635953"/>
                </ns0:lnTo>
                <ns0:lnTo>
                  <ns0:pt x="518400" y="639504"/>
                </ns0:lnTo>
                <ns0:lnTo>
                  <ns0:pt x="519840" y="639193"/>
                </ns0:lnTo>
                <ns0:lnTo>
                  <ns0:pt x="521280" y="639741"/>
                </ns0:lnTo>
                <ns0:lnTo>
                  <ns0:pt x="522720" y="639997"/>
                </ns0:lnTo>
                <ns0:lnTo>
                  <ns0:pt x="524160" y="641524"/>
                </ns0:lnTo>
                <ns0:lnTo>
                  <ns0:pt x="525600" y="638443"/>
                </ns0:lnTo>
                <ns0:lnTo>
                  <ns0:pt x="527040" y="635112"/>
                </ns0:lnTo>
                <ns0:lnTo>
                  <ns0:pt x="528480" y="632622"/>
                </ns0:lnTo>
                <ns0:lnTo>
                  <ns0:pt x="529920" y="631773"/>
                </ns0:lnTo>
                <ns0:lnTo>
                  <ns0:pt x="531360" y="630865"/>
                </ns0:lnTo>
                <ns0:lnTo>
                  <ns0:pt x="532800" y="633437"/>
                </ns0:lnTo>
                <ns0:lnTo>
                  <ns0:pt x="534240" y="636603"/>
                </ns0:lnTo>
                <ns0:lnTo>
                  <ns0:pt x="535680" y="638021"/>
                </ns0:lnTo>
                <ns0:lnTo>
                  <ns0:pt x="537120" y="636873"/>
                </ns0:lnTo>
                <ns0:lnTo>
                  <ns0:pt x="538560" y="634930"/>
                </ns0:lnTo>
                <ns0:lnTo>
                  <ns0:pt x="540000" y="634993"/>
                </ns0:lnTo>
                <ns0:lnTo>
                  <ns0:pt x="541440" y="637270"/>
                </ns0:lnTo>
                <ns0:lnTo>
                  <ns0:pt x="542880" y="638102"/>
                </ns0:lnTo>
                <ns0:lnTo>
                  <ns0:pt x="544320" y="638611"/>
                </ns0:lnTo>
                <ns0:lnTo>
                  <ns0:pt x="545760" y="639414"/>
                </ns0:lnTo>
                <ns0:lnTo>
                  <ns0:pt x="547200" y="638401"/>
                </ns0:lnTo>
                <ns0:lnTo>
                  <ns0:pt x="548640" y="629569"/>
                </ns0:lnTo>
                <ns0:lnTo>
                  <ns0:pt x="550080" y="619668"/>
                </ns0:lnTo>
                <ns0:lnTo>
                  <ns0:pt x="551520" y="613002"/>
                </ns0:lnTo>
                <ns0:lnTo>
                  <ns0:pt x="552960" y="607068"/>
                </ns0:lnTo>
                <ns0:lnTo>
                  <ns0:pt x="554400" y="603899"/>
                </ns0:lnTo>
                <ns0:lnTo>
                  <ns0:pt x="555840" y="611134"/>
                </ns0:lnTo>
                <ns0:lnTo>
                  <ns0:pt x="557280" y="617655"/>
                </ns0:lnTo>
                <ns0:lnTo>
                  <ns0:pt x="558720" y="619477"/>
                </ns0:lnTo>
                <ns0:lnTo>
                  <ns0:pt x="560160" y="618501"/>
                </ns0:lnTo>
                <ns0:lnTo>
                  <ns0:pt x="561600" y="618522"/>
                </ns0:lnTo>
                <ns0:lnTo>
                  <ns0:pt x="563040" y="618610"/>
                </ns0:lnTo>
                <ns0:lnTo>
                  <ns0:pt x="564480" y="618114"/>
                </ns0:lnTo>
                <ns0:lnTo>
                  <ns0:pt x="565920" y="619204"/>
                </ns0:lnTo>
                <ns0:lnTo>
                  <ns0:pt x="567360" y="624768"/>
                </ns0:lnTo>
                <ns0:lnTo>
                  <ns0:pt x="568800" y="629161"/>
                </ns0:lnTo>
                <ns0:lnTo>
                  <ns0:pt x="570240" y="635040"/>
                </ns0:lnTo>
                <ns0:lnTo>
                  <ns0:pt x="571680" y="643894"/>
                </ns0:lnTo>
                <ns0:lnTo>
                  <ns0:pt x="573120" y="642422"/>
                </ns0:lnTo>
                <ns0:lnTo>
                  <ns0:pt x="574560" y="640204"/>
                </ns0:lnTo>
                <ns0:lnTo>
                  <ns0:pt x="576000" y="636854"/>
                </ns0:lnTo>
                <ns0:lnTo>
                  <ns0:pt x="577440" y="636790"/>
                </ns0:lnTo>
                <ns0:lnTo>
                  <ns0:pt x="578880" y="638639"/>
                </ns0:lnTo>
                <ns0:lnTo>
                  <ns0:pt x="580320" y="639205"/>
                </ns0:lnTo>
                <ns0:lnTo>
                  <ns0:pt x="581760" y="638087"/>
                </ns0:lnTo>
                <ns0:lnTo>
                  <ns0:pt x="583200" y="637277"/>
                </ns0:lnTo>
                <ns0:lnTo>
                  <ns0:pt x="584640" y="637021"/>
                </ns0:lnTo>
                <ns0:lnTo>
                  <ns0:pt x="586080" y="638853"/>
                </ns0:lnTo>
                <ns0:lnTo>
                  <ns0:pt x="587520" y="642356"/>
                </ns0:lnTo>
                <ns0:lnTo>
                  <ns0:pt x="588960" y="645162"/>
                </ns0:lnTo>
                <ns0:lnTo>
                  <ns0:pt x="590400" y="647831"/>
                </ns0:lnTo>
                <ns0:lnTo>
                  <ns0:pt x="591840" y="650174"/>
                </ns0:lnTo>
                <ns0:lnTo>
                  <ns0:pt x="593280" y="646873"/>
                </ns0:lnTo>
                <ns0:lnTo>
                  <ns0:pt x="594720" y="649809"/>
                </ns0:lnTo>
                <ns0:lnTo>
                  <ns0:pt x="596160" y="655333"/>
                </ns0:lnTo>
                <ns0:lnTo>
                  <ns0:pt x="597600" y="659065"/>
                </ns0:lnTo>
                <ns0:lnTo>
                  <ns0:pt x="599040" y="662619"/>
                </ns0:lnTo>
                <ns0:lnTo>
                  <ns0:pt x="600480" y="664390"/>
                </ns0:lnTo>
                <ns0:lnTo>
                  <ns0:pt x="601920" y="660255"/>
                </ns0:lnTo>
                <ns0:lnTo>
                  <ns0:pt x="603360" y="655626"/>
                </ns0:lnTo>
                <ns0:lnTo>
                  <ns0:pt x="604800" y="653086"/>
                </ns0:lnTo>
                <ns0:lnTo>
                  <ns0:pt x="606240" y="642446"/>
                </ns0:lnTo>
                <ns0:lnTo>
                  <ns0:pt x="607680" y="627786"/>
                </ns0:lnTo>
                <ns0:lnTo>
                  <ns0:pt x="609120" y="624791"/>
                </ns0:lnTo>
                <ns0:lnTo>
                  <ns0:pt x="610560" y="621641"/>
                </ns0:lnTo>
                <ns0:lnTo>
                  <ns0:pt x="612000" y="619151"/>
                </ns0:lnTo>
                <ns0:lnTo>
                  <ns0:pt x="613440" y="623415"/>
                </ns0:lnTo>
                <ns0:lnTo>
                  <ns0:pt x="614880" y="628085"/>
                </ns0:lnTo>
                <ns0:lnTo>
                  <ns0:pt x="616320" y="632182"/>
                </ns0:lnTo>
                <ns0:lnTo>
                  <ns0:pt x="617760" y="634523"/>
                </ns0:lnTo>
                <ns0:lnTo>
                  <ns0:pt x="619200" y="638844"/>
                </ns0:lnTo>
                <ns0:lnTo>
                  <ns0:pt x="620640" y="641664"/>
                </ns0:lnTo>
                <ns0:lnTo>
                  <ns0:pt x="622080" y="641263"/>
                </ns0:lnTo>
                <ns0:lnTo>
                  <ns0:pt x="623520" y="639031"/>
                </ns0:lnTo>
                <ns0:lnTo>
                  <ns0:pt x="624960" y="636882"/>
                </ns0:lnTo>
                <ns0:lnTo>
                  <ns0:pt x="626400" y="631255"/>
                </ns0:lnTo>
                <ns0:lnTo>
                  <ns0:pt x="627840" y="623347"/>
                </ns0:lnTo>
                <ns0:lnTo>
                  <ns0:pt x="629280" y="622389"/>
                </ns0:lnTo>
                <ns0:lnTo>
                  <ns0:pt x="630720" y="617878"/>
                </ns0:lnTo>
                <ns0:lnTo>
                  <ns0:pt x="632160" y="612734"/>
                </ns0:lnTo>
                <ns0:lnTo>
                  <ns0:pt x="633600" y="611941"/>
                </ns0:lnTo>
                <ns0:lnTo>
                  <ns0:pt x="635040" y="607044"/>
                </ns0:lnTo>
                <ns0:lnTo>
                  <ns0:pt x="636480" y="604442"/>
                </ns0:lnTo>
                <ns0:lnTo>
                  <ns0:pt x="637920" y="603450"/>
                </ns0:lnTo>
                <ns0:lnTo>
                  <ns0:pt x="639360" y="602003"/>
                </ns0:lnTo>
                <ns0:lnTo>
                  <ns0:pt x="640800" y="596210"/>
                </ns0:lnTo>
                <ns0:lnTo>
                  <ns0:pt x="642240" y="597199"/>
                </ns0:lnTo>
                <ns0:lnTo>
                  <ns0:pt x="643680" y="599307"/>
                </ns0:lnTo>
                <ns0:lnTo>
                  <ns0:pt x="645120" y="601643"/>
                </ns0:lnTo>
                <ns0:lnTo>
                  <ns0:pt x="646560" y="603000"/>
                </ns0:lnTo>
                <ns0:lnTo>
                  <ns0:pt x="648000" y="604222"/>
                </ns0:lnTo>
                <ns0:lnTo>
                  <ns0:pt x="649440" y="603936"/>
                </ns0:lnTo>
                <ns0:lnTo>
                  <ns0:pt x="650880" y="599970"/>
                </ns0:lnTo>
                <ns0:lnTo>
                  <ns0:pt x="652320" y="595502"/>
                </ns0:lnTo>
                <ns0:lnTo>
                  <ns0:pt x="653760" y="593180"/>
                </ns0:lnTo>
                <ns0:lnTo>
                  <ns0:pt x="655200" y="586484"/>
                </ns0:lnTo>
                <ns0:lnTo>
                  <ns0:pt x="656640" y="581647"/>
                </ns0:lnTo>
                <ns0:lnTo>
                  <ns0:pt x="658080" y="580582"/>
                </ns0:lnTo>
                <ns0:lnTo>
                  <ns0:pt x="659520" y="576664"/>
                </ns0:lnTo>
                <ns0:lnTo>
                  <ns0:pt x="660960" y="571243"/>
                </ns0:lnTo>
                <ns0:lnTo>
                  <ns0:pt x="662400" y="571396"/>
                </ns0:lnTo>
                <ns0:lnTo>
                  <ns0:pt x="663840" y="574344"/>
                </ns0:lnTo>
                <ns0:lnTo>
                  <ns0:pt x="665280" y="575995"/>
                </ns0:lnTo>
                <ns0:lnTo>
                  <ns0:pt x="666720" y="576391"/>
                </ns0:lnTo>
                <ns0:lnTo>
                  <ns0:pt x="668160" y="575240"/>
                </ns0:lnTo>
                <ns0:lnTo>
                  <ns0:pt x="669600" y="569301"/>
                </ns0:lnTo>
                <ns0:lnTo>
                  <ns0:pt x="671040" y="569442"/>
                </ns0:lnTo>
                <ns0:lnTo>
                  <ns0:pt x="672480" y="569222"/>
                </ns0:lnTo>
                <ns0:lnTo>
                  <ns0:pt x="673920" y="570618"/>
                </ns0:lnTo>
                <ns0:lnTo>
                  <ns0:pt x="675360" y="572608"/>
                </ns0:lnTo>
                <ns0:lnTo>
                  <ns0:pt x="676800" y="577134"/>
                </ns0:lnTo>
                <ns0:lnTo>
                  <ns0:pt x="678240" y="581484"/>
                </ns0:lnTo>
                <ns0:lnTo>
                  <ns0:pt x="679680" y="584766"/>
                </ns0:lnTo>
                <ns0:lnTo>
                  <ns0:pt x="681120" y="588363"/>
                </ns0:lnTo>
                <ns0:lnTo>
                  <ns0:pt x="682560" y="589242"/>
                </ns0:lnTo>
                <ns0:lnTo>
                  <ns0:pt x="684000" y="586784"/>
                </ns0:lnTo>
                <ns0:lnTo>
                  <ns0:pt x="685440" y="584072"/>
                </ns0:lnTo>
                <ns0:lnTo>
                  <ns0:pt x="686880" y="582853"/>
                </ns0:lnTo>
                <ns0:lnTo>
                  <ns0:pt x="688320" y="581668"/>
                </ns0:lnTo>
                <ns0:lnTo>
                  <ns0:pt x="689760" y="580681"/>
                </ns0:lnTo>
                <ns0:lnTo>
                  <ns0:pt x="691200" y="580168"/>
                </ns0:lnTo>
                <ns0:lnTo>
                  <ns0:pt x="692640" y="579665"/>
                </ns0:lnTo>
                <ns0:lnTo>
                  <ns0:pt x="694080" y="579105"/>
                </ns0:lnTo>
                <ns0:lnTo>
                  <ns0:pt x="695520" y="579497"/>
                </ns0:lnTo>
                <ns0:lnTo>
                  <ns0:pt x="696960" y="581176"/>
                </ns0:lnTo>
                <ns0:lnTo>
                  <ns0:pt x="698400" y="581186"/>
                </ns0:lnTo>
                <ns0:lnTo>
                  <ns0:pt x="699840" y="577577"/>
                </ns0:lnTo>
                <ns0:lnTo>
                  <ns0:pt x="701280" y="573954"/>
                </ns0:lnTo>
                <ns0:lnTo>
                  <ns0:pt x="702720" y="573606"/>
                </ns0:lnTo>
                <ns0:lnTo>
                  <ns0:pt x="704160" y="574472"/>
                </ns0:lnTo>
                <ns0:lnTo>
                  <ns0:pt x="705600" y="580441"/>
                </ns0:lnTo>
                <ns0:lnTo>
                  <ns0:pt x="707040" y="584306"/>
                </ns0:lnTo>
                <ns0:lnTo>
                  <ns0:pt x="708480" y="585705"/>
                </ns0:lnTo>
                <ns0:lnTo>
                  <ns0:pt x="709920" y="585673"/>
                </ns0:lnTo>
                <ns0:lnTo>
                  <ns0:pt x="711360" y="584802"/>
                </ns0:lnTo>
                <ns0:lnTo>
                  <ns0:pt x="712800" y="579249"/>
                </ns0:lnTo>
                <ns0:lnTo>
                  <ns0:pt x="714240" y="574503"/>
                </ns0:lnTo>
                <ns0:lnTo>
                  <ns0:pt x="715680" y="569358"/>
                </ns0:lnTo>
                <ns0:lnTo>
                  <ns0:pt x="717120" y="561646"/>
                </ns0:lnTo>
                <ns0:lnTo>
                  <ns0:pt x="718560" y="556369"/>
                </ns0:lnTo>
                <ns0:lnTo>
                  <ns0:pt x="720000" y="553153"/>
                </ns0:lnTo>
                <ns0:lnTo>
                  <ns0:pt x="721440" y="550457"/>
                </ns0:lnTo>
                <ns0:lnTo>
                  <ns0:pt x="722880" y="549335"/>
                </ns0:lnTo>
                <ns0:lnTo>
                  <ns0:pt x="724320" y="549150"/>
                </ns0:lnTo>
                <ns0:lnTo>
                  <ns0:pt x="725760" y="549514"/>
                </ns0:lnTo>
                <ns0:lnTo>
                  <ns0:pt x="727200" y="550079"/>
                </ns0:lnTo>
                <ns0:lnTo>
                  <ns0:pt x="728640" y="551073"/>
                </ns0:lnTo>
                <ns0:lnTo>
                  <ns0:pt x="730080" y="555563"/>
                </ns0:lnTo>
                <ns0:lnTo>
                  <ns0:pt x="731520" y="557491"/>
                </ns0:lnTo>
                <ns0:lnTo>
                  <ns0:pt x="732960" y="555226"/>
                </ns0:lnTo>
                <ns0:lnTo>
                  <ns0:pt x="734400" y="557625"/>
                </ns0:lnTo>
                <ns0:lnTo>
                  <ns0:pt x="735840" y="561917"/>
                </ns0:lnTo>
                <ns0:lnTo>
                  <ns0:pt x="737280" y="568438"/>
                </ns0:lnTo>
                <ns0:lnTo>
                  <ns0:pt x="738720" y="575263"/>
                </ns0:lnTo>
                <ns0:lnTo>
                  <ns0:pt x="740160" y="582479"/>
                </ns0:lnTo>
                <ns0:lnTo>
                  <ns0:pt x="741600" y="582498"/>
                </ns0:lnTo>
                <ns0:lnTo>
                  <ns0:pt x="743040" y="579634"/>
                </ns0:lnTo>
                <ns0:lnTo>
                  <ns0:pt x="744480" y="577529"/>
                </ns0:lnTo>
                <ns0:lnTo>
                  <ns0:pt x="745920" y="579373"/>
                </ns0:lnTo>
                <ns0:lnTo>
                  <ns0:pt x="747360" y="580357"/>
                </ns0:lnTo>
                <ns0:lnTo>
                  <ns0:pt x="748800" y="583918"/>
                </ns0:lnTo>
                <ns0:lnTo>
                  <ns0:pt x="750240" y="588813"/>
                </ns0:lnTo>
                <ns0:lnTo>
                  <ns0:pt x="751680" y="591569"/>
                </ns0:lnTo>
                <ns0:lnTo>
                  <ns0:pt x="753120" y="590906"/>
                </ns0:lnTo>
                <ns0:lnTo>
                  <ns0:pt x="754560" y="590949"/>
                </ns0:lnTo>
                <ns0:lnTo>
                  <ns0:pt x="756000" y="590215"/>
                </ns0:lnTo>
                <ns0:lnTo>
                  <ns0:pt x="757440" y="591280"/>
                </ns0:lnTo>
                <ns0:lnTo>
                  <ns0:pt x="758880" y="591013"/>
                </ns0:lnTo>
                <ns0:lnTo>
                  <ns0:pt x="760320" y="590306"/>
                </ns0:lnTo>
                <ns0:lnTo>
                  <ns0:pt x="761760" y="590536"/>
                </ns0:lnTo>
                <ns0:lnTo>
                  <ns0:pt x="763200" y="590752"/>
                </ns0:lnTo>
                <ns0:lnTo>
                  <ns0:pt x="764640" y="591529"/>
                </ns0:lnTo>
                <ns0:lnTo>
                  <ns0:pt x="766080" y="591328"/>
                </ns0:lnTo>
                <ns0:lnTo>
                  <ns0:pt x="767520" y="592270"/>
                </ns0:lnTo>
                <ns0:lnTo>
                  <ns0:pt x="768960" y="594089"/>
                </ns0:lnTo>
                <ns0:lnTo>
                  <ns0:pt x="770400" y="593340"/>
                </ns0:lnTo>
                <ns0:lnTo>
                  <ns0:pt x="771840" y="590899"/>
                </ns0:lnTo>
                <ns0:lnTo>
                  <ns0:pt x="773280" y="586445"/>
                </ns0:lnTo>
                <ns0:lnTo>
                  <ns0:pt x="774720" y="579990"/>
                </ns0:lnTo>
                <ns0:lnTo>
                  <ns0:pt x="776160" y="570915"/>
                </ns0:lnTo>
                <ns0:lnTo>
                  <ns0:pt x="777600" y="564429"/>
                </ns0:lnTo>
                <ns0:lnTo>
                  <ns0:pt x="779040" y="562448"/>
                </ns0:lnTo>
                <ns0:lnTo>
                  <ns0:pt x="780480" y="562948"/>
                </ns0:lnTo>
                <ns0:lnTo>
                  <ns0:pt x="781920" y="559683"/>
                </ns0:lnTo>
                <ns0:lnTo>
                  <ns0:pt x="783360" y="557440"/>
                </ns0:lnTo>
                <ns0:lnTo>
                  <ns0:pt x="784800" y="553516"/>
                </ns0:lnTo>
                <ns0:lnTo>
                  <ns0:pt x="786240" y="546946"/>
                </ns0:lnTo>
                <ns0:lnTo>
                  <ns0:pt x="787680" y="541831"/>
                </ns0:lnTo>
                <ns0:lnTo>
                  <ns0:pt x="789120" y="541607"/>
                </ns0:lnTo>
                <ns0:lnTo>
                  <ns0:pt x="790560" y="539355"/>
                </ns0:lnTo>
                <ns0:lnTo>
                  <ns0:pt x="792000" y="543814"/>
                </ns0:lnTo>
                <ns0:lnTo>
                  <ns0:pt x="793440" y="549330"/>
                </ns0:lnTo>
                <ns0:lnTo>
                  <ns0:pt x="794880" y="554622"/>
                </ns0:lnTo>
                <ns0:lnTo>
                  <ns0:pt x="796320" y="560689"/>
                </ns0:lnTo>
                <ns0:lnTo>
                  <ns0:pt x="797760" y="565554"/>
                </ns0:lnTo>
                <ns0:lnTo>
                  <ns0:pt x="799200" y="567319"/>
                </ns0:lnTo>
                <ns0:lnTo>
                  <ns0:pt x="800640" y="565471"/>
                </ns0:lnTo>
                <ns0:lnTo>
                  <ns0:pt x="802080" y="562320"/>
                </ns0:lnTo>
                <ns0:lnTo>
                  <ns0:pt x="803520" y="558721"/>
                </ns0:lnTo>
                <ns0:lnTo>
                  <ns0:pt x="804960" y="555003"/>
                </ns0:lnTo>
                <ns0:lnTo>
                  <ns0:pt x="806400" y="553622"/>
                </ns0:lnTo>
                <ns0:lnTo>
                  <ns0:pt x="807840" y="564136"/>
                </ns0:lnTo>
                <ns0:lnTo>
                  <ns0:pt x="809280" y="575949"/>
                </ns0:lnTo>
                <ns0:lnTo>
                  <ns0:pt x="810720" y="588917"/>
                </ns0:lnTo>
                <ns0:lnTo>
                  <ns0:pt x="812160" y="601956"/>
                </ns0:lnTo>
                <ns0:lnTo>
                  <ns0:pt x="813600" y="607137"/>
                </ns0:lnTo>
                <ns0:lnTo>
                  <ns0:pt x="815040" y="606854"/>
                </ns0:lnTo>
                <ns0:lnTo>
                  <ns0:pt x="816480" y="606209"/>
                </ns0:lnTo>
                <ns0:lnTo>
                  <ns0:pt x="817920" y="608410"/>
                </ns0:lnTo>
                <ns0:lnTo>
                  <ns0:pt x="819360" y="610298"/>
                </ns0:lnTo>
                <ns0:lnTo>
                  <ns0:pt x="820800" y="609951"/>
                </ns0:lnTo>
                <ns0:lnTo>
                  <ns0:pt x="822240" y="610091"/>
                </ns0:lnTo>
                <ns0:lnTo>
                  <ns0:pt x="823680" y="610485"/>
                </ns0:lnTo>
                <ns0:lnTo>
                  <ns0:pt x="825120" y="614189"/>
                </ns0:lnTo>
                <ns0:lnTo>
                  <ns0:pt x="826560" y="618562"/>
                </ns0:lnTo>
                <ns0:lnTo>
                  <ns0:pt x="828000" y="618902"/>
                </ns0:lnTo>
                <ns0:lnTo>
                  <ns0:pt x="829440" y="617452"/>
                </ns0:lnTo>
                <ns0:lnTo>
                  <ns0:pt x="830880" y="616052"/>
                </ns0:lnTo>
                <ns0:lnTo>
                  <ns0:pt x="832320" y="612311"/>
                </ns0:lnTo>
                <ns0:lnTo>
                  <ns0:pt x="833760" y="613101"/>
                </ns0:lnTo>
                <ns0:lnTo>
                  <ns0:pt x="835200" y="614175"/>
                </ns0:lnTo>
                <ns0:lnTo>
                  <ns0:pt x="836640" y="619401"/>
                </ns0:lnTo>
                <ns0:lnTo>
                  <ns0:pt x="838080" y="627743"/>
                </ns0:lnTo>
                <ns0:lnTo>
                  <ns0:pt x="839520" y="637258"/>
                </ns0:lnTo>
                <ns0:lnTo>
                  <ns0:pt x="840960" y="644973"/>
                </ns0:lnTo>
                <ns0:lnTo>
                  <ns0:pt x="842400" y="649171"/>
                </ns0:lnTo>
                <ns0:lnTo>
                  <ns0:pt x="843840" y="647799"/>
                </ns0:lnTo>
                <ns0:lnTo>
                  <ns0:pt x="845280" y="641671"/>
                </ns0:lnTo>
                <ns0:lnTo>
                  <ns0:pt x="846720" y="632336"/>
                </ns0:lnTo>
                <ns0:lnTo>
                  <ns0:pt x="848160" y="624698"/>
                </ns0:lnTo>
                <ns0:lnTo>
                  <ns0:pt x="849600" y="622536"/>
                </ns0:lnTo>
                <ns0:lnTo>
                  <ns0:pt x="851040" y="625946"/>
                </ns0:lnTo>
                <ns0:lnTo>
                  <ns0:pt x="852480" y="629690"/>
                </ns0:lnTo>
                <ns0:lnTo>
                  <ns0:pt x="853920" y="630743"/>
                </ns0:lnTo>
                <ns0:lnTo>
                  <ns0:pt x="855360" y="626729"/>
                </ns0:lnTo>
                <ns0:lnTo>
                  <ns0:pt x="856800" y="628554"/>
                </ns0:lnTo>
                <ns0:lnTo>
                  <ns0:pt x="858240" y="630909"/>
                </ns0:lnTo>
                <ns0:lnTo>
                  <ns0:pt x="859680" y="633789"/>
                </ns0:lnTo>
                <ns0:lnTo>
                  <ns0:pt x="861120" y="635683"/>
                </ns0:lnTo>
                <ns0:lnTo>
                  <ns0:pt x="862560" y="636742"/>
                </ns0:lnTo>
                <ns0:lnTo>
                  <ns0:pt x="864000" y="639650"/>
                </ns0:lnTo>
                <ns0:lnTo>
                  <ns0:pt x="865440" y="602253"/>
                </ns0:lnTo>
                <ns0:lnTo>
                  <ns0:pt x="866880" y="598837"/>
                </ns0:lnTo>
                <ns0:lnTo>
                  <ns0:pt x="868320" y="595617"/>
                </ns0:lnTo>
                <ns0:lnTo>
                  <ns0:pt x="869760" y="592831"/>
                </ns0:lnTo>
                <ns0:lnTo>
                  <ns0:pt x="871200" y="591432"/>
                </ns0:lnTo>
                <ns0:lnTo>
                  <ns0:pt x="872640" y="590001"/>
                </ns0:lnTo>
                <ns0:lnTo>
                  <ns0:pt x="874080" y="589330"/>
                </ns0:lnTo>
                <ns0:lnTo>
                  <ns0:pt x="875520" y="588920"/>
                </ns0:lnTo>
                <ns0:lnTo>
                  <ns0:pt x="876960" y="587983"/>
                </ns0:lnTo>
                <ns0:lnTo>
                  <ns0:pt x="878400" y="592923"/>
                </ns0:lnTo>
                <ns0:lnTo>
                  <ns0:pt x="879840" y="592465"/>
                </ns0:lnTo>
                <ns0:lnTo>
                  <ns0:pt x="881280" y="588845"/>
                </ns0:lnTo>
                <ns0:lnTo>
                  <ns0:pt x="882720" y="584954"/>
                </ns0:lnTo>
                <ns0:lnTo>
                  <ns0:pt x="884160" y="583091"/>
                </ns0:lnTo>
                <ns0:lnTo>
                  <ns0:pt x="885600" y="582819"/>
                </ns0:lnTo>
                <ns0:lnTo>
                  <ns0:pt x="887040" y="579789"/>
                </ns0:lnTo>
                <ns0:lnTo>
                  <ns0:pt x="888480" y="573108"/>
                </ns0:lnTo>
                <ns0:lnTo>
                  <ns0:pt x="889920" y="566567"/>
                </ns0:lnTo>
                <ns0:lnTo>
                  <ns0:pt x="891360" y="561180"/>
                </ns0:lnTo>
                <ns0:lnTo>
                  <ns0:pt x="892800" y="550117"/>
                </ns0:lnTo>
                <ns0:lnTo>
                  <ns0:pt x="894240" y="533311"/>
                </ns0:lnTo>
                <ns0:lnTo>
                  <ns0:pt x="895680" y="515075"/>
                </ns0:lnTo>
                <ns0:lnTo>
                  <ns0:pt x="897120" y="498055"/>
                </ns0:lnTo>
                <ns0:lnTo>
                  <ns0:pt x="898560" y="477480"/>
                </ns0:lnTo>
                <ns0:lnTo>
                  <ns0:pt x="900000" y="461042"/>
                </ns0:lnTo>
                <ns0:lnTo>
                  <ns0:pt x="901440" y="452797"/>
                </ns0:lnTo>
                <ns0:lnTo>
                  <ns0:pt x="902880" y="439112"/>
                </ns0:lnTo>
                <ns0:lnTo>
                  <ns0:pt x="904320" y="423878"/>
                </ns0:lnTo>
                <ns0:lnTo>
                  <ns0:pt x="905760" y="406529"/>
                </ns0:lnTo>
                <ns0:lnTo>
                  <ns0:pt x="907200" y="383540"/>
                </ns0:lnTo>
                <ns0:lnTo>
                  <ns0:pt x="908640" y="356064"/>
                </ns0:lnTo>
                <ns0:lnTo>
                  <ns0:pt x="910080" y="348486"/>
                </ns0:lnTo>
                <ns0:lnTo>
                  <ns0:pt x="911520" y="344714"/>
                </ns0:lnTo>
                <ns0:lnTo>
                  <ns0:pt x="912960" y="342726"/>
                </ns0:lnTo>
                <ns0:lnTo>
                  <ns0:pt x="914400" y="343303"/>
                </ns0:lnTo>
                <ns0:lnTo>
                  <ns0:pt x="915840" y="346925"/>
                </ns0:lnTo>
                <ns0:lnTo>
                  <ns0:pt x="917280" y="350644"/>
                </ns0:lnTo>
                <ns0:lnTo>
                  <ns0:pt x="918720" y="353546"/>
                </ns0:lnTo>
                <ns0:lnTo>
                  <ns0:pt x="920160" y="367197"/>
                </ns0:lnTo>
                <ns0:lnTo>
                  <ns0:pt x="921600" y="381112"/>
                </ns0:lnTo>
                <ns0:lnTo>
                  <ns0:pt x="923040" y="400068"/>
                </ns0:lnTo>
                <ns0:lnTo>
                  <ns0:pt x="924480" y="412188"/>
                </ns0:lnTo>
                <ns0:lnTo>
                  <ns0:pt x="925920" y="420648"/>
                </ns0:lnTo>
                <ns0:lnTo>
                  <ns0:pt x="927360" y="425080"/>
                </ns0:lnTo>
                <ns0:lnTo>
                  <ns0:pt x="928800" y="426833"/>
                </ns0:lnTo>
                <ns0:lnTo>
                  <ns0:pt x="930240" y="429332"/>
                </ns0:lnTo>
                <ns0:lnTo>
                  <ns0:pt x="931680" y="431502"/>
                </ns0:lnTo>
                <ns0:lnTo>
                  <ns0:pt x="933120" y="431108"/>
                </ns0:lnTo>
                <ns0:lnTo>
                  <ns0:pt x="934560" y="431844"/>
                </ns0:lnTo>
                <ns0:lnTo>
                  <ns0:pt x="936000" y="432810"/>
                </ns0:lnTo>
                <ns0:lnTo>
                  <ns0:pt x="937440" y="432203"/>
                </ns0:lnTo>
                <ns0:lnTo>
                  <ns0:pt x="938880" y="431693"/>
                </ns0:lnTo>
                <ns0:lnTo>
                  <ns0:pt x="940320" y="433227"/>
                </ns0:lnTo>
                <ns0:lnTo>
                  <ns0:pt x="941760" y="432858"/>
                </ns0:lnTo>
                <ns0:lnTo>
                  <ns0:pt x="943200" y="432504"/>
                </ns0:lnTo>
                <ns0:lnTo>
                  <ns0:pt x="944640" y="432136"/>
                </ns0:lnTo>
                <ns0:lnTo>
                  <ns0:pt x="946080" y="432148"/>
                </ns0:lnTo>
                <ns0:lnTo>
                  <ns0:pt x="947520" y="431971"/>
                </ns0:lnTo>
                <ns0:lnTo>
                  <ns0:pt x="948960" y="431700"/>
                </ns0:lnTo>
                <ns0:lnTo>
                  <ns0:pt x="950400" y="432272"/>
                </ns0:lnTo>
                <ns0:lnTo>
                  <ns0:pt x="951840" y="431330"/>
                </ns0:lnTo>
                <ns0:lnTo>
                  <ns0:pt x="953280" y="429571"/>
                </ns0:lnTo>
                <ns0:lnTo>
                  <ns0:pt x="954720" y="427912"/>
                </ns0:lnTo>
                <ns0:lnTo>
                  <ns0:pt x="956160" y="419809"/>
                </ns0:lnTo>
                <ns0:lnTo>
                  <ns0:pt x="957600" y="409928"/>
                </ns0:lnTo>
                <ns0:lnTo>
                  <ns0:pt x="959040" y="391885"/>
                </ns0:lnTo>
                <ns0:lnTo>
                  <ns0:pt x="960480" y="376536"/>
                </ns0:lnTo>
                <ns0:lnTo>
                  <ns0:pt x="961920" y="362984"/>
                </ns0:lnTo>
                <ns0:lnTo>
                  <ns0:pt x="963360" y="352018"/>
                </ns0:lnTo>
                <ns0:lnTo>
                  <ns0:pt x="964800" y="343197"/>
                </ns0:lnTo>
                <ns0:lnTo>
                  <ns0:pt x="966240" y="335044"/>
                </ns0:lnTo>
                <ns0:lnTo>
                  <ns0:pt x="967680" y="326810"/>
                </ns0:lnTo>
                <ns0:lnTo>
                  <ns0:pt x="969120" y="325680"/>
                </ns0:lnTo>
                <ns0:lnTo>
                  <ns0:pt x="970560" y="325567"/>
                </ns0:lnTo>
                <ns0:lnTo>
                  <ns0:pt x="972000" y="322358"/>
                </ns0:lnTo>
                <ns0:lnTo>
                  <ns0:pt x="973440" y="321732"/>
                </ns0:lnTo>
                <ns0:lnTo>
                  <ns0:pt x="974880" y="322920"/>
                </ns0:lnTo>
                <ns0:lnTo>
                  <ns0:pt x="976320" y="317627"/>
                </ns0:lnTo>
                <ns0:lnTo>
                  <ns0:pt x="977760" y="316733"/>
                </ns0:lnTo>
                <ns0:lnTo>
                  <ns0:pt x="979200" y="317425"/>
                </ns0:lnTo>
                <ns0:lnTo>
                  <ns0:pt x="980640" y="321758"/>
                </ns0:lnTo>
                <ns0:lnTo>
                  <ns0:pt x="982080" y="325872"/>
                </ns0:lnTo>
                <ns0:lnTo>
                  <ns0:pt x="983520" y="341072"/>
                </ns0:lnTo>
                <ns0:lnTo>
                  <ns0:pt x="984960" y="351795"/>
                </ns0:lnTo>
                <ns0:lnTo>
                  <ns0:pt x="986400" y="360859"/>
                </ns0:lnTo>
                <ns0:lnTo>
                  <ns0:pt x="987840" y="382472"/>
                </ns0:lnTo>
                <ns0:lnTo>
                  <ns0:pt x="989280" y="400478"/>
                </ns0:lnTo>
                <ns0:lnTo>
                  <ns0:pt x="990720" y="412300"/>
                </ns0:lnTo>
                <ns0:lnTo>
                  <ns0:pt x="992160" y="411456"/>
                </ns0:lnTo>
                <ns0:lnTo>
                  <ns0:pt x="993600" y="409811"/>
                </ns0:lnTo>
                <ns0:lnTo>
                  <ns0:pt x="995040" y="406976"/>
                </ns0:lnTo>
                <ns0:lnTo>
                  <ns0:pt x="996480" y="403655"/>
                </ns0:lnTo>
                <ns0:lnTo>
                  <ns0:pt x="997920" y="402553"/>
                </ns0:lnTo>
                <ns0:lnTo>
                  <ns0:pt x="999360" y="401005"/>
                </ns0:lnTo>
                <ns0:lnTo>
                  <ns0:pt x="1000800" y="398852"/>
                </ns0:lnTo>
                <ns0:lnTo>
                  <ns0:pt x="1002240" y="402744"/>
                </ns0:lnTo>
                <ns0:lnTo>
                  <ns0:pt x="1003680" y="408321"/>
                </ns0:lnTo>
                <ns0:lnTo>
                  <ns0:pt x="1005120" y="408688"/>
                </ns0:lnTo>
                <ns0:lnTo>
                  <ns0:pt x="1006560" y="408588"/>
                </ns0:lnTo>
                <ns0:lnTo>
                  <ns0:pt x="1008000" y="409973"/>
                </ns0:lnTo>
                <ns0:lnTo>
                  <ns0:pt x="1009440" y="413883"/>
                </ns0:lnTo>
                <ns0:lnTo>
                  <ns0:pt x="1010880" y="415894"/>
                </ns0:lnTo>
                <ns0:lnTo>
                  <ns0:pt x="1012320" y="420915"/>
                </ns0:lnTo>
                <ns0:lnTo>
                  <ns0:pt x="1013760" y="427820"/>
                </ns0:lnTo>
                <ns0:lnTo>
                  <ns0:pt x="1015200" y="435890"/>
                </ns0:lnTo>
                <ns0:lnTo>
                  <ns0:pt x="1016640" y="454606"/>
                </ns0:lnTo>
                <ns0:lnTo>
                  <ns0:pt x="1018080" y="471315"/>
                </ns0:lnTo>
                <ns0:lnTo>
                  <ns0:pt x="1019520" y="492563"/>
                </ns0:lnTo>
                <ns0:lnTo>
                  <ns0:pt x="1020960" y="504848"/>
                </ns0:lnTo>
                <ns0:lnTo>
                  <ns0:pt x="1022400" y="511432"/>
                </ns0:lnTo>
                <ns0:lnTo>
                  <ns0:pt x="1023840" y="508820"/>
                </ns0:lnTo>
                <ns0:lnTo>
                  <ns0:pt x="1025280" y="504218"/>
                </ns0:lnTo>
                <ns0:lnTo>
                  <ns0:pt x="1026720" y="497172"/>
                </ns0:lnTo>
                <ns0:lnTo>
                  <ns0:pt x="1028160" y="498378"/>
                </ns0:lnTo>
                <ns0:lnTo>
                  <ns0:pt x="1029600" y="498829"/>
                </ns0:lnTo>
                <ns0:lnTo>
                  <ns0:pt x="1031040" y="498544"/>
                </ns0:lnTo>
                <ns0:lnTo>
                  <ns0:pt x="1032480" y="497728"/>
                </ns0:lnTo>
                <ns0:lnTo>
                  <ns0:pt x="1033920" y="497017"/>
                </ns0:lnTo>
                <ns0:lnTo>
                  <ns0:pt x="1035360" y="496709"/>
                </ns0:lnTo>
                <ns0:lnTo>
                  <ns0:pt x="1036800" y="496896"/>
                </ns0:lnTo>
                <ns0:lnTo>
                  <ns0:pt x="1038240" y="496450"/>
                </ns0:lnTo>
                <ns0:lnTo>
                  <ns0:pt x="1039680" y="495125"/>
                </ns0:lnTo>
                <ns0:lnTo>
                  <ns0:pt x="1041120" y="495756"/>
                </ns0:lnTo>
                <ns0:lnTo>
                  <ns0:pt x="1042560" y="496338"/>
                </ns0:lnTo>
                <ns0:lnTo>
                  <ns0:pt x="1044000" y="498392"/>
                </ns0:lnTo>
                <ns0:lnTo>
                  <ns0:pt x="1045440" y="498009"/>
                </ns0:lnTo>
                <ns0:lnTo>
                  <ns0:pt x="1046880" y="498637"/>
                </ns0:lnTo>
                <ns0:lnTo>
                  <ns0:pt x="1048320" y="497897"/>
                </ns0:lnTo>
                <ns0:lnTo>
                  <ns0:pt x="1049760" y="496238"/>
                </ns0:lnTo>
                <ns0:lnTo>
                  <ns0:pt x="1051200" y="491447"/>
                </ns0:lnTo>
                <ns0:lnTo>
                  <ns0:pt x="1052640" y="474814"/>
                </ns0:lnTo>
                <ns0:lnTo>
                  <ns0:pt x="1054080" y="457371"/>
                </ns0:lnTo>
                <ns0:lnTo>
                  <ns0:pt x="1055520" y="425720"/>
                </ns0:lnTo>
                <ns0:lnTo>
                  <ns0:pt x="1056960" y="403616"/>
                </ns0:lnTo>
                <ns0:lnTo>
                  <ns0:pt x="1058400" y="384427"/>
                </ns0:lnTo>
                <ns0:lnTo>
                  <ns0:pt x="1059840" y="367066"/>
                </ns0:lnTo>
                <ns0:lnTo>
                  <ns0:pt x="1061280" y="359976"/>
                </ns0:lnTo>
                <ns0:lnTo>
                  <ns0:pt x="1062720" y="359299"/>
                </ns0:lnTo>
                <ns0:lnTo>
                  <ns0:pt x="1064160" y="358165"/>
                </ns0:lnTo>
                <ns0:lnTo>
                  <ns0:pt x="1065600" y="358375"/>
                </ns0:lnTo>
                <ns0:lnTo>
                  <ns0:pt x="1067040" y="358501"/>
                </ns0:lnTo>
                <ns0:lnTo>
                  <ns0:pt x="1068480" y="359297"/>
                </ns0:lnTo>
                <ns0:lnTo>
                  <ns0:pt x="1069920" y="359891"/>
                </ns0:lnTo>
                <ns0:lnTo>
                  <ns0:pt x="1071360" y="360248"/>
                </ns0:lnTo>
                <ns0:lnTo>
                  <ns0:pt x="1072800" y="361397"/>
                </ns0:lnTo>
                <ns0:lnTo>
                  <ns0:pt x="1074240" y="360328"/>
                </ns0:lnTo>
                <ns0:lnTo>
                  <ns0:pt x="1075680" y="357505"/>
                </ns0:lnTo>
                <ns0:lnTo>
                  <ns0:pt x="1077120" y="355801"/>
                </ns0:lnTo>
                <ns0:lnTo>
                  <ns0:pt x="1078560" y="353233"/>
                </ns0:lnTo>
                <ns0:lnTo>
                  <ns0:pt x="1080000" y="353842"/>
                </ns0:lnTo>
                <ns0:lnTo>
                  <ns0:pt x="1081440" y="357818"/>
                </ns0:lnTo>
                <ns0:lnTo>
                  <ns0:pt x="1082880" y="363146"/>
                </ns0:lnTo>
                <ns0:lnTo>
                  <ns0:pt x="1084320" y="380253"/>
                </ns0:lnTo>
                <ns0:lnTo>
                  <ns0:pt x="1085760" y="394161"/>
                </ns0:lnTo>
                <ns0:lnTo>
                  <ns0:pt x="1087200" y="404261"/>
                </ns0:lnTo>
                <ns0:lnTo>
                  <ns0:pt x="1088640" y="404692"/>
                </ns0:lnTo>
                <ns0:lnTo>
                  <ns0:pt x="1090080" y="404285"/>
                </ns0:lnTo>
                <ns0:lnTo>
                  <ns0:pt x="1091520" y="400540"/>
                </ns0:lnTo>
                <ns0:lnTo>
                  <ns0:pt x="1092960" y="395601"/>
                </ns0:lnTo>
                <ns0:lnTo>
                  <ns0:pt x="1094400" y="392058"/>
                </ns0:lnTo>
                <ns0:lnTo>
                  <ns0:pt x="1095840" y="389944"/>
                </ns0:lnTo>
                <ns0:lnTo>
                  <ns0:pt x="1097280" y="384504"/>
                </ns0:lnTo>
                <ns0:lnTo>
                  <ns0:pt x="1098720" y="385264"/>
                </ns0:lnTo>
                <ns0:lnTo>
                  <ns0:pt x="1100160" y="388414"/>
                </ns0:lnTo>
                <ns0:lnTo>
                  <ns0:pt x="1101600" y="389534"/>
                </ns0:lnTo>
                <ns0:lnTo>
                  <ns0:pt x="1103040" y="389985"/>
                </ns0:lnTo>
                <ns0:lnTo>
                  <ns0:pt x="1104480" y="392938"/>
                </ns0:lnTo>
                <ns0:lnTo>
                  <ns0:pt x="1105920" y="397677"/>
                </ns0:lnTo>
                <ns0:lnTo>
                  <ns0:pt x="1107360" y="405911"/>
                </ns0:lnTo>
                <ns0:lnTo>
                  <ns0:pt x="1108800" y="416803"/>
                </ns0:lnTo>
                <ns0:lnTo>
                  <ns0:pt x="1110240" y="426893"/>
                </ns0:lnTo>
                <ns0:lnTo>
                  <ns0:pt x="1111680" y="433507"/>
                </ns0:lnTo>
                <ns0:lnTo>
                  <ns0:pt x="1113120" y="442846"/>
                </ns0:lnTo>
                <ns0:lnTo>
                  <ns0:pt x="1114560" y="448095"/>
                </ns0:lnTo>
                <ns0:lnTo>
                  <ns0:pt x="1116000" y="449027"/>
                </ns0:lnTo>
                <ns0:lnTo>
                  <ns0:pt x="1117440" y="459081"/>
                </ns0:lnTo>
                <ns0:lnTo>
                  <ns0:pt x="1118880" y="467266"/>
                </ns0:lnTo>
                <ns0:lnTo>
                  <ns0:pt x="1120320" y="461244"/>
                </ns0:lnTo>
                <ns0:lnTo>
                  <ns0:pt x="1121760" y="449142"/>
                </ns0:lnTo>
                <ns0:lnTo>
                  <ns0:pt x="1123200" y="440043"/>
                </ns0:lnTo>
                <ns0:lnTo>
                  <ns0:pt x="1124640" y="438842"/>
                </ns0:lnTo>
                <ns0:lnTo>
                  <ns0:pt x="1126080" y="438719"/>
                </ns0:lnTo>
                <ns0:lnTo>
                  <ns0:pt x="1127520" y="438367"/>
                </ns0:lnTo>
                <ns0:lnTo>
                  <ns0:pt x="1128960" y="439728"/>
                </ns0:lnTo>
                <ns0:lnTo>
                  <ns0:pt x="1130400" y="439724"/>
                </ns0:lnTo>
                <ns0:lnTo>
                  <ns0:pt x="1131840" y="439919"/>
                </ns0:lnTo>
                <ns0:lnTo>
                  <ns0:pt x="1133280" y="441200"/>
                </ns0:lnTo>
                <ns0:lnTo>
                  <ns0:pt x="1134720" y="442319"/>
                </ns0:lnTo>
                <ns0:lnTo>
                  <ns0:pt x="1136160" y="440842"/>
                </ns0:lnTo>
                <ns0:lnTo>
                  <ns0:pt x="1137600" y="441628"/>
                </ns0:lnTo>
                <ns0:lnTo>
                  <ns0:pt x="1139040" y="444512"/>
                </ns0:lnTo>
                <ns0:lnTo>
                  <ns0:pt x="1140480" y="446036"/>
                </ns0:lnTo>
                <ns0:lnTo>
                  <ns0:pt x="1141920" y="448765"/>
                </ns0:lnTo>
                <ns0:lnTo>
                  <ns0:pt x="1143360" y="455824"/>
                </ns0:lnTo>
                <ns0:lnTo>
                  <ns0:pt x="1144800" y="457002"/>
                </ns0:lnTo>
                <ns0:lnTo>
                  <ns0:pt x="1146240" y="459052"/>
                </ns0:lnTo>
                <ns0:lnTo>
                  <ns0:pt x="1147680" y="462267"/>
                </ns0:lnTo>
                <ns0:lnTo>
                  <ns0:pt x="1149120" y="461134"/>
                </ns0:lnTo>
                <ns0:lnTo>
                  <ns0:pt x="1150560" y="460941"/>
                </ns0:lnTo>
                <ns0:lnTo>
                  <ns0:pt x="1152000" y="459212"/>
                </ns0:lnTo>
                <ns0:lnTo>
                  <ns0:pt x="1153440" y="445729"/>
                </ns0:lnTo>
                <ns0:lnTo>
                  <ns0:pt x="1154880" y="430222"/>
                </ns0:lnTo>
                <ns0:lnTo>
                  <ns0:pt x="1156320" y="420476"/>
                </ns0:lnTo>
                <ns0:lnTo>
                  <ns0:pt x="1157760" y="419125"/>
                </ns0:lnTo>
                <ns0:lnTo>
                  <ns0:pt x="1159200" y="418918"/>
                </ns0:lnTo>
                <ns0:lnTo>
                  <ns0:pt x="1160640" y="421922"/>
                </ns0:lnTo>
                <ns0:lnTo>
                  <ns0:pt x="1162080" y="426285"/>
                </ns0:lnTo>
                <ns0:lnTo>
                  <ns0:pt x="1163520" y="430876"/>
                </ns0:lnTo>
                <ns0:lnTo>
                  <ns0:pt x="1164960" y="431174"/>
                </ns0:lnTo>
                <ns0:lnTo>
                  <ns0:pt x="1166400" y="432352"/>
                </ns0:lnTo>
                <ns0:lnTo>
                  <ns0:pt x="1167840" y="433108"/>
                </ns0:lnTo>
                <ns0:lnTo>
                  <ns0:pt x="1169280" y="432829"/>
                </ns0:lnTo>
                <ns0:lnTo>
                  <ns0:pt x="1170720" y="432971"/>
                </ns0:lnTo>
                <ns0:lnTo>
                  <ns0:pt x="1172160" y="432629"/>
                </ns0:lnTo>
                <ns0:lnTo>
                  <ns0:pt x="1173600" y="433114"/>
                </ns0:lnTo>
                <ns0:lnTo>
                  <ns0:pt x="1175040" y="431602"/>
                </ns0:lnTo>
                <ns0:lnTo>
                  <ns0:pt x="1176480" y="430040"/>
                </ns0:lnTo>
                <ns0:lnTo>
                  <ns0:pt x="1177920" y="425818"/>
                </ns0:lnTo>
                <ns0:lnTo>
                  <ns0:pt x="1179360" y="415549"/>
                </ns0:lnTo>
                <ns0:lnTo>
                  <ns0:pt x="1180800" y="408647"/>
                </ns0:lnTo>
                <ns0:lnTo>
                  <ns0:pt x="1182240" y="397786"/>
                </ns0:lnTo>
                <ns0:lnTo>
                  <ns0:pt x="1183680" y="387998"/>
                </ns0:lnTo>
                <ns0:lnTo>
                  <ns0:pt x="1185120" y="380198"/>
                </ns0:lnTo>
                <ns0:lnTo>
                  <ns0:pt x="1186560" y="374014"/>
                </ns0:lnTo>
                <ns0:lnTo>
                  <ns0:pt x="1188000" y="370574"/>
                </ns0:lnTo>
                <ns0:lnTo>
                  <ns0:pt x="1189440" y="370809"/>
                </ns0:lnTo>
                <ns0:lnTo>
                  <ns0:pt x="1190880" y="372926"/>
                </ns0:lnTo>
                <ns0:lnTo>
                  <ns0:pt x="1192320" y="373749"/>
                </ns0:lnTo>
                <ns0:lnTo>
                  <ns0:pt x="1193760" y="375149"/>
                </ns0:lnTo>
                <ns0:lnTo>
                  <ns0:pt x="1195200" y="375611"/>
                </ns0:lnTo>
                <ns0:lnTo>
                  <ns0:pt x="1196640" y="373464"/>
                </ns0:lnTo>
                <ns0:lnTo>
                  <ns0:pt x="1198080" y="369151"/>
                </ns0:lnTo>
                <ns0:lnTo>
                  <ns0:pt x="1199520" y="362461"/>
                </ns0:lnTo>
                <ns0:lnTo>
                  <ns0:pt x="1200960" y="354571"/>
                </ns0:lnTo>
                <ns0:lnTo>
                  <ns0:pt x="1202400" y="347056"/>
                </ns0:lnTo>
                <ns0:lnTo>
                  <ns0:pt x="1203840" y="355887"/>
                </ns0:lnTo>
                <ns0:lnTo>
                  <ns0:pt x="1205280" y="371376"/>
                </ns0:lnTo>
                <ns0:lnTo>
                  <ns0:pt x="1206720" y="385933"/>
                </ns0:lnTo>
                <ns0:lnTo>
                  <ns0:pt x="1208160" y="397038"/>
                </ns0:lnTo>
                <ns0:lnTo>
                  <ns0:pt x="1209600" y="404491"/>
                </ns0:lnTo>
                <ns0:lnTo>
                  <ns0:pt x="1211040" y="408230"/>
                </ns0:lnTo>
                <ns0:lnTo>
                  <ns0:pt x="1212480" y="410517"/>
                </ns0:lnTo>
                <ns0:lnTo>
                  <ns0:pt x="1213920" y="410572"/>
                </ns0:lnTo>
                <ns0:lnTo>
                  <ns0:pt x="1215360" y="406748"/>
                </ns0:lnTo>
                <ns0:lnTo>
                  <ns0:pt x="1216800" y="402354"/>
                </ns0:lnTo>
                <ns0:lnTo>
                  <ns0:pt x="1218240" y="399643"/>
                </ns0:lnTo>
                <ns0:lnTo>
                  <ns0:pt x="1219680" y="396852"/>
                </ns0:lnTo>
                <ns0:lnTo>
                  <ns0:pt x="1221120" y="392914"/>
                </ns0:lnTo>
                <ns0:lnTo>
                  <ns0:pt x="1222560" y="392209"/>
                </ns0:lnTo>
                <ns0:lnTo>
                  <ns0:pt x="1224000" y="396545"/>
                </ns0:lnTo>
                <ns0:lnTo>
                  <ns0:pt x="1225440" y="405455"/>
                </ns0:lnTo>
                <ns0:lnTo>
                  <ns0:pt x="1226880" y="409343"/>
                </ns0:lnTo>
                <ns0:lnTo>
                  <ns0:pt x="1228320" y="407428"/>
                </ns0:lnTo>
                <ns0:lnTo>
                  <ns0:pt x="1229760" y="407887"/>
                </ns0:lnTo>
                <ns0:lnTo>
                  <ns0:pt x="1231200" y="407964"/>
                </ns0:lnTo>
                <ns0:lnTo>
                  <ns0:pt x="1232640" y="408086"/>
                </ns0:lnTo>
                <ns0:lnTo>
                  <ns0:pt x="1234080" y="408019"/>
                </ns0:lnTo>
                <ns0:lnTo>
                  <ns0:pt x="1235520" y="408027"/>
                </ns0:lnTo>
                <ns0:lnTo>
                  <ns0:pt x="1236960" y="407764"/>
                </ns0:lnTo>
                <ns0:lnTo>
                  <ns0:pt x="1238400" y="413912"/>
                </ns0:lnTo>
                <ns0:lnTo>
                  <ns0:pt x="1239840" y="418763"/>
                </ns0:lnTo>
                <ns0:lnTo>
                  <ns0:pt x="1241280" y="423131"/>
                </ns0:lnTo>
                <ns0:lnTo>
                  <ns0:pt x="1242720" y="423137"/>
                </ns0:lnTo>
                <ns0:lnTo>
                  <ns0:pt x="1244160" y="424574"/>
                </ns0:lnTo>
                <ns0:lnTo>
                  <ns0:pt x="1245600" y="425364"/>
                </ns0:lnTo>
                <ns0:lnTo>
                  <ns0:pt x="1247040" y="427754"/>
                </ns0:lnTo>
                <ns0:lnTo>
                  <ns0:pt x="1248480" y="428176"/>
                </ns0:lnTo>
                <ns0:lnTo>
                  <ns0:pt x="1249920" y="428887"/>
                </ns0:lnTo>
                <ns0:lnTo>
                  <ns0:pt x="1251360" y="429328"/>
                </ns0:lnTo>
                <ns0:lnTo>
                  <ns0:pt x="1252800" y="429542"/>
                </ns0:lnTo>
                <ns0:lnTo>
                  <ns0:pt x="1254240" y="429664"/>
                </ns0:lnTo>
                <ns0:lnTo>
                  <ns0:pt x="1255680" y="429513"/>
                </ns0:lnTo>
                <ns0:lnTo>
                  <ns0:pt x="1257120" y="429940"/>
                </ns0:lnTo>
                <ns0:lnTo>
                  <ns0:pt x="1258560" y="432382"/>
                </ns0:lnTo>
                <ns0:lnTo>
                  <ns0:pt x="1260000" y="433778"/>
                </ns0:lnTo>
                <ns0:lnTo>
                  <ns0:pt x="1261440" y="431248"/>
                </ns0:lnTo>
                <ns0:lnTo>
                  <ns0:pt x="1262880" y="426366"/>
                </ns0:lnTo>
                <ns0:lnTo>
                  <ns0:pt x="1264320" y="426590"/>
                </ns0:lnTo>
                <ns0:lnTo>
                  <ns0:pt x="1265760" y="427097"/>
                </ns0:lnTo>
                <ns0:lnTo>
                  <ns0:pt x="1267200" y="427150"/>
                </ns0:lnTo>
                <ns0:lnTo>
                  <ns0:pt x="1268640" y="426892"/>
                </ns0:lnTo>
                <ns0:lnTo>
                  <ns0:pt x="1270080" y="426903"/>
                </ns0:lnTo>
                <ns0:lnTo>
                  <ns0:pt x="1271520" y="426956"/>
                </ns0:lnTo>
                <ns0:lnTo>
                  <ns0:pt x="1272960" y="427005"/>
                </ns0:lnTo>
                <ns0:lnTo>
                  <ns0:pt x="1274400" y="423202"/>
                </ns0:lnTo>
                <ns0:lnTo>
                  <ns0:pt x="1275840" y="413306"/>
                </ns0:lnTo>
                <ns0:lnTo>
                  <ns0:pt x="1277280" y="406550"/>
                </ns0:lnTo>
                <ns0:lnTo>
                  <ns0:pt x="1278720" y="399848"/>
                </ns0:lnTo>
                <ns0:lnTo>
                  <ns0:pt x="1280160" y="393672"/>
                </ns0:lnTo>
                <ns0:lnTo>
                  <ns0:pt x="1281600" y="388515"/>
                </ns0:lnTo>
                <ns0:lnTo>
                  <ns0:pt x="1283040" y="383562"/>
                </ns0:lnTo>
                <ns0:lnTo>
                  <ns0:pt x="1284480" y="380788"/>
                </ns0:lnTo>
                <ns0:lnTo>
                  <ns0:pt x="1285920" y="380474"/>
                </ns0:lnTo>
                <ns0:lnTo>
                  <ns0:pt x="1287360" y="381640"/>
                </ns0:lnTo>
                <ns0:lnTo>
                  <ns0:pt x="1288800" y="381924"/>
                </ns0:lnTo>
                <ns0:lnTo>
                  <ns0:pt x="1290240" y="382008"/>
                </ns0:lnTo>
                <ns0:lnTo>
                  <ns0:pt x="1291680" y="383202"/>
                </ns0:lnTo>
                <ns0:lnTo>
                  <ns0:pt x="1293120" y="385521"/>
                </ns0:lnTo>
                <ns0:lnTo>
                  <ns0:pt x="1294560" y="383444"/>
                </ns0:lnTo>
                <ns0:lnTo>
                  <ns0:pt x="1296000" y="376877"/>
                </ns0:lnTo>
                <ns0:lnTo>
                  <ns0:pt x="1297440" y="370576"/>
                </ns0:lnTo>
                <ns0:lnTo>
                  <ns0:pt x="1298880" y="373225"/>
                </ns0:lnTo>
                <ns0:lnTo>
                  <ns0:pt x="1300320" y="376511"/>
                </ns0:lnTo>
                <ns0:lnTo>
                  <ns0:pt x="1301760" y="380033"/>
                </ns0:lnTo>
                <ns0:lnTo>
                  <ns0:pt x="1303200" y="386897"/>
                </ns0:lnTo>
                <ns0:lnTo>
                  <ns0:pt x="1304640" y="391515"/>
                </ns0:lnTo>
                <ns0:lnTo>
                  <ns0:pt x="1306080" y="400956"/>
                </ns0:lnTo>
                <ns0:lnTo>
                  <ns0:pt x="1307520" y="410461"/>
                </ns0:lnTo>
                <ns0:lnTo>
                  <ns0:pt x="1308960" y="417711"/>
                </ns0:lnTo>
                <ns0:lnTo>
                  <ns0:pt x="1310400" y="426373"/>
                </ns0:lnTo>
                <ns0:lnTo>
                  <ns0:pt x="1311840" y="437013"/>
                </ns0:lnTo>
                <ns0:lnTo>
                  <ns0:pt x="1313280" y="437254"/>
                </ns0:lnTo>
                <ns0:lnTo>
                  <ns0:pt x="1314720" y="435820"/>
                </ns0:lnTo>
                <ns0:lnTo>
                  <ns0:pt x="1316160" y="433974"/>
                </ns0:lnTo>
                <ns0:lnTo>
                  <ns0:pt x="1317600" y="432031"/>
                </ns0:lnTo>
                <ns0:lnTo>
                  <ns0:pt x="1319040" y="430708"/>
                </ns0:lnTo>
                <ns0:lnTo>
                  <ns0:pt x="1320480" y="430886"/>
                </ns0:lnTo>
                <ns0:lnTo>
                  <ns0:pt x="1321920" y="431465"/>
                </ns0:lnTo>
                <ns0:lnTo>
                  <ns0:pt x="1323360" y="430834"/>
                </ns0:lnTo>
                <ns0:lnTo>
                  <ns0:pt x="1324800" y="430322"/>
                </ns0:lnTo>
                <ns0:lnTo>
                  <ns0:pt x="1326240" y="430300"/>
                </ns0:lnTo>
                <ns0:lnTo>
                  <ns0:pt x="1327680" y="429689"/>
                </ns0:lnTo>
                <ns0:lnTo>
                  <ns0:pt x="1329120" y="430089"/>
                </ns0:lnTo>
                <ns0:lnTo>
                  <ns0:pt x="1330560" y="436151"/>
                </ns0:lnTo>
                <ns0:lnTo>
                  <ns0:pt x="1332000" y="442328"/>
                </ns0:lnTo>
                <ns0:lnTo>
                  <ns0:pt x="1333440" y="444834"/>
                </ns0:lnTo>
                <ns0:lnTo>
                  <ns0:pt x="1334880" y="446772"/>
                </ns0:lnTo>
                <ns0:lnTo>
                  <ns0:pt x="1336320" y="447751"/>
                </ns0:lnTo>
                <ns0:lnTo>
                  <ns0:pt x="1337760" y="447202"/>
                </ns0:lnTo>
                <ns0:lnTo>
                  <ns0:pt x="1339200" y="446464"/>
                </ns0:lnTo>
                <ns0:lnTo>
                  <ns0:pt x="1340640" y="444882"/>
                </ns0:lnTo>
                <ns0:lnTo>
                  <ns0:pt x="1342080" y="440133"/>
                </ns0:lnTo>
                <ns0:lnTo>
                  <ns0:pt x="1343520" y="435880"/>
                </ns0:lnTo>
                <ns0:lnTo>
                  <ns0:pt x="1344960" y="433739"/>
                </ns0:lnTo>
                <ns0:lnTo>
                  <ns0:pt x="1346400" y="424066"/>
                </ns0:lnTo>
                <ns0:lnTo>
                  <ns0:pt x="1347840" y="410146"/>
                </ns0:lnTo>
                <ns0:lnTo>
                  <ns0:pt x="1349280" y="400234"/>
                </ns0:lnTo>
                <ns0:lnTo>
                  <ns0:pt x="1350720" y="394595"/>
                </ns0:lnTo>
                <ns0:lnTo>
                  <ns0:pt x="1352160" y="391075"/>
                </ns0:lnTo>
                <ns0:lnTo>
                  <ns0:pt x="1353600" y="392229"/>
                </ns0:lnTo>
                <ns0:lnTo>
                  <ns0:pt x="1355040" y="393671"/>
                </ns0:lnTo>
                <ns0:lnTo>
                  <ns0:pt x="1356480" y="394920"/>
                </ns0:lnTo>
                <ns0:lnTo>
                  <ns0:pt x="1357920" y="393622"/>
                </ns0:lnTo>
                <ns0:lnTo>
                  <ns0:pt x="1359360" y="394122"/>
                </ns0:lnTo>
                <ns0:lnTo>
                  <ns0:pt x="1360800" y="398946"/>
                </ns0:lnTo>
                <ns0:lnTo>
                  <ns0:pt x="1362240" y="404728"/>
                </ns0:lnTo>
                <ns0:lnTo>
                  <ns0:pt x="1363680" y="411407"/>
                </ns0:lnTo>
                <ns0:lnTo>
                  <ns0:pt x="1365120" y="421922"/>
                </ns0:lnTo>
                <ns0:lnTo>
                  <ns0:pt x="1366560" y="426686"/>
                </ns0:lnTo>
                <ns0:lnTo>
                  <ns0:pt x="1368000" y="441183"/>
                </ns0:lnTo>
                <ns0:lnTo>
                  <ns0:pt x="1369440" y="451355"/>
                </ns0:lnTo>
                <ns0:lnTo>
                  <ns0:pt x="1370880" y="462790"/>
                </ns0:lnTo>
                <ns0:lnTo>
                  <ns0:pt x="1372320" y="471986"/>
                </ns0:lnTo>
                <ns0:lnTo>
                  <ns0:pt x="1373760" y="477020"/>
                </ns0:lnTo>
                <ns0:lnTo>
                  <ns0:pt x="1375200" y="477224"/>
                </ns0:lnTo>
                <ns0:lnTo>
                  <ns0:pt x="1376640" y="476866"/>
                </ns0:lnTo>
                <ns0:lnTo>
                  <ns0:pt x="1378080" y="476069"/>
                </ns0:lnTo>
                <ns0:lnTo>
                  <ns0:pt x="1379520" y="474877"/>
                </ns0:lnTo>
                <ns0:lnTo>
                  <ns0:pt x="1380960" y="472540"/>
                </ns0:lnTo>
                <ns0:lnTo>
                  <ns0:pt x="1382400" y="471982"/>
                </ns0:lnTo>
                <ns0:lnTo>
                  <ns0:pt x="1383840" y="471657"/>
                </ns0:lnTo>
                <ns0:lnTo>
                  <ns0:pt x="1385280" y="471892"/>
                </ns0:lnTo>
                <ns0:lnTo>
                  <ns0:pt x="1386720" y="472861"/>
                </ns0:lnTo>
                <ns0:lnTo>
                  <ns0:pt x="1388160" y="474555"/>
                </ns0:lnTo>
                <ns0:lnTo>
                  <ns0:pt x="1389600" y="476069"/>
                </ns0:lnTo>
                <ns0:lnTo>
                  <ns0:pt x="1391040" y="476473"/>
                </ns0:lnTo>
                <ns0:lnTo>
                  <ns0:pt x="1392480" y="477125"/>
                </ns0:lnTo>
                <ns0:lnTo>
                  <ns0:pt x="1393920" y="478298"/>
                </ns0:lnTo>
                <ns0:lnTo>
                  <ns0:pt x="1395360" y="478674"/>
                </ns0:lnTo>
                <ns0:lnTo>
                  <ns0:pt x="1396800" y="477471"/>
                </ns0:lnTo>
                <ns0:lnTo>
                  <ns0:pt x="1398240" y="475276"/>
                </ns0:lnTo>
                <ns0:lnTo>
                  <ns0:pt x="1399680" y="471830"/>
                </ns0:lnTo>
                <ns0:lnTo>
                  <ns0:pt x="1401120" y="465265"/>
                </ns0:lnTo>
                <ns0:lnTo>
                  <ns0:pt x="1402560" y="459090"/>
                </ns0:lnTo>
                <ns0:lnTo>
                  <ns0:pt x="1404000" y="443188"/>
                </ns0:lnTo>
                <ns0:lnTo>
                  <ns0:pt x="1405440" y="430748"/>
                </ns0:lnTo>
                <ns0:lnTo>
                  <ns0:pt x="1406880" y="413569"/>
                </ns0:lnTo>
                <ns0:lnTo>
                  <ns0:pt x="1408320" y="397246"/>
                </ns0:lnTo>
                <ns0:lnTo>
                  <ns0:pt x="1409760" y="392585"/>
                </ns0:lnTo>
                <ns0:lnTo>
                  <ns0:pt x="1411200" y="393041"/>
                </ns0:lnTo>
                <ns0:lnTo>
                  <ns0:pt x="1412640" y="394495"/>
                </ns0:lnTo>
                <ns0:lnTo>
                  <ns0:pt x="1414080" y="395837"/>
                </ns0:lnTo>
                <ns0:lnTo>
                  <ns0:pt x="1415520" y="398226"/>
                </ns0:lnTo>
                <ns0:lnTo>
                  <ns0:pt x="1416960" y="401605"/>
                </ns0:lnTo>
                <ns0:lnTo>
                  <ns0:pt x="1418400" y="401635"/>
                </ns0:lnTo>
                <ns0:lnTo>
                  <ns0:pt x="1419840" y="402127"/>
                </ns0:lnTo>
                <ns0:lnTo>
                  <ns0:pt x="1421280" y="400742"/>
                </ns0:lnTo>
                <ns0:lnTo>
                  <ns0:pt x="1422720" y="398297"/>
                </ns0:lnTo>
                <ns0:lnTo>
                  <ns0:pt x="1424160" y="395537"/>
                </ns0:lnTo>
                <ns0:lnTo>
                  <ns0:pt x="1425600" y="392690"/>
                </ns0:lnTo>
                <ns0:lnTo>
                  <ns0:pt x="1427040" y="392121"/>
                </ns0:lnTo>
                <ns0:lnTo>
                  <ns0:pt x="1428480" y="390589"/>
                </ns0:lnTo>
                <ns0:lnTo>
                  <ns0:pt x="1429920" y="386632"/>
                </ns0:lnTo>
                <ns0:lnTo>
                  <ns0:pt x="1431360" y="384219"/>
                </ns0:lnTo>
                <ns0:lnTo>
                  <ns0:pt x="1432800" y="383294"/>
                </ns0:lnTo>
                <ns0:lnTo>
                  <ns0:pt x="1434240" y="383330"/>
                </ns0:lnTo>
                <ns0:lnTo>
                  <ns0:pt x="1435680" y="384819"/>
                </ns0:lnTo>
                <ns0:lnTo>
                  <ns0:pt x="1437120" y="382055"/>
                </ns0:lnTo>
                <ns0:lnTo>
                  <ns0:pt x="1438560" y="376503"/>
                </ns0:lnTo>
                <ns0:lnTo>
                  <ns0:pt x="1440000" y="371408"/>
                </ns0:lnTo>
                <ns0:lnTo>
                  <ns0:pt x="1440000" y="243633"/>
                </ns0:lnTo>
                <ns0:lnTo>
                  <ns0:pt x="1440000" y="243633"/>
                </ns0:lnTo>
                <ns0:lnTo>
                  <ns0:pt x="1438560" y="248373"/>
                </ns0:lnTo>
                <ns0:lnTo>
                  <ns0:pt x="1437120" y="252781"/>
                </ns0:lnTo>
                <ns0:lnTo>
                  <ns0:pt x="1435680" y="256868"/>
                </ns0:lnTo>
                <ns0:lnTo>
                  <ns0:pt x="1434240" y="259158"/>
                </ns0:lnTo>
                <ns0:lnTo>
                  <ns0:pt x="1432800" y="262048"/>
                </ns0:lnTo>
                <ns0:lnTo>
                  <ns0:pt x="1431360" y="265042"/>
                </ns0:lnTo>
                <ns0:lnTo>
                  <ns0:pt x="1429920" y="268073"/>
                </ns0:lnTo>
                <ns0:lnTo>
                  <ns0:pt x="1428480" y="270936"/>
                </ns0:lnTo>
                <ns0:lnTo>
                  <ns0:pt x="1427040" y="273627"/>
                </ns0:lnTo>
                <ns0:lnTo>
                  <ns0:pt x="1425600" y="275988"/>
                </ns0:lnTo>
                <ns0:lnTo>
                  <ns0:pt x="1424160" y="278470"/>
                </ns0:lnTo>
                <ns0:lnTo>
                  <ns0:pt x="1422720" y="280856"/>
                </ns0:lnTo>
                <ns0:lnTo>
                  <ns0:pt x="1421280" y="282962"/>
                </ns0:lnTo>
                <ns0:lnTo>
                  <ns0:pt x="1419840" y="286140"/>
                </ns0:lnTo>
                <ns0:lnTo>
                  <ns0:pt x="1418400" y="291958"/>
                </ns0:lnTo>
                <ns0:lnTo>
                  <ns0:pt x="1416960" y="291155"/>
                </ns0:lnTo>
                <ns0:lnTo>
                  <ns0:pt x="1415520" y="304275"/>
                </ns0:lnTo>
                <ns0:lnTo>
                  <ns0:pt x="1414080" y="316233"/>
                </ns0:lnTo>
                <ns0:lnTo>
                  <ns0:pt x="1412640" y="321942"/>
                </ns0:lnTo>
                <ns0:lnTo>
                  <ns0:pt x="1411200" y="328919"/>
                </ns0:lnTo>
                <ns0:lnTo>
                  <ns0:pt x="1409760" y="328961"/>
                </ns0:lnTo>
                <ns0:lnTo>
                  <ns0:pt x="1408320" y="327017"/>
                </ns0:lnTo>
                <ns0:lnTo>
                  <ns0:pt x="1406880" y="322039"/>
                </ns0:lnTo>
                <ns0:lnTo>
                  <ns0:pt x="1405440" y="319963"/>
                </ns0:lnTo>
                <ns0:lnTo>
                  <ns0:pt x="1404000" y="321819"/>
                </ns0:lnTo>
                <ns0:lnTo>
                  <ns0:pt x="1402560" y="320216"/>
                </ns0:lnTo>
                <ns0:lnTo>
                  <ns0:pt x="1401120" y="321691"/>
                </ns0:lnTo>
                <ns0:lnTo>
                  <ns0:pt x="1399680" y="324162"/>
                </ns0:lnTo>
                <ns0:lnTo>
                  <ns0:pt x="1398240" y="329649"/>
                </ns0:lnTo>
                <ns0:lnTo>
                  <ns0:pt x="1396800" y="333461"/>
                </ns0:lnTo>
                <ns0:lnTo>
                  <ns0:pt x="1395360" y="335868"/>
                </ns0:lnTo>
                <ns0:lnTo>
                  <ns0:pt x="1393920" y="334654"/>
                </ns0:lnTo>
                <ns0:lnTo>
                  <ns0:pt x="1392480" y="329315"/>
                </ns0:lnTo>
                <ns0:lnTo>
                  <ns0:pt x="1391040" y="326310"/>
                </ns0:lnTo>
                <ns0:lnTo>
                  <ns0:pt x="1389600" y="324473"/>
                </ns0:lnTo>
                <ns0:lnTo>
                  <ns0:pt x="1388160" y="319777"/>
                </ns0:lnTo>
                <ns0:lnTo>
                  <ns0:pt x="1386720" y="312757"/>
                </ns0:lnTo>
                <ns0:lnTo>
                  <ns0:pt x="1385280" y="308994"/>
                </ns0:lnTo>
                <ns0:lnTo>
                  <ns0:pt x="1383840" y="303561"/>
                </ns0:lnTo>
                <ns0:lnTo>
                  <ns0:pt x="1382400" y="299305"/>
                </ns0:lnTo>
                <ns0:lnTo>
                  <ns0:pt x="1380960" y="295314"/>
                </ns0:lnTo>
                <ns0:lnTo>
                  <ns0:pt x="1379520" y="299290"/>
                </ns0:lnTo>
                <ns0:lnTo>
                  <ns0:pt x="1378080" y="301192"/>
                </ns0:lnTo>
                <ns0:lnTo>
                  <ns0:pt x="1376640" y="303742"/>
                </ns0:lnTo>
                <ns0:lnTo>
                  <ns0:pt x="1375200" y="304725"/>
                </ns0:lnTo>
                <ns0:lnTo>
                  <ns0:pt x="1373760" y="304538"/>
                </ns0:lnTo>
                <ns0:lnTo>
                  <ns0:pt x="1372320" y="301410"/>
                </ns0:lnTo>
                <ns0:lnTo>
                  <ns0:pt x="1370880" y="300038"/>
                </ns0:lnTo>
                <ns0:lnTo>
                  <ns0:pt x="1369440" y="300285"/>
                </ns0:lnTo>
                <ns0:lnTo>
                  <ns0:pt x="1368000" y="300453"/>
                </ns0:lnTo>
                <ns0:lnTo>
                  <ns0:pt x="1366560" y="304922"/>
                </ns0:lnTo>
                <ns0:lnTo>
                  <ns0:pt x="1365120" y="306018"/>
                </ns0:lnTo>
                <ns0:lnTo>
                  <ns0:pt x="1363680" y="306598"/>
                </ns0:lnTo>
                <ns0:lnTo>
                  <ns0:pt x="1362240" y="299846"/>
                </ns0:lnTo>
                <ns0:lnTo>
                  <ns0:pt x="1360800" y="293842"/>
                </ns0:lnTo>
                <ns0:lnTo>
                  <ns0:pt x="1359360" y="288235"/>
                </ns0:lnTo>
                <ns0:lnTo>
                  <ns0:pt x="1357920" y="277278"/>
                </ns0:lnTo>
                <ns0:lnTo>
                  <ns0:pt x="1356480" y="266071"/>
                </ns0:lnTo>
                <ns0:lnTo>
                  <ns0:pt x="1355040" y="263592"/>
                </ns0:lnTo>
                <ns0:lnTo>
                  <ns0:pt x="1353600" y="255706"/>
                </ns0:lnTo>
                <ns0:lnTo>
                  <ns0:pt x="1352160" y="249413"/>
                </ns0:lnTo>
                <ns0:lnTo>
                  <ns0:pt x="1350720" y="252107"/>
                </ns0:lnTo>
                <ns0:lnTo>
                  <ns0:pt x="1349280" y="253984"/>
                </ns0:lnTo>
                <ns0:lnTo>
                  <ns0:pt x="1347840" y="257813"/>
                </ns0:lnTo>
                <ns0:lnTo>
                  <ns0:pt x="1346400" y="262380"/>
                </ns0:lnTo>
                <ns0:lnTo>
                  <ns0:pt x="1344960" y="270152"/>
                </ns0:lnTo>
                <ns0:lnTo>
                  <ns0:pt x="1343520" y="270411"/>
                </ns0:lnTo>
                <ns0:lnTo>
                  <ns0:pt x="1342080" y="271009"/>
                </ns0:lnTo>
                <ns0:lnTo>
                  <ns0:pt x="1340640" y="272422"/>
                </ns0:lnTo>
                <ns0:lnTo>
                  <ns0:pt x="1339200" y="273508"/>
                </ns0:lnTo>
                <ns0:lnTo>
                  <ns0:pt x="1337760" y="273795"/>
                </ns0:lnTo>
                <ns0:lnTo>
                  <ns0:pt x="1336320" y="274300"/>
                </ns0:lnTo>
                <ns0:lnTo>
                  <ns0:pt x="1334880" y="273484"/>
                </ns0:lnTo>
                <ns0:lnTo>
                  <ns0:pt x="1333440" y="271931"/>
                </ns0:lnTo>
                <ns0:lnTo>
                  <ns0:pt x="1332000" y="269211"/>
                </ns0:lnTo>
                <ns0:lnTo>
                  <ns0:pt x="1330560" y="262880"/>
                </ns0:lnTo>
                <ns0:lnTo>
                  <ns0:pt x="1329120" y="260424"/>
                </ns0:lnTo>
                <ns0:lnTo>
                  <ns0:pt x="1327680" y="260119"/>
                </ns0:lnTo>
                <ns0:lnTo>
                  <ns0:pt x="1326240" y="262849"/>
                </ns0:lnTo>
                <ns0:lnTo>
                  <ns0:pt x="1324800" y="263107"/>
                </ns0:lnTo>
                <ns0:lnTo>
                  <ns0:pt x="1323360" y="257547"/>
                </ns0:lnTo>
                <ns0:lnTo>
                  <ns0:pt x="1321920" y="254839"/>
                </ns0:lnTo>
                <ns0:lnTo>
                  <ns0:pt x="1320480" y="257453"/>
                </ns0:lnTo>
                <ns0:lnTo>
                  <ns0:pt x="1319040" y="254743"/>
                </ns0:lnTo>
                <ns0:lnTo>
                  <ns0:pt x="1317600" y="263104"/>
                </ns0:lnTo>
                <ns0:lnTo>
                  <ns0:pt x="1316160" y="272222"/>
                </ns0:lnTo>
                <ns0:lnTo>
                  <ns0:pt x="1314720" y="273006"/>
                </ns0:lnTo>
                <ns0:lnTo>
                  <ns0:pt x="1313280" y="273185"/>
                </ns0:lnTo>
                <ns0:lnTo>
                  <ns0:pt x="1311840" y="273200"/>
                </ns0:lnTo>
                <ns0:lnTo>
                  <ns0:pt x="1310400" y="272655"/>
                </ns0:lnTo>
                <ns0:lnTo>
                  <ns0:pt x="1308960" y="271462"/>
                </ns0:lnTo>
                <ns0:lnTo>
                  <ns0:pt x="1307520" y="266977"/>
                </ns0:lnTo>
                <ns0:lnTo>
                  <ns0:pt x="1306080" y="261134"/>
                </ns0:lnTo>
                <ns0:lnTo>
                  <ns0:pt x="1304640" y="258461"/>
                </ns0:lnTo>
                <ns0:lnTo>
                  <ns0:pt x="1303200" y="256624"/>
                </ns0:lnTo>
                <ns0:lnTo>
                  <ns0:pt x="1301760" y="253093"/>
                </ns0:lnTo>
                <ns0:lnTo>
                  <ns0:pt x="1300320" y="251494"/>
                </ns0:lnTo>
                <ns0:lnTo>
                  <ns0:pt x="1298880" y="249005"/>
                </ns0:lnTo>
                <ns0:lnTo>
                  <ns0:pt x="1297440" y="246930"/>
                </ns0:lnTo>
                <ns0:lnTo>
                  <ns0:pt x="1296000" y="247475"/>
                </ns0:lnTo>
                <ns0:lnTo>
                  <ns0:pt x="1294560" y="250860"/>
                </ns0:lnTo>
                <ns0:lnTo>
                  <ns0:pt x="1293120" y="251636"/>
                </ns0:lnTo>
                <ns0:lnTo>
                  <ns0:pt x="1291680" y="249874"/>
                </ns0:lnTo>
                <ns0:lnTo>
                  <ns0:pt x="1290240" y="246986"/>
                </ns0:lnTo>
                <ns0:lnTo>
                  <ns0:pt x="1288800" y="246679"/>
                </ns0:lnTo>
                <ns0:lnTo>
                  <ns0:pt x="1287360" y="251726"/>
                </ns0:lnTo>
                <ns0:lnTo>
                  <ns0:pt x="1285920" y="260298"/>
                </ns0:lnTo>
                <ns0:lnTo>
                  <ns0:pt x="1284480" y="267918"/>
                </ns0:lnTo>
                <ns0:lnTo>
                  <ns0:pt x="1283040" y="274167"/>
                </ns0:lnTo>
                <ns0:lnTo>
                  <ns0:pt x="1281600" y="274617"/>
                </ns0:lnTo>
                <ns0:lnTo>
                  <ns0:pt x="1280160" y="274383"/>
                </ns0:lnTo>
                <ns0:lnTo>
                  <ns0:pt x="1278720" y="272984"/>
                </ns0:lnTo>
                <ns0:lnTo>
                  <ns0:pt x="1277280" y="271009"/>
                </ns0:lnTo>
                <ns0:lnTo>
                  <ns0:pt x="1275840" y="268855"/>
                </ns0:lnTo>
                <ns0:lnTo>
                  <ns0:pt x="1274400" y="268967"/>
                </ns0:lnTo>
                <ns0:lnTo>
                  <ns0:pt x="1272960" y="270684"/>
                </ns0:lnTo>
                <ns0:lnTo>
                  <ns0:pt x="1271520" y="269987"/>
                </ns0:lnTo>
                <ns0:lnTo>
                  <ns0:pt x="1270080" y="271005"/>
                </ns0:lnTo>
                <ns0:lnTo>
                  <ns0:pt x="1268640" y="267727"/>
                </ns0:lnTo>
                <ns0:lnTo>
                  <ns0:pt x="1267200" y="258990"/>
                </ns0:lnTo>
                <ns0:lnTo>
                  <ns0:pt x="1265760" y="257094"/>
                </ns0:lnTo>
                <ns0:lnTo>
                  <ns0:pt x="1264320" y="255169"/>
                </ns0:lnTo>
                <ns0:lnTo>
                  <ns0:pt x="1262880" y="252858"/>
                </ns0:lnTo>
                <ns0:lnTo>
                  <ns0:pt x="1261440" y="257289"/>
                </ns0:lnTo>
                <ns0:lnTo>
                  <ns0:pt x="1260000" y="257432"/>
                </ns0:lnTo>
                <ns0:lnTo>
                  <ns0:pt x="1258560" y="256920"/>
                </ns0:lnTo>
                <ns0:lnTo>
                  <ns0:pt x="1257120" y="253639"/>
                </ns0:lnTo>
                <ns0:lnTo>
                  <ns0:pt x="1255680" y="248036"/>
                </ns0:lnTo>
                <ns0:lnTo>
                  <ns0:pt x="1254240" y="244132"/>
                </ns0:lnTo>
                <ns0:lnTo>
                  <ns0:pt x="1252800" y="240161"/>
                </ns0:lnTo>
                <ns0:lnTo>
                  <ns0:pt x="1251360" y="237444"/>
                </ns0:lnTo>
                <ns0:lnTo>
                  <ns0:pt x="1249920" y="234662"/>
                </ns0:lnTo>
                <ns0:lnTo>
                  <ns0:pt x="1248480" y="233461"/>
                </ns0:lnTo>
                <ns0:lnTo>
                  <ns0:pt x="1247040" y="233221"/>
                </ns0:lnTo>
                <ns0:lnTo>
                  <ns0:pt x="1245600" y="232708"/>
                </ns0:lnTo>
                <ns0:lnTo>
                  <ns0:pt x="1244160" y="232698"/>
                </ns0:lnTo>
                <ns0:lnTo>
                  <ns0:pt x="1242720" y="232899"/>
                </ns0:lnTo>
                <ns0:lnTo>
                  <ns0:pt x="1241280" y="232900"/>
                </ns0:lnTo>
                <ns0:lnTo>
                  <ns0:pt x="1239840" y="233996"/>
                </ns0:lnTo>
                <ns0:lnTo>
                  <ns0:pt x="1238400" y="234828"/>
                </ns0:lnTo>
                <ns0:lnTo>
                  <ns0:pt x="1236960" y="232036"/>
                </ns0:lnTo>
                <ns0:lnTo>
                  <ns0:pt x="1235520" y="232704"/>
                </ns0:lnTo>
                <ns0:lnTo>
                  <ns0:pt x="1234080" y="232674"/>
                </ns0:lnTo>
                <ns0:lnTo>
                  <ns0:pt x="1232640" y="229121"/>
                </ns0:lnTo>
                <ns0:lnTo>
                  <ns0:pt x="1231200" y="232047"/>
                </ns0:lnTo>
                <ns0:lnTo>
                  <ns0:pt x="1229760" y="230944"/>
                </ns0:lnTo>
                <ns0:lnTo>
                  <ns0:pt x="1228320" y="226325"/>
                </ns0:lnTo>
                <ns0:lnTo>
                  <ns0:pt x="1226880" y="230095"/>
                </ns0:lnTo>
                <ns0:lnTo>
                  <ns0:pt x="1225440" y="229213"/>
                </ns0:lnTo>
                <ns0:lnTo>
                  <ns0:pt x="1224000" y="227539"/>
                </ns0:lnTo>
                <ns0:lnTo>
                  <ns0:pt x="1222560" y="224854"/>
                </ns0:lnTo>
                <ns0:lnTo>
                  <ns0:pt x="1221120" y="225649"/>
                </ns0:lnTo>
                <ns0:lnTo>
                  <ns0:pt x="1219680" y="232188"/>
                </ns0:lnTo>
                <ns0:lnTo>
                  <ns0:pt x="1218240" y="239726"/>
                </ns0:lnTo>
                <ns0:lnTo>
                  <ns0:pt x="1216800" y="247161"/>
                </ns0:lnTo>
                <ns0:lnTo>
                  <ns0:pt x="1215360" y="254560"/>
                </ns0:lnTo>
                <ns0:lnTo>
                  <ns0:pt x="1213920" y="261679"/>
                </ns0:lnTo>
                <ns0:lnTo>
                  <ns0:pt x="1212480" y="261470"/>
                </ns0:lnTo>
                <ns0:lnTo>
                  <ns0:pt x="1211040" y="257478"/>
                </ns0:lnTo>
                <ns0:lnTo>
                  <ns0:pt x="1209600" y="252397"/>
                </ns0:lnTo>
                <ns0:lnTo>
                  <ns0:pt x="1208160" y="245755"/>
                </ns0:lnTo>
                <ns0:lnTo>
                  <ns0:pt x="1206720" y="242115"/>
                </ns0:lnTo>
                <ns0:lnTo>
                  <ns0:pt x="1205280" y="245300"/>
                </ns0:lnTo>
                <ns0:lnTo>
                  <ns0:pt x="1203840" y="246667"/>
                </ns0:lnTo>
                <ns0:lnTo>
                  <ns0:pt x="1202400" y="248974"/>
                </ns0:lnTo>
                <ns0:lnTo>
                  <ns0:pt x="1200960" y="249195"/>
                </ns0:lnTo>
                <ns0:lnTo>
                  <ns0:pt x="1199520" y="250376"/>
                </ns0:lnTo>
                <ns0:lnTo>
                  <ns0:pt x="1198080" y="253555"/>
                </ns0:lnTo>
                <ns0:lnTo>
                  <ns0:pt x="1196640" y="263237"/>
                </ns0:lnTo>
                <ns0:lnTo>
                  <ns0:pt x="1195200" y="269606"/>
                </ns0:lnTo>
                <ns0:lnTo>
                  <ns0:pt x="1193760" y="273720"/>
                </ns0:lnTo>
                <ns0:lnTo>
                  <ns0:pt x="1192320" y="278334"/>
                </ns0:lnTo>
                <ns0:lnTo>
                  <ns0:pt x="1190880" y="273816"/>
                </ns0:lnTo>
                <ns0:lnTo>
                  <ns0:pt x="1189440" y="269700"/>
                </ns0:lnTo>
                <ns0:lnTo>
                  <ns0:pt x="1188000" y="269230"/>
                </ns0:lnTo>
                <ns0:lnTo>
                  <ns0:pt x="1186560" y="272131"/>
                </ns0:lnTo>
                <ns0:lnTo>
                  <ns0:pt x="1185120" y="273369"/>
                </ns0:lnTo>
                <ns0:lnTo>
                  <ns0:pt x="1183680" y="272416"/>
                </ns0:lnTo>
                <ns0:lnTo>
                  <ns0:pt x="1182240" y="271767"/>
                </ns0:lnTo>
                <ns0:lnTo>
                  <ns0:pt x="1180800" y="271058"/>
                </ns0:lnTo>
                <ns0:lnTo>
                  <ns0:pt x="1179360" y="270601"/>
                </ns0:lnTo>
                <ns0:lnTo>
                  <ns0:pt x="1177920" y="269596"/>
                </ns0:lnTo>
                <ns0:lnTo>
                  <ns0:pt x="1176480" y="274220"/>
                </ns0:lnTo>
                <ns0:lnTo>
                  <ns0:pt x="1175040" y="279010"/>
                </ns0:lnTo>
                <ns0:lnTo>
                  <ns0:pt x="1173600" y="285146"/>
                </ns0:lnTo>
                <ns0:lnTo>
                  <ns0:pt x="1172160" y="291068"/>
                </ns0:lnTo>
                <ns0:lnTo>
                  <ns0:pt x="1170720" y="289364"/>
                </ns0:lnTo>
                <ns0:lnTo>
                  <ns0:pt x="1169280" y="289127"/>
                </ns0:lnTo>
                <ns0:lnTo>
                  <ns0:pt x="1167840" y="291678"/>
                </ns0:lnTo>
                <ns0:lnTo>
                  <ns0:pt x="1166400" y="285584"/>
                </ns0:lnTo>
                <ns0:lnTo>
                  <ns0:pt x="1164960" y="269439"/>
                </ns0:lnTo>
                <ns0:lnTo>
                  <ns0:pt x="1163520" y="247272"/>
                </ns0:lnTo>
                <ns0:lnTo>
                  <ns0:pt x="1162080" y="238044"/>
                </ns0:lnTo>
                <ns0:lnTo>
                  <ns0:pt x="1160640" y="228146"/>
                </ns0:lnTo>
                <ns0:lnTo>
                  <ns0:pt x="1159200" y="222383"/>
                </ns0:lnTo>
                <ns0:lnTo>
                  <ns0:pt x="1157760" y="222824"/>
                </ns0:lnTo>
                <ns0:lnTo>
                  <ns0:pt x="1156320" y="226064"/>
                </ns0:lnTo>
                <ns0:lnTo>
                  <ns0:pt x="1154880" y="231668"/>
                </ns0:lnTo>
                <ns0:lnTo>
                  <ns0:pt x="1153440" y="236184"/>
                </ns0:lnTo>
                <ns0:lnTo>
                  <ns0:pt x="1152000" y="239894"/>
                </ns0:lnTo>
                <ns0:lnTo>
                  <ns0:pt x="1150560" y="240843"/>
                </ns0:lnTo>
                <ns0:lnTo>
                  <ns0:pt x="1149120" y="240905"/>
                </ns0:lnTo>
                <ns0:lnTo>
                  <ns0:pt x="1147680" y="240969"/>
                </ns0:lnTo>
                <ns0:lnTo>
                  <ns0:pt x="1146240" y="240563"/>
                </ns0:lnTo>
                <ns0:lnTo>
                  <ns0:pt x="1144800" y="240612"/>
                </ns0:lnTo>
                <ns0:lnTo>
                  <ns0:pt x="1143360" y="240604"/>
                </ns0:lnTo>
                <ns0:lnTo>
                  <ns0:pt x="1141920" y="240540"/>
                </ns0:lnTo>
                <ns0:lnTo>
                  <ns0:pt x="1140480" y="239096"/>
                </ns0:lnTo>
                <ns0:lnTo>
                  <ns0:pt x="1139040" y="237313"/>
                </ns0:lnTo>
                <ns0:lnTo>
                  <ns0:pt x="1137600" y="232115"/>
                </ns0:lnTo>
                <ns0:lnTo>
                  <ns0:pt x="1136160" y="230199"/>
                </ns0:lnTo>
                <ns0:lnTo>
                  <ns0:pt x="1134720" y="234760"/>
                </ns0:lnTo>
                <ns0:lnTo>
                  <ns0:pt x="1133280" y="233313"/>
                </ns0:lnTo>
                <ns0:lnTo>
                  <ns0:pt x="1131840" y="230435"/>
                </ns0:lnTo>
                <ns0:lnTo>
                  <ns0:pt x="1130400" y="228374"/>
                </ns0:lnTo>
                <ns0:lnTo>
                  <ns0:pt x="1128960" y="228350"/>
                </ns0:lnTo>
                <ns0:lnTo>
                  <ns0:pt x="1127520" y="232835"/>
                </ns0:lnTo>
                <ns0:lnTo>
                  <ns0:pt x="1126080" y="229970"/>
                </ns0:lnTo>
                <ns0:lnTo>
                  <ns0:pt x="1124640" y="235421"/>
                </ns0:lnTo>
                <ns0:lnTo>
                  <ns0:pt x="1123200" y="240492"/>
                </ns0:lnTo>
                <ns0:lnTo>
                  <ns0:pt x="1121760" y="245204"/>
                </ns0:lnTo>
                <ns0:lnTo>
                  <ns0:pt x="1120320" y="248725"/>
                </ns0:lnTo>
                <ns0:lnTo>
                  <ns0:pt x="1118880" y="248220"/>
                </ns0:lnTo>
                <ns0:lnTo>
                  <ns0:pt x="1117440" y="248355"/>
                </ns0:lnTo>
                <ns0:lnTo>
                  <ns0:pt x="1116000" y="248120"/>
                </ns0:lnTo>
                <ns0:lnTo>
                  <ns0:pt x="1114560" y="247743"/>
                </ns0:lnTo>
                <ns0:lnTo>
                  <ns0:pt x="1113120" y="241964"/>
                </ns0:lnTo>
                <ns0:lnTo>
                  <ns0:pt x="1111680" y="236532"/>
                </ns0:lnTo>
                <ns0:lnTo>
                  <ns0:pt x="1110240" y="228263"/>
                </ns0:lnTo>
                <ns0:lnTo>
                  <ns0:pt x="1108800" y="216620"/>
                </ns0:lnTo>
                <ns0:lnTo>
                  <ns0:pt x="1107360" y="205616"/>
                </ns0:lnTo>
                <ns0:lnTo>
                  <ns0:pt x="1105920" y="199098"/>
                </ns0:lnTo>
                <ns0:lnTo>
                  <ns0:pt x="1104480" y="190357"/>
                </ns0:lnTo>
                <ns0:lnTo>
                  <ns0:pt x="1103040" y="185291"/>
                </ns0:lnTo>
                <ns0:lnTo>
                  <ns0:pt x="1101600" y="184317"/>
                </ns0:lnTo>
                <ns0:lnTo>
                  <ns0:pt x="1100160" y="182242"/>
                </ns0:lnTo>
                <ns0:lnTo>
                  <ns0:pt x="1098720" y="178914"/>
                </ns0:lnTo>
                <ns0:lnTo>
                  <ns0:pt x="1097280" y="178388"/>
                </ns0:lnTo>
                <ns0:lnTo>
                  <ns0:pt x="1095840" y="180976"/>
                </ns0:lnTo>
                <ns0:lnTo>
                  <ns0:pt x="1094400" y="184118"/>
                </ns0:lnTo>
                <ns0:lnTo>
                  <ns0:pt x="1092960" y="192085"/>
                </ns0:lnTo>
                <ns0:lnTo>
                  <ns0:pt x="1091520" y="203167"/>
                </ns0:lnTo>
                <ns0:lnTo>
                  <ns0:pt x="1090080" y="212032"/>
                </ns0:lnTo>
                <ns0:lnTo>
                  <ns0:pt x="1088640" y="212792"/>
                </ns0:lnTo>
                <ns0:lnTo>
                  <ns0:pt x="1087200" y="212378"/>
                </ns0:lnTo>
                <ns0:lnTo>
                  <ns0:pt x="1085760" y="212357"/>
                </ns0:lnTo>
                <ns0:lnTo>
                  <ns0:pt x="1084320" y="215557"/>
                </ns0:lnTo>
                <ns0:lnTo>
                  <ns0:pt x="1082880" y="221177"/>
                </ns0:lnTo>
                <ns0:lnTo>
                  <ns0:pt x="1081440" y="222080"/>
                </ns0:lnTo>
                <ns0:lnTo>
                  <ns0:pt x="1080000" y="222232"/>
                </ns0:lnTo>
                <ns0:lnTo>
                  <ns0:pt x="1078560" y="222332"/>
                </ns0:lnTo>
                <ns0:lnTo>
                  <ns0:pt x="1077120" y="224205"/>
                </ns0:lnTo>
                <ns0:lnTo>
                  <ns0:pt x="1075680" y="225787"/>
                </ns0:lnTo>
                <ns0:lnTo>
                  <ns0:pt x="1074240" y="230725"/>
                </ns0:lnTo>
                <ns0:lnTo>
                  <ns0:pt x="1072800" y="240645"/>
                </ns0:lnTo>
                <ns0:lnTo>
                  <ns0:pt x="1071360" y="251013"/>
                </ns0:lnTo>
                <ns0:lnTo>
                  <ns0:pt x="1069920" y="254055"/>
                </ns0:lnTo>
                <ns0:lnTo>
                  <ns0:pt x="1068480" y="255562"/>
                </ns0:lnTo>
                <ns0:lnTo>
                  <ns0:pt x="1067040" y="260564"/>
                </ns0:lnTo>
                <ns0:lnTo>
                  <ns0:pt x="1065600" y="261502"/>
                </ns0:lnTo>
                <ns0:lnTo>
                  <ns0:pt x="1064160" y="265302"/>
                </ns0:lnTo>
                <ns0:lnTo>
                  <ns0:pt x="1062720" y="271010"/>
                </ns0:lnTo>
                <ns0:lnTo>
                  <ns0:pt x="1061280" y="272174"/>
                </ns0:lnTo>
                <ns0:lnTo>
                  <ns0:pt x="1059840" y="270096"/>
                </ns0:lnTo>
                <ns0:lnTo>
                  <ns0:pt x="1058400" y="267708"/>
                </ns0:lnTo>
                <ns0:lnTo>
                  <ns0:pt x="1056960" y="264279"/>
                </ns0:lnTo>
                <ns0:lnTo>
                  <ns0:pt x="1055520" y="258890"/>
                </ns0:lnTo>
                <ns0:lnTo>
                  <ns0:pt x="1054080" y="251648"/>
                </ns0:lnTo>
                <ns0:lnTo>
                  <ns0:pt x="1052640" y="256058"/>
                </ns0:lnTo>
                <ns0:lnTo>
                  <ns0:pt x="1051200" y="260422"/>
                </ns0:lnTo>
                <ns0:lnTo>
                  <ns0:pt x="1049760" y="264326"/>
                </ns0:lnTo>
                <ns0:lnTo>
                  <ns0:pt x="1048320" y="265719"/>
                </ns0:lnTo>
                <ns0:lnTo>
                  <ns0:pt x="1046880" y="266436"/>
                </ns0:lnTo>
                <ns0:lnTo>
                  <ns0:pt x="1045440" y="265335"/>
                </ns0:lnTo>
                <ns0:lnTo>
                  <ns0:pt x="1044000" y="266085"/>
                </ns0:lnTo>
                <ns0:lnTo>
                  <ns0:pt x="1042560" y="261201"/>
                </ns0:lnTo>
                <ns0:lnTo>
                  <ns0:pt x="1041120" y="253225"/>
                </ns0:lnTo>
                <ns0:lnTo>
                  <ns0:pt x="1039680" y="247854"/>
                </ns0:lnTo>
                <ns0:lnTo>
                  <ns0:pt x="1038240" y="249916"/>
                </ns0:lnTo>
                <ns0:lnTo>
                  <ns0:pt x="1036800" y="250930"/>
                </ns0:lnTo>
                <ns0:lnTo>
                  <ns0:pt x="1035360" y="249523"/>
                </ns0:lnTo>
                <ns0:lnTo>
                  <ns0:pt x="1033920" y="245030"/>
                </ns0:lnTo>
                <ns0:lnTo>
                  <ns0:pt x="1032480" y="241651"/>
                </ns0:lnTo>
                <ns0:lnTo>
                  <ns0:pt x="1031040" y="232306"/>
                </ns0:lnTo>
                <ns0:lnTo>
                  <ns0:pt x="1029600" y="226397"/>
                </ns0:lnTo>
                <ns0:lnTo>
                  <ns0:pt x="1028160" y="222752"/>
                </ns0:lnTo>
                <ns0:lnTo>
                  <ns0:pt x="1026720" y="219680"/>
                </ns0:lnTo>
                <ns0:lnTo>
                  <ns0:pt x="1025280" y="224394"/>
                </ns0:lnTo>
                <ns0:lnTo>
                  <ns0:pt x="1023840" y="225153"/>
                </ns0:lnTo>
                <ns0:lnTo>
                  <ns0:pt x="1022400" y="225219"/>
                </ns0:lnTo>
                <ns0:lnTo>
                  <ns0:pt x="1020960" y="224302"/>
                </ns0:lnTo>
                <ns0:lnTo>
                  <ns0:pt x="1019520" y="223845"/>
                </ns0:lnTo>
                <ns0:lnTo>
                  <ns0:pt x="1018080" y="227865"/>
                </ns0:lnTo>
                <ns0:lnTo>
                  <ns0:pt x="1016640" y="226786"/>
                </ns0:lnTo>
                <ns0:lnTo>
                  <ns0:pt x="1015200" y="227688"/>
                </ns0:lnTo>
                <ns0:lnTo>
                  <ns0:pt x="1013760" y="224543"/>
                </ns0:lnTo>
                <ns0:lnTo>
                  <ns0:pt x="1012320" y="218311"/>
                </ns0:lnTo>
                <ns0:lnTo>
                  <ns0:pt x="1010880" y="215311"/>
                </ns0:lnTo>
                <ns0:lnTo>
                  <ns0:pt x="1009440" y="213290"/>
                </ns0:lnTo>
                <ns0:lnTo>
                  <ns0:pt x="1008000" y="207099"/>
                </ns0:lnTo>
                <ns0:lnTo>
                  <ns0:pt x="1006560" y="200412"/>
                </ns0:lnTo>
                <ns0:lnTo>
                  <ns0:pt x="1005120" y="196044"/>
                </ns0:lnTo>
                <ns0:lnTo>
                  <ns0:pt x="1003680" y="192587"/>
                </ns0:lnTo>
                <ns0:lnTo>
                  <ns0:pt x="1002240" y="186788"/>
                </ns0:lnTo>
                <ns0:lnTo>
                  <ns0:pt x="1000800" y="181824"/>
                </ns0:lnTo>
                <ns0:lnTo>
                  <ns0:pt x="999360" y="183831"/>
                </ns0:lnTo>
                <ns0:lnTo>
                  <ns0:pt x="997920" y="188381"/>
                </ns0:lnTo>
                <ns0:lnTo>
                  <ns0:pt x="996480" y="196612"/>
                </ns0:lnTo>
                <ns0:lnTo>
                  <ns0:pt x="995040" y="207728"/>
                </ns0:lnTo>
                <ns0:lnTo>
                  <ns0:pt x="993600" y="217209"/>
                </ns0:lnTo>
                <ns0:lnTo>
                  <ns0:pt x="992160" y="221934"/>
                </ns0:lnTo>
                <ns0:lnTo>
                  <ns0:pt x="990720" y="223543"/>
                </ns0:lnTo>
                <ns0:lnTo>
                  <ns0:pt x="989280" y="220741"/>
                </ns0:lnTo>
                <ns0:lnTo>
                  <ns0:pt x="987840" y="219220"/>
                </ns0:lnTo>
                <ns0:lnTo>
                  <ns0:pt x="986400" y="224071"/>
                </ns0:lnTo>
                <ns0:lnTo>
                  <ns0:pt x="984960" y="225350"/>
                </ns0:lnTo>
                <ns0:lnTo>
                  <ns0:pt x="983520" y="224314"/>
                </ns0:lnTo>
                <ns0:lnTo>
                  <ns0:pt x="982080" y="226796"/>
                </ns0:lnTo>
                <ns0:lnTo>
                  <ns0:pt x="980640" y="225879"/>
                </ns0:lnTo>
                <ns0:lnTo>
                  <ns0:pt x="979200" y="225763"/>
                </ns0:lnTo>
                <ns0:lnTo>
                  <ns0:pt x="977760" y="225588"/>
                </ns0:lnTo>
                <ns0:lnTo>
                  <ns0:pt x="976320" y="227055"/>
                </ns0:lnTo>
                <ns0:lnTo>
                  <ns0:pt x="974880" y="226824"/>
                </ns0:lnTo>
                <ns0:lnTo>
                  <ns0:pt x="973440" y="225637"/>
                </ns0:lnTo>
                <ns0:lnTo>
                  <ns0:pt x="972000" y="228243"/>
                </ns0:lnTo>
                <ns0:lnTo>
                  <ns0:pt x="970560" y="236229"/>
                </ns0:lnTo>
                <ns0:lnTo>
                  <ns0:pt x="969120" y="248345"/>
                </ns0:lnTo>
                <ns0:lnTo>
                  <ns0:pt x="967680" y="258378"/>
                </ns0:lnTo>
                <ns0:lnTo>
                  <ns0:pt x="966240" y="263096"/>
                </ns0:lnTo>
                <ns0:lnTo>
                  <ns0:pt x="964800" y="268615"/>
                </ns0:lnTo>
                <ns0:lnTo>
                  <ns0:pt x="963360" y="266963"/>
                </ns0:lnTo>
                <ns0:lnTo>
                  <ns0:pt x="961920" y="267680"/>
                </ns0:lnTo>
                <ns0:lnTo>
                  <ns0:pt x="960480" y="268378"/>
                </ns0:lnTo>
                <ns0:lnTo>
                  <ns0:pt x="959040" y="265182"/>
                </ns0:lnTo>
                <ns0:lnTo>
                  <ns0:pt x="957600" y="262166"/>
                </ns0:lnTo>
                <ns0:lnTo>
                  <ns0:pt x="956160" y="264551"/>
                </ns0:lnTo>
                <ns0:lnTo>
                  <ns0:pt x="954720" y="268097"/>
                </ns0:lnTo>
                <ns0:lnTo>
                  <ns0:pt x="953280" y="272209"/>
                </ns0:lnTo>
                <ns0:lnTo>
                  <ns0:pt x="951840" y="278787"/>
                </ns0:lnTo>
                <ns0:lnTo>
                  <ns0:pt x="950400" y="280777"/>
                </ns0:lnTo>
                <ns0:lnTo>
                  <ns0:pt x="948960" y="278723"/>
                </ns0:lnTo>
                <ns0:lnTo>
                  <ns0:pt x="947520" y="282898"/>
                </ns0:lnTo>
                <ns0:lnTo>
                  <ns0:pt x="946080" y="285631"/>
                </ns0:lnTo>
                <ns0:lnTo>
                  <ns0:pt x="944640" y="285816"/>
                </ns0:lnTo>
                <ns0:lnTo>
                  <ns0:pt x="943200" y="282023"/>
                </ns0:lnTo>
                <ns0:lnTo>
                  <ns0:pt x="941760" y="277454"/>
                </ns0:lnTo>
                <ns0:lnTo>
                  <ns0:pt x="940320" y="274059"/>
                </ns0:lnTo>
                <ns0:lnTo>
                  <ns0:pt x="938880" y="265939"/>
                </ns0:lnTo>
                <ns0:lnTo>
                  <ns0:pt x="937440" y="262074"/>
                </ns0:lnTo>
                <ns0:lnTo>
                  <ns0:pt x="936000" y="265373"/>
                </ns0:lnTo>
                <ns0:lnTo>
                  <ns0:pt x="934560" y="262053"/>
                </ns0:lnTo>
                <ns0:lnTo>
                  <ns0:pt x="933120" y="259487"/>
                </ns0:lnTo>
                <ns0:lnTo>
                  <ns0:pt x="931680" y="259980"/>
                </ns0:lnTo>
                <ns0:lnTo>
                  <ns0:pt x="930240" y="258609"/>
                </ns0:lnTo>
                <ns0:lnTo>
                  <ns0:pt x="928800" y="257367"/>
                </ns0:lnTo>
                <ns0:lnTo>
                  <ns0:pt x="927360" y="257014"/>
                </ns0:lnTo>
                <ns0:lnTo>
                  <ns0:pt x="925920" y="255949"/>
                </ns0:lnTo>
                <ns0:lnTo>
                  <ns0:pt x="924480" y="254376"/>
                </ns0:lnTo>
                <ns0:lnTo>
                  <ns0:pt x="923040" y="255582"/>
                </ns0:lnTo>
                <ns0:lnTo>
                  <ns0:pt x="921600" y="260101"/>
                </ns0:lnTo>
                <ns0:lnTo>
                  <ns0:pt x="920160" y="260534"/>
                </ns0:lnTo>
                <ns0:lnTo>
                  <ns0:pt x="918720" y="262091"/>
                </ns0:lnTo>
                <ns0:lnTo>
                  <ns0:pt x="917280" y="260952"/>
                </ns0:lnTo>
                <ns0:lnTo>
                  <ns0:pt x="915840" y="260033"/>
                </ns0:lnTo>
                <ns0:lnTo>
                  <ns0:pt x="914400" y="256193"/>
                </ns0:lnTo>
                <ns0:lnTo>
                  <ns0:pt x="912960" y="251513"/>
                </ns0:lnTo>
                <ns0:lnTo>
                  <ns0:pt x="911520" y="251802"/>
                </ns0:lnTo>
                <ns0:lnTo>
                  <ns0:pt x="910080" y="252204"/>
                </ns0:lnTo>
                <ns0:lnTo>
                  <ns0:pt x="908640" y="253859"/>
                </ns0:lnTo>
                <ns0:lnTo>
                  <ns0:pt x="907200" y="249585"/>
                </ns0:lnTo>
                <ns0:lnTo>
                  <ns0:pt x="905760" y="250461"/>
                </ns0:lnTo>
                <ns0:lnTo>
                  <ns0:pt x="904320" y="255595"/>
                </ns0:lnTo>
                <ns0:lnTo>
                  <ns0:pt x="902880" y="262839"/>
                </ns0:lnTo>
                <ns0:lnTo>
                  <ns0:pt x="901440" y="273347"/>
                </ns0:lnTo>
                <ns0:lnTo>
                  <ns0:pt x="900000" y="277773"/>
                </ns0:lnTo>
                <ns0:lnTo>
                  <ns0:pt x="898560" y="284076"/>
                </ns0:lnTo>
                <ns0:lnTo>
                  <ns0:pt x="897120" y="289923"/>
                </ns0:lnTo>
                <ns0:lnTo>
                  <ns0:pt x="895680" y="293427"/>
                </ns0:lnTo>
                <ns0:lnTo>
                  <ns0:pt x="894240" y="297566"/>
                </ns0:lnTo>
                <ns0:lnTo>
                  <ns0:pt x="892800" y="302687"/>
                </ns0:lnTo>
                <ns0:lnTo>
                  <ns0:pt x="891360" y="307268"/>
                </ns0:lnTo>
                <ns0:lnTo>
                  <ns0:pt x="889920" y="313439"/>
                </ns0:lnTo>
                <ns0:lnTo>
                  <ns0:pt x="888480" y="322315"/>
                </ns0:lnTo>
                <ns0:lnTo>
                  <ns0:pt x="887040" y="329870"/>
                </ns0:lnTo>
                <ns0:lnTo>
                  <ns0:pt x="885600" y="337148"/>
                </ns0:lnTo>
                <ns0:lnTo>
                  <ns0:pt x="884160" y="345727"/>
                </ns0:lnTo>
                <ns0:lnTo>
                  <ns0:pt x="882720" y="357572"/>
                </ns0:lnTo>
                <ns0:lnTo>
                  <ns0:pt x="881280" y="367844"/>
                </ns0:lnTo>
                <ns0:lnTo>
                  <ns0:pt x="879840" y="379533"/>
                </ns0:lnTo>
                <ns0:lnTo>
                  <ns0:pt x="878400" y="400193"/>
                </ns0:lnTo>
                <ns0:lnTo>
                  <ns0:pt x="876960" y="430444"/>
                </ns0:lnTo>
                <ns0:lnTo>
                  <ns0:pt x="875520" y="445804"/>
                </ns0:lnTo>
                <ns0:lnTo>
                  <ns0:pt x="874080" y="461581"/>
                </ns0:lnTo>
                <ns0:lnTo>
                  <ns0:pt x="872640" y="475717"/>
                </ns0:lnTo>
                <ns0:lnTo>
                  <ns0:pt x="871200" y="473850"/>
                </ns0:lnTo>
                <ns0:lnTo>
                  <ns0:pt x="869760" y="471672"/>
                </ns0:lnTo>
                <ns0:lnTo>
                  <ns0:pt x="868320" y="470695"/>
                </ns0:lnTo>
                <ns0:lnTo>
                  <ns0:pt x="866880" y="469860"/>
                </ns0:lnTo>
                <ns0:lnTo>
                  <ns0:pt x="865440" y="468665"/>
                </ns0:lnTo>
                <ns0:lnTo>
                  <ns0:pt x="864000" y="527840"/>
                </ns0:lnTo>
                <ns0:lnTo>
                  <ns0:pt x="862560" y="528762"/>
                </ns0:lnTo>
                <ns0:lnTo>
                  <ns0:pt x="861120" y="531230"/>
                </ns0:lnTo>
                <ns0:lnTo>
                  <ns0:pt x="859680" y="532635"/>
                </ns0:lnTo>
                <ns0:lnTo>
                  <ns0:pt x="858240" y="526897"/>
                </ns0:lnTo>
                <ns0:lnTo>
                  <ns0:pt x="856800" y="519018"/>
                </ns0:lnTo>
                <ns0:lnTo>
                  <ns0:pt x="855360" y="509164"/>
                </ns0:lnTo>
                <ns0:lnTo>
                  <ns0:pt x="853920" y="484189"/>
                </ns0:lnTo>
                <ns0:lnTo>
                  <ns0:pt x="852480" y="468731"/>
                </ns0:lnTo>
                <ns0:lnTo>
                  <ns0:pt x="851040" y="464585"/>
                </ns0:lnTo>
                <ns0:lnTo>
                  <ns0:pt x="849600" y="462977"/>
                </ns0:lnTo>
                <ns0:lnTo>
                  <ns0:pt x="848160" y="466299"/>
                </ns0:lnTo>
                <ns0:lnTo>
                  <ns0:pt x="846720" y="469032"/>
                </ns0:lnTo>
                <ns0:lnTo>
                  <ns0:pt x="845280" y="475351"/>
                </ns0:lnTo>
                <ns0:lnTo>
                  <ns0:pt x="843840" y="479075"/>
                </ns0:lnTo>
                <ns0:lnTo>
                  <ns0:pt x="842400" y="479391"/>
                </ns0:lnTo>
                <ns0:lnTo>
                  <ns0:pt x="840960" y="474944"/>
                </ns0:lnTo>
                <ns0:lnTo>
                  <ns0:pt x="839520" y="470459"/>
                </ns0:lnTo>
                <ns0:lnTo>
                  <ns0:pt x="838080" y="464628"/>
                </ns0:lnTo>
                <ns0:lnTo>
                  <ns0:pt x="836640" y="459384"/>
                </ns0:lnTo>
                <ns0:lnTo>
                  <ns0:pt x="835200" y="455967"/>
                </ns0:lnTo>
                <ns0:lnTo>
                  <ns0:pt x="833760" y="455497"/>
                </ns0:lnTo>
                <ns0:lnTo>
                  <ns0:pt x="832320" y="455370"/>
                </ns0:lnTo>
                <ns0:lnTo>
                  <ns0:pt x="830880" y="457772"/>
                </ns0:lnTo>
                <ns0:lnTo>
                  <ns0:pt x="829440" y="458384"/>
                </ns0:lnTo>
                <ns0:lnTo>
                  <ns0:pt x="828000" y="458977"/>
                </ns0:lnTo>
                <ns0:lnTo>
                  <ns0:pt x="826560" y="458813"/>
                </ns0:lnTo>
                <ns0:lnTo>
                  <ns0:pt x="825120" y="455015"/>
                </ns0:lnTo>
                <ns0:lnTo>
                  <ns0:pt x="823680" y="451413"/>
                </ns0:lnTo>
                <ns0:lnTo>
                  <ns0:pt x="822240" y="450584"/>
                </ns0:lnTo>
                <ns0:lnTo>
                  <ns0:pt x="820800" y="450025"/>
                </ns0:lnTo>
                <ns0:lnTo>
                  <ns0:pt x="819360" y="451848"/>
                </ns0:lnTo>
                <ns0:lnTo>
                  <ns0:pt x="817920" y="466204"/>
                </ns0:lnTo>
                <ns0:lnTo>
                  <ns0:pt x="816480" y="475340"/>
                </ns0:lnTo>
                <ns0:lnTo>
                  <ns0:pt x="815040" y="479749"/>
                </ns0:lnTo>
                <ns0:lnTo>
                  <ns0:pt x="813600" y="481360"/>
                </ns0:lnTo>
                <ns0:lnTo>
                  <ns0:pt x="812160" y="477914"/>
                </ns0:lnTo>
                <ns0:lnTo>
                  <ns0:pt x="810720" y="477127"/>
                </ns0:lnTo>
                <ns0:lnTo>
                  <ns0:pt x="809280" y="478755"/>
                </ns0:lnTo>
                <ns0:lnTo>
                  <ns0:pt x="807840" y="477837"/>
                </ns0:lnTo>
                <ns0:lnTo>
                  <ns0:pt x="806400" y="478993"/>
                </ns0:lnTo>
                <ns0:lnTo>
                  <ns0:pt x="804960" y="480094"/>
                </ns0:lnTo>
                <ns0:lnTo>
                  <ns0:pt x="803520" y="481561"/>
                </ns0:lnTo>
                <ns0:lnTo>
                  <ns0:pt x="802080" y="485432"/>
                </ns0:lnTo>
                <ns0:lnTo>
                  <ns0:pt x="800640" y="489445"/>
                </ns0:lnTo>
                <ns0:lnTo>
                  <ns0:pt x="799200" y="491646"/>
                </ns0:lnTo>
                <ns0:lnTo>
                  <ns0:pt x="797760" y="490599"/>
                </ns0:lnTo>
                <ns0:lnTo>
                  <ns0:pt x="796320" y="486402"/>
                </ns0:lnTo>
                <ns0:lnTo>
                  <ns0:pt x="794880" y="485067"/>
                </ns0:lnTo>
                <ns0:lnTo>
                  <ns0:pt x="793440" y="484220"/>
                </ns0:lnTo>
                <ns0:lnTo>
                  <ns0:pt x="792000" y="478181"/>
                </ns0:lnTo>
                <ns0:lnTo>
                  <ns0:pt x="790560" y="477039"/>
                </ns0:lnTo>
                <ns0:lnTo>
                  <ns0:pt x="789120" y="478588"/>
                </ns0:lnTo>
                <ns0:lnTo>
                  <ns0:pt x="787680" y="479295"/>
                </ns0:lnTo>
                <ns0:lnTo>
                  <ns0:pt x="786240" y="480357"/>
                </ns0:lnTo>
                <ns0:lnTo>
                  <ns0:pt x="784800" y="482568"/>
                </ns0:lnTo>
                <ns0:lnTo>
                  <ns0:pt x="783360" y="484875"/>
                </ns0:lnTo>
                <ns0:lnTo>
                  <ns0:pt x="781920" y="485947"/>
                </ns0:lnTo>
                <ns0:lnTo>
                  <ns0:pt x="780480" y="490408"/>
                </ns0:lnTo>
                <ns0:lnTo>
                  <ns0:pt x="779040" y="489577"/>
                </ns0:lnTo>
                <ns0:lnTo>
                  <ns0:pt x="777600" y="491019"/>
                </ns0:lnTo>
                <ns0:lnTo>
                  <ns0:pt x="776160" y="492722"/>
                </ns0:lnTo>
                <ns0:lnTo>
                  <ns0:pt x="774720" y="493872"/>
                </ns0:lnTo>
                <ns0:lnTo>
                  <ns0:pt x="773280" y="494761"/>
                </ns0:lnTo>
                <ns0:lnTo>
                  <ns0:pt x="771840" y="499515"/>
                </ns0:lnTo>
                <ns0:lnTo>
                  <ns0:pt x="770400" y="502337"/>
                </ns0:lnTo>
                <ns0:lnTo>
                  <ns0:pt x="768960" y="503148"/>
                </ns0:lnTo>
                <ns0:lnTo>
                  <ns0:pt x="767520" y="500775"/>
                </ns0:lnTo>
                <ns0:lnTo>
                  <ns0:pt x="766080" y="500220"/>
                </ns0:lnTo>
                <ns0:lnTo>
                  <ns0:pt x="764640" y="500291"/>
                </ns0:lnTo>
                <ns0:lnTo>
                  <ns0:pt x="763200" y="499269"/>
                </ns0:lnTo>
                <ns0:lnTo>
                  <ns0:pt x="761760" y="497747"/>
                </ns0:lnTo>
                <ns0:lnTo>
                  <ns0:pt x="760320" y="499045"/>
                </ns0:lnTo>
                <ns0:lnTo>
                  <ns0:pt x="758880" y="494968"/>
                </ns0:lnTo>
                <ns0:lnTo>
                  <ns0:pt x="757440" y="491589"/>
                </ns0:lnTo>
                <ns0:lnTo>
                  <ns0:pt x="756000" y="495622"/>
                </ns0:lnTo>
                <ns0:lnTo>
                  <ns0:pt x="754560" y="491514"/>
                </ns0:lnTo>
                <ns0:lnTo>
                  <ns0:pt x="753120" y="483454"/>
                </ns0:lnTo>
                <ns0:lnTo>
                  <ns0:pt x="751680" y="477476"/>
                </ns0:lnTo>
                <ns0:lnTo>
                  <ns0:pt x="750240" y="469073"/>
                </ns0:lnTo>
                <ns0:lnTo>
                  <ns0:pt x="748800" y="463607"/>
                </ns0:lnTo>
                <ns0:lnTo>
                  <ns0:pt x="747360" y="460497"/>
                </ns0:lnTo>
                <ns0:lnTo>
                  <ns0:pt x="745920" y="460126"/>
                </ns0:lnTo>
                <ns0:lnTo>
                  <ns0:pt x="744480" y="459614"/>
                </ns0:lnTo>
                <ns0:lnTo>
                  <ns0:pt x="743040" y="461032"/>
                </ns0:lnTo>
                <ns0:lnTo>
                  <ns0:pt x="741600" y="461234"/>
                </ns0:lnTo>
                <ns0:lnTo>
                  <ns0:pt x="740160" y="461236"/>
                </ns0:lnTo>
                <ns0:lnTo>
                  <ns0:pt x="738720" y="461778"/>
                </ns0:lnTo>
                <ns0:lnTo>
                  <ns0:pt x="737280" y="462136"/>
                </ns0:lnTo>
                <ns0:lnTo>
                  <ns0:pt x="735840" y="461230"/>
                </ns0:lnTo>
                <ns0:lnTo>
                  <ns0:pt x="734400" y="460436"/>
                </ns0:lnTo>
                <ns0:lnTo>
                  <ns0:pt x="732960" y="459850"/>
                </ns0:lnTo>
                <ns0:lnTo>
                  <ns0:pt x="731520" y="460543"/>
                </ns0:lnTo>
                <ns0:lnTo>
                  <ns0:pt x="730080" y="459904"/>
                </ns0:lnTo>
                <ns0:lnTo>
                  <ns0:pt x="728640" y="458730"/>
                </ns0:lnTo>
                <ns0:lnTo>
                  <ns0:pt x="727200" y="458197"/>
                </ns0:lnTo>
                <ns0:lnTo>
                  <ns0:pt x="725760" y="457080"/>
                </ns0:lnTo>
                <ns0:lnTo>
                  <ns0:pt x="724320" y="455225"/>
                </ns0:lnTo>
                <ns0:lnTo>
                  <ns0:pt x="722880" y="456673"/>
                </ns0:lnTo>
                <ns0:lnTo>
                  <ns0:pt x="721440" y="459057"/>
                </ns0:lnTo>
                <ns0:lnTo>
                  <ns0:pt x="720000" y="461428"/>
                </ns0:lnTo>
                <ns0:lnTo>
                  <ns0:pt x="718560" y="466118"/>
                </ns0:lnTo>
                <ns0:lnTo>
                  <ns0:pt x="717120" y="472463"/>
                </ns0:lnTo>
                <ns0:lnTo>
                  <ns0:pt x="715680" y="479196"/>
                </ns0:lnTo>
                <ns0:lnTo>
                  <ns0:pt x="714240" y="487591"/>
                </ns0:lnTo>
                <ns0:lnTo>
                  <ns0:pt x="712800" y="493936"/>
                </ns0:lnTo>
                <ns0:lnTo>
                  <ns0:pt x="711360" y="498099"/>
                </ns0:lnTo>
                <ns0:lnTo>
                  <ns0:pt x="709920" y="498747"/>
                </ns0:lnTo>
                <ns0:lnTo>
                  <ns0:pt x="708480" y="498786"/>
                </ns0:lnTo>
                <ns0:lnTo>
                  <ns0:pt x="707040" y="495068"/>
                </ns0:lnTo>
                <ns0:lnTo>
                  <ns0:pt x="705600" y="487879"/>
                </ns0:lnTo>
                <ns0:lnTo>
                  <ns0:pt x="704160" y="484364"/>
                </ns0:lnTo>
                <ns0:lnTo>
                  <ns0:pt x="702720" y="483775"/>
                </ns0:lnTo>
                <ns0:lnTo>
                  <ns0:pt x="701280" y="483975"/>
                </ns0:lnTo>
                <ns0:lnTo>
                  <ns0:pt x="699840" y="486111"/>
                </ns0:lnTo>
                <ns0:lnTo>
                  <ns0:pt x="698400" y="488045"/>
                </ns0:lnTo>
                <ns0:lnTo>
                  <ns0:pt x="696960" y="488024"/>
                </ns0:lnTo>
                <ns0:lnTo>
                  <ns0:pt x="695520" y="482547"/>
                </ns0:lnTo>
                <ns0:lnTo>
                  <ns0:pt x="694080" y="478623"/>
                </ns0:lnTo>
                <ns0:lnTo>
                  <ns0:pt x="692640" y="479894"/>
                </ns0:lnTo>
                <ns0:lnTo>
                  <ns0:pt x="691200" y="480744"/>
                </ns0:lnTo>
                <ns0:lnTo>
                  <ns0:pt x="689760" y="483410"/>
                </ns0:lnTo>
                <ns0:lnTo>
                  <ns0:pt x="688320" y="489227"/>
                </ns0:lnTo>
                <ns0:lnTo>
                  <ns0:pt x="686880" y="493530"/>
                </ns0:lnTo>
                <ns0:lnTo>
                  <ns0:pt x="685440" y="495461"/>
                </ns0:lnTo>
                <ns0:lnTo>
                  <ns0:pt x="684000" y="496358"/>
                </ns0:lnTo>
                <ns0:lnTo>
                  <ns0:pt x="682560" y="496984"/>
                </ns0:lnTo>
                <ns0:lnTo>
                  <ns0:pt x="681120" y="496846"/>
                </ns0:lnTo>
                <ns0:lnTo>
                  <ns0:pt x="679680" y="497087"/>
                </ns0:lnTo>
                <ns0:lnTo>
                  <ns0:pt x="678240" y="496984"/>
                </ns0:lnTo>
                <ns0:lnTo>
                  <ns0:pt x="676800" y="495931"/>
                </ns0:lnTo>
                <ns0:lnTo>
                  <ns0:pt x="675360" y="486417"/>
                </ns0:lnTo>
                <ns0:lnTo>
                  <ns0:pt x="673920" y="479710"/>
                </ns0:lnTo>
                <ns0:lnTo>
                  <ns0:pt x="672480" y="477945"/>
                </ns0:lnTo>
                <ns0:lnTo>
                  <ns0:pt x="671040" y="478854"/>
                </ns0:lnTo>
                <ns0:lnTo>
                  <ns0:pt x="669600" y="482720"/>
                </ns0:lnTo>
                <ns0:lnTo>
                  <ns0:pt x="668160" y="485921"/>
                </ns0:lnTo>
                <ns0:lnTo>
                  <ns0:pt x="666720" y="486675"/>
                </ns0:lnTo>
                <ns0:lnTo>
                  <ns0:pt x="665280" y="486409"/>
                </ns0:lnTo>
                <ns0:lnTo>
                  <ns0:pt x="663840" y="486235"/>
                </ns0:lnTo>
                <ns0:lnTo>
                  <ns0:pt x="662400" y="485735"/>
                </ns0:lnTo>
                <ns0:lnTo>
                  <ns0:pt x="660960" y="485453"/>
                </ns0:lnTo>
                <ns0:lnTo>
                  <ns0:pt x="659520" y="490918"/>
                </ns0:lnTo>
                <ns0:lnTo>
                  <ns0:pt x="658080" y="497224"/>
                </ns0:lnTo>
                <ns0:lnTo>
                  <ns0:pt x="656640" y="498491"/>
                </ns0:lnTo>
                <ns0:lnTo>
                  <ns0:pt x="655200" y="499904"/>
                </ns0:lnTo>
                <ns0:lnTo>
                  <ns0:pt x="653760" y="501708"/>
                </ns0:lnTo>
                <ns0:lnTo>
                  <ns0:pt x="652320" y="502839"/>
                </ns0:lnTo>
                <ns0:lnTo>
                  <ns0:pt x="650880" y="503888"/>
                </ns0:lnTo>
                <ns0:lnTo>
                  <ns0:pt x="649440" y="505012"/>
                </ns0:lnTo>
                <ns0:lnTo>
                  <ns0:pt x="648000" y="505068"/>
                </ns0:lnTo>
                <ns0:lnTo>
                  <ns0:pt x="646560" y="493588"/>
                </ns0:lnTo>
                <ns0:lnTo>
                  <ns0:pt x="645120" y="484293"/>
                </ns0:lnTo>
                <ns0:lnTo>
                  <ns0:pt x="643680" y="476301"/>
                </ns0:lnTo>
                <ns0:lnTo>
                  <ns0:pt x="642240" y="469089"/>
                </ns0:lnTo>
                <ns0:lnTo>
                  <ns0:pt x="640800" y="467097"/>
                </ns0:lnTo>
                <ns0:lnTo>
                  <ns0:pt x="639360" y="475954"/>
                </ns0:lnTo>
                <ns0:lnTo>
                  <ns0:pt x="637920" y="482812"/>
                </ns0:lnTo>
                <ns0:lnTo>
                  <ns0:pt x="636480" y="485127"/>
                </ns0:lnTo>
                <ns0:lnTo>
                  <ns0:pt x="635040" y="488374"/>
                </ns0:lnTo>
                <ns0:lnTo>
                  <ns0:pt x="633600" y="492343"/>
                </ns0:lnTo>
                <ns0:lnTo>
                  <ns0:pt x="632160" y="492403"/>
                </ns0:lnTo>
                <ns0:lnTo>
                  <ns0:pt x="630720" y="493612"/>
                </ns0:lnTo>
                <ns0:lnTo>
                  <ns0:pt x="629280" y="495865"/>
                </ns0:lnTo>
                <ns0:lnTo>
                  <ns0:pt x="627840" y="496643"/>
                </ns0:lnTo>
                <ns0:lnTo>
                  <ns0:pt x="626400" y="498672"/>
                </ns0:lnTo>
                <ns0:lnTo>
                  <ns0:pt x="624960" y="503066"/>
                </ns0:lnTo>
                <ns0:lnTo>
                  <ns0:pt x="623520" y="503505"/>
                </ns0:lnTo>
                <ns0:lnTo>
                  <ns0:pt x="622080" y="504178"/>
                </ns0:lnTo>
                <ns0:lnTo>
                  <ns0:pt x="620640" y="504824"/>
                </ns0:lnTo>
                <ns0:lnTo>
                  <ns0:pt x="619200" y="497181"/>
                </ns0:lnTo>
                <ns0:lnTo>
                  <ns0:pt x="617760" y="487619"/>
                </ns0:lnTo>
                <ns0:lnTo>
                  <ns0:pt x="616320" y="478386"/>
                </ns0:lnTo>
                <ns0:lnTo>
                  <ns0:pt x="614880" y="466056"/>
                </ns0:lnTo>
                <ns0:lnTo>
                  <ns0:pt x="613440" y="453561"/>
                </ns0:lnTo>
                <ns0:lnTo>
                  <ns0:pt x="612000" y="443273"/>
                </ns0:lnTo>
                <ns0:lnTo>
                  <ns0:pt x="610560" y="450562"/>
                </ns0:lnTo>
                <ns0:lnTo>
                  <ns0:pt x="609120" y="458147"/>
                </ns0:lnTo>
                <ns0:lnTo>
                  <ns0:pt x="607680" y="465675"/>
                </ns0:lnTo>
                <ns0:lnTo>
                  <ns0:pt x="606240" y="472966"/>
                </ns0:lnTo>
                <ns0:lnTo>
                  <ns0:pt x="604800" y="478175"/>
                </ns0:lnTo>
                <ns0:lnTo>
                  <ns0:pt x="603360" y="478549"/>
                </ns0:lnTo>
                <ns0:lnTo>
                  <ns0:pt x="601920" y="480966"/>
                </ns0:lnTo>
                <ns0:lnTo>
                  <ns0:pt x="600480" y="484038"/>
                </ns0:lnTo>
                <ns0:lnTo>
                  <ns0:pt x="599040" y="480562"/>
                </ns0:lnTo>
                <ns0:lnTo>
                  <ns0:pt x="597600" y="476566"/>
                </ns0:lnTo>
                <ns0:lnTo>
                  <ns0:pt x="596160" y="472202"/>
                </ns0:lnTo>
                <ns0:lnTo>
                  <ns0:pt x="594720" y="467289"/>
                </ns0:lnTo>
                <ns0:lnTo>
                  <ns0:pt x="593280" y="466055"/>
                </ns0:lnTo>
                <ns0:lnTo>
                  <ns0:pt x="591840" y="467116"/>
                </ns0:lnTo>
                <ns0:lnTo>
                  <ns0:pt x="590400" y="467106"/>
                </ns0:lnTo>
                <ns0:lnTo>
                  <ns0:pt x="588960" y="466614"/>
                </ns0:lnTo>
                <ns0:lnTo>
                  <ns0:pt x="587520" y="465944"/>
                </ns0:lnTo>
                <ns0:lnTo>
                  <ns0:pt x="586080" y="464809"/>
                </ns0:lnTo>
                <ns0:lnTo>
                  <ns0:pt x="584640" y="462231"/>
                </ns0:lnTo>
                <ns0:lnTo>
                  <ns0:pt x="583200" y="463963"/>
                </ns0:lnTo>
                <ns0:lnTo>
                  <ns0:pt x="581760" y="469322"/>
                </ns0:lnTo>
                <ns0:lnTo>
                  <ns0:pt x="580320" y="476775"/>
                </ns0:lnTo>
                <ns0:lnTo>
                  <ns0:pt x="578880" y="487700"/>
                </ns0:lnTo>
                <ns0:lnTo>
                  <ns0:pt x="577440" y="501524"/>
                </ns0:lnTo>
                <ns0:lnTo>
                  <ns0:pt x="576000" y="517785"/>
                </ns0:lnTo>
                <ns0:lnTo>
                  <ns0:pt x="574560" y="520212"/>
                </ns0:lnTo>
                <ns0:lnTo>
                  <ns0:pt x="573120" y="521655"/>
                </ns0:lnTo>
                <ns0:lnTo>
                  <ns0:pt x="571680" y="522781"/>
                </ns0:lnTo>
                <ns0:lnTo>
                  <ns0:pt x="570240" y="524857"/>
                </ns0:lnTo>
                <ns0:lnTo>
                  <ns0:pt x="568800" y="526124"/>
                </ns0:lnTo>
                <ns0:lnTo>
                  <ns0:pt x="567360" y="525834"/>
                </ns0:lnTo>
                <ns0:lnTo>
                  <ns0:pt x="565920" y="522364"/>
                </ns0:lnTo>
                <ns0:lnTo>
                  <ns0:pt x="564480" y="505827"/>
                </ns0:lnTo>
                <ns0:lnTo>
                  <ns0:pt x="563040" y="501716"/>
                </ns0:lnTo>
                <ns0:lnTo>
                  <ns0:pt x="561600" y="500501"/>
                </ns0:lnTo>
                <ns0:lnTo>
                  <ns0:pt x="560160" y="499862"/>
                </ns0:lnTo>
                <ns0:lnTo>
                  <ns0:pt x="558720" y="494166"/>
                </ns0:lnTo>
                <ns0:lnTo>
                  <ns0:pt x="557280" y="490475"/>
                </ns0:lnTo>
                <ns0:lnTo>
                  <ns0:pt x="555840" y="485266"/>
                </ns0:lnTo>
                <ns0:lnTo>
                  <ns0:pt x="554400" y="481295"/>
                </ns0:lnTo>
                <ns0:lnTo>
                  <ns0:pt x="552960" y="481028"/>
                </ns0:lnTo>
                <ns0:lnTo>
                  <ns0:pt x="551520" y="480532"/>
                </ns0:lnTo>
                <ns0:lnTo>
                  <ns0:pt x="550080" y="480762"/>
                </ns0:lnTo>
                <ns0:lnTo>
                  <ns0:pt x="548640" y="483932"/>
                </ns0:lnTo>
                <ns0:lnTo>
                  <ns0:pt x="547200" y="488641"/>
                </ns0:lnTo>
                <ns0:lnTo>
                  <ns0:pt x="545760" y="490366"/>
                </ns0:lnTo>
                <ns0:lnTo>
                  <ns0:pt x="544320" y="488184"/>
                </ns0:lnTo>
                <ns0:lnTo>
                  <ns0:pt x="542880" y="486701"/>
                </ns0:lnTo>
                <ns0:lnTo>
                  <ns0:pt x="541440" y="484629"/>
                </ns0:lnTo>
                <ns0:lnTo>
                  <ns0:pt x="540000" y="483701"/>
                </ns0:lnTo>
                <ns0:lnTo>
                  <ns0:pt x="538560" y="483696"/>
                </ns0:lnTo>
                <ns0:lnTo>
                  <ns0:pt x="537120" y="483783"/>
                </ns0:lnTo>
                <ns0:lnTo>
                  <ns0:pt x="535680" y="483976"/>
                </ns0:lnTo>
                <ns0:lnTo>
                  <ns0:pt x="534240" y="483827"/>
                </ns0:lnTo>
                <ns0:lnTo>
                  <ns0:pt x="532800" y="483158"/>
                </ns0:lnTo>
                <ns0:lnTo>
                  <ns0:pt x="531360" y="480831"/>
                </ns0:lnTo>
                <ns0:lnTo>
                  <ns0:pt x="529920" y="482172"/>
                </ns0:lnTo>
                <ns0:lnTo>
                  <ns0:pt x="528480" y="495253"/>
                </ns0:lnTo>
                <ns0:lnTo>
                  <ns0:pt x="527040" y="503273"/>
                </ns0:lnTo>
                <ns0:lnTo>
                  <ns0:pt x="525600" y="508709"/>
                </ns0:lnTo>
                <ns0:lnTo>
                  <ns0:pt x="524160" y="514584"/>
                </ns0:lnTo>
                <ns0:lnTo>
                  <ns0:pt x="522720" y="525343"/>
                </ns0:lnTo>
                <ns0:lnTo>
                  <ns0:pt x="521280" y="527782"/>
                </ns0:lnTo>
                <ns0:lnTo>
                  <ns0:pt x="519840" y="530196"/>
                </ns0:lnTo>
                <ns0:lnTo>
                  <ns0:pt x="518400" y="529057"/>
                </ns0:lnTo>
                <ns0:lnTo>
                  <ns0:pt x="516960" y="520047"/>
                </ns0:lnTo>
                <ns0:lnTo>
                  <ns0:pt x="515520" y="512344"/>
                </ns0:lnTo>
                <ns0:lnTo>
                  <ns0:pt x="514080" y="506018"/>
                </ns0:lnTo>
                <ns0:lnTo>
                  <ns0:pt x="512640" y="501250"/>
                </ns0:lnTo>
                <ns0:lnTo>
                  <ns0:pt x="511200" y="499554"/>
                </ns0:lnTo>
                <ns0:lnTo>
                  <ns0:pt x="509760" y="500078"/>
                </ns0:lnTo>
                <ns0:lnTo>
                  <ns0:pt x="508320" y="503545"/>
                </ns0:lnTo>
                <ns0:lnTo>
                  <ns0:pt x="506880" y="506981"/>
                </ns0:lnTo>
                <ns0:lnTo>
                  <ns0:pt x="505440" y="510868"/>
                </ns0:lnTo>
                <ns0:lnTo>
                  <ns0:pt x="504000" y="511339"/>
                </ns0:lnTo>
                <ns0:lnTo>
                  <ns0:pt x="502560" y="509752"/>
                </ns0:lnTo>
                <ns0:lnTo>
                  <ns0:pt x="501120" y="508907"/>
                </ns0:lnTo>
                <ns0:lnTo>
                  <ns0:pt x="499680" y="507973"/>
                </ns0:lnTo>
                <ns0:lnTo>
                  <ns0:pt x="498240" y="506771"/>
                </ns0:lnTo>
                <ns0:lnTo>
                  <ns0:pt x="496800" y="505011"/>
                </ns0:lnTo>
                <ns0:lnTo>
                  <ns0:pt x="495360" y="505586"/>
                </ns0:lnTo>
                <ns0:lnTo>
                  <ns0:pt x="493920" y="503845"/>
                </ns0:lnTo>
                <ns0:lnTo>
                  <ns0:pt x="492480" y="501083"/>
                </ns0:lnTo>
                <ns0:lnTo>
                  <ns0:pt x="491040" y="500049"/>
                </ns0:lnTo>
                <ns0:lnTo>
                  <ns0:pt x="489600" y="499333"/>
                </ns0:lnTo>
                <ns0:lnTo>
                  <ns0:pt x="488160" y="499859"/>
                </ns0:lnTo>
                <ns0:lnTo>
                  <ns0:pt x="486720" y="499577"/>
                </ns0:lnTo>
                <ns0:lnTo>
                  <ns0:pt x="485280" y="499195"/>
                </ns0:lnTo>
                <ns0:lnTo>
                  <ns0:pt x="483840" y="501961"/>
                </ns0:lnTo>
                <ns0:lnTo>
                  <ns0:pt x="482400" y="507579"/>
                </ns0:lnTo>
                <ns0:lnTo>
                  <ns0:pt x="480960" y="514201"/>
                </ns0:lnTo>
                <ns0:lnTo>
                  <ns0:pt x="479520" y="521062"/>
                </ns0:lnTo>
                <ns0:lnTo>
                  <ns0:pt x="478080" y="523831"/>
                </ns0:lnTo>
                <ns0:lnTo>
                  <ns0:pt x="476640" y="526902"/>
                </ns0:lnTo>
                <ns0:lnTo>
                  <ns0:pt x="475200" y="525930"/>
                </ns0:lnTo>
                <ns0:lnTo>
                  <ns0:pt x="473760" y="515479"/>
                </ns0:lnTo>
                <ns0:lnTo>
                  <ns0:pt x="472320" y="504564"/>
                </ns0:lnTo>
                <ns0:lnTo>
                  <ns0:pt x="470880" y="501911"/>
                </ns0:lnTo>
                <ns0:lnTo>
                  <ns0:pt x="469440" y="500558"/>
                </ns0:lnTo>
                <ns0:lnTo>
                  <ns0:pt x="468000" y="499301"/>
                </ns0:lnTo>
                <ns0:lnTo>
                  <ns0:pt x="466560" y="498636"/>
                </ns0:lnTo>
                <ns0:lnTo>
                  <ns0:pt x="465120" y="497539"/>
                </ns0:lnTo>
                <ns0:lnTo>
                  <ns0:pt x="463680" y="495514"/>
                </ns0:lnTo>
                <ns0:lnTo>
                  <ns0:pt x="462240" y="493142"/>
                </ns0:lnTo>
                <ns0:lnTo>
                  <ns0:pt x="460800" y="494400"/>
                </ns0:lnTo>
                <ns0:lnTo>
                  <ns0:pt x="459360" y="495428"/>
                </ns0:lnTo>
                <ns0:lnTo>
                  <ns0:pt x="457920" y="497930"/>
                </ns0:lnTo>
                <ns0:lnTo>
                  <ns0:pt x="456480" y="501030"/>
                </ns0:lnTo>
                <ns0:lnTo>
                  <ns0:pt x="455040" y="502627"/>
                </ns0:lnTo>
                <ns0:lnTo>
                  <ns0:pt x="453600" y="498700"/>
                </ns0:lnTo>
                <ns0:lnTo>
                  <ns0:pt x="452160" y="491483"/>
                </ns0:lnTo>
                <ns0:lnTo>
                  <ns0:pt x="450720" y="485955"/>
                </ns0:lnTo>
                <ns0:lnTo>
                  <ns0:pt x="449280" y="484451"/>
                </ns0:lnTo>
                <ns0:lnTo>
                  <ns0:pt x="447840" y="484580"/>
                </ns0:lnTo>
                <ns0:lnTo>
                  <ns0:pt x="446400" y="484386"/>
                </ns0:lnTo>
                <ns0:lnTo>
                  <ns0:pt x="444960" y="484097"/>
                </ns0:lnTo>
                <ns0:lnTo>
                  <ns0:pt x="443520" y="484276"/>
                </ns0:lnTo>
                <ns0:lnTo>
                  <ns0:pt x="442080" y="486589"/>
                </ns0:lnTo>
                <ns0:lnTo>
                  <ns0:pt x="440640" y="488375"/>
                </ns0:lnTo>
                <ns0:lnTo>
                  <ns0:pt x="439200" y="487787"/>
                </ns0:lnTo>
                <ns0:lnTo>
                  <ns0:pt x="437760" y="492063"/>
                </ns0:lnTo>
                <ns0:lnTo>
                  <ns0:pt x="436320" y="499233"/>
                </ns0:lnTo>
                <ns0:lnTo>
                  <ns0:pt x="434880" y="498048"/>
                </ns0:lnTo>
                <ns0:lnTo>
                  <ns0:pt x="433440" y="493510"/>
                </ns0:lnTo>
                <ns0:lnTo>
                  <ns0:pt x="432000" y="486640"/>
                </ns0:lnTo>
                <ns0:lnTo>
                  <ns0:pt x="430560" y="477017"/>
                </ns0:lnTo>
                <ns0:lnTo>
                  <ns0:pt x="429120" y="471296"/>
                </ns0:lnTo>
                <ns0:lnTo>
                  <ns0:pt x="427680" y="470111"/>
                </ns0:lnTo>
                <ns0:lnTo>
                  <ns0:pt x="426240" y="472898"/>
                </ns0:lnTo>
                <ns0:lnTo>
                  <ns0:pt x="424800" y="472948"/>
                </ns0:lnTo>
                <ns0:lnTo>
                  <ns0:pt x="423360" y="473168"/>
                </ns0:lnTo>
                <ns0:lnTo>
                  <ns0:pt x="421920" y="472995"/>
                </ns0:lnTo>
                <ns0:lnTo>
                  <ns0:pt x="420480" y="472805"/>
                </ns0:lnTo>
                <ns0:lnTo>
                  <ns0:pt x="419040" y="470816"/>
                </ns0:lnTo>
                <ns0:lnTo>
                  <ns0:pt x="417600" y="474131"/>
                </ns0:lnTo>
                <ns0:lnTo>
                  <ns0:pt x="416160" y="479369"/>
                </ns0:lnTo>
                <ns0:lnTo>
                  <ns0:pt x="414720" y="480899"/>
                </ns0:lnTo>
                <ns0:lnTo>
                  <ns0:pt x="413280" y="481945"/>
                </ns0:lnTo>
                <ns0:lnTo>
                  <ns0:pt x="411840" y="481968"/>
                </ns0:lnTo>
                <ns0:lnTo>
                  <ns0:pt x="410400" y="482059"/>
                </ns0:lnTo>
                <ns0:lnTo>
                  <ns0:pt x="408960" y="482272"/>
                </ns0:lnTo>
                <ns0:lnTo>
                  <ns0:pt x="407520" y="482212"/>
                </ns0:lnTo>
                <ns0:lnTo>
                  <ns0:pt x="406080" y="481628"/>
                </ns0:lnTo>
                <ns0:lnTo>
                  <ns0:pt x="404640" y="480580"/>
                </ns0:lnTo>
                <ns0:lnTo>
                  <ns0:pt x="403200" y="480577"/>
                </ns0:lnTo>
                <ns0:lnTo>
                  <ns0:pt x="401760" y="480312"/>
                </ns0:lnTo>
                <ns0:lnTo>
                  <ns0:pt x="400320" y="479471"/>
                </ns0:lnTo>
                <ns0:lnTo>
                  <ns0:pt x="398880" y="479997"/>
                </ns0:lnTo>
                <ns0:lnTo>
                  <ns0:pt x="397440" y="481444"/>
                </ns0:lnTo>
                <ns0:lnTo>
                  <ns0:pt x="396000" y="487151"/>
                </ns0:lnTo>
                <ns0:lnTo>
                  <ns0:pt x="394560" y="499247"/>
                </ns0:lnTo>
                <ns0:lnTo>
                  <ns0:pt x="393120" y="508553"/>
                </ns0:lnTo>
                <ns0:lnTo>
                  <ns0:pt x="391680" y="513822"/>
                </ns0:lnTo>
                <ns0:lnTo>
                  <ns0:pt x="390240" y="513890"/>
                </ns0:lnTo>
                <ns0:lnTo>
                  <ns0:pt x="388800" y="512833"/>
                </ns0:lnTo>
                <ns0:lnTo>
                  <ns0:pt x="387360" y="512900"/>
                </ns0:lnTo>
                <ns0:lnTo>
                  <ns0:pt x="385920" y="512551"/>
                </ns0:lnTo>
                <ns0:lnTo>
                  <ns0:pt x="384480" y="501773"/>
                </ns0:lnTo>
                <ns0:lnTo>
                  <ns0:pt x="383040" y="493983"/>
                </ns0:lnTo>
                <ns0:lnTo>
                  <ns0:pt x="381600" y="484538"/>
                </ns0:lnTo>
                <ns0:lnTo>
                  <ns0:pt x="380160" y="476675"/>
                </ns0:lnTo>
                <ns0:lnTo>
                  <ns0:pt x="378720" y="472097"/>
                </ns0:lnTo>
                <ns0:lnTo>
                  <ns0:pt x="377280" y="466835"/>
                </ns0:lnTo>
                <ns0:lnTo>
                  <ns0:pt x="375840" y="461940"/>
                </ns0:lnTo>
                <ns0:lnTo>
                  <ns0:pt x="374400" y="458232"/>
                </ns0:lnTo>
                <ns0:lnTo>
                  <ns0:pt x="372960" y="454035"/>
                </ns0:lnTo>
                <ns0:lnTo>
                  <ns0:pt x="371520" y="453955"/>
                </ns0:lnTo>
                <ns0:lnTo>
                  <ns0:pt x="370080" y="452872"/>
                </ns0:lnTo>
                <ns0:lnTo>
                  <ns0:pt x="368640" y="450397"/>
                </ns0:lnTo>
                <ns0:lnTo>
                  <ns0:pt x="367200" y="450305"/>
                </ns0:lnTo>
                <ns0:lnTo>
                  <ns0:pt x="365760" y="449035"/>
                </ns0:lnTo>
                <ns0:lnTo>
                  <ns0:pt x="364320" y="444917"/>
                </ns0:lnTo>
                <ns0:lnTo>
                  <ns0:pt x="362880" y="443415"/>
                </ns0:lnTo>
                <ns0:lnTo>
                  <ns0:pt x="361440" y="442319"/>
                </ns0:lnTo>
                <ns0:lnTo>
                  <ns0:pt x="360000" y="443493"/>
                </ns0:lnTo>
                <ns0:lnTo>
                  <ns0:pt x="358560" y="443506"/>
                </ns0:lnTo>
                <ns0:lnTo>
                  <ns0:pt x="357120" y="443340"/>
                </ns0:lnTo>
                <ns0:lnTo>
                  <ns0:pt x="355680" y="442558"/>
                </ns0:lnTo>
                <ns0:lnTo>
                  <ns0:pt x="354240" y="441084"/>
                </ns0:lnTo>
                <ns0:lnTo>
                  <ns0:pt x="352800" y="441984"/>
                </ns0:lnTo>
                <ns0:lnTo>
                  <ns0:pt x="351360" y="443320"/>
                </ns0:lnTo>
                <ns0:lnTo>
                  <ns0:pt x="349920" y="443300"/>
                </ns0:lnTo>
                <ns0:lnTo>
                  <ns0:pt x="348480" y="446295"/>
                </ns0:lnTo>
                <ns0:lnTo>
                  <ns0:pt x="347040" y="451174"/>
                </ns0:lnTo>
                <ns0:lnTo>
                  <ns0:pt x="345600" y="457212"/>
                </ns0:lnTo>
                <ns0:lnTo>
                  <ns0:pt x="344160" y="461244"/>
                </ns0:lnTo>
                <ns0:lnTo>
                  <ns0:pt x="342720" y="465117"/>
                </ns0:lnTo>
                <ns0:lnTo>
                  <ns0:pt x="341280" y="471972"/>
                </ns0:lnTo>
                <ns0:lnTo>
                  <ns0:pt x="339840" y="478296"/>
                </ns0:lnTo>
                <ns0:lnTo>
                  <ns0:pt x="338400" y="483672"/>
                </ns0:lnTo>
                <ns0:lnTo>
                  <ns0:pt x="336960" y="490672"/>
                </ns0:lnTo>
                <ns0:lnTo>
                  <ns0:pt x="335520" y="491622"/>
                </ns0:lnTo>
                <ns0:lnTo>
                  <ns0:pt x="334080" y="496528"/>
                </ns0:lnTo>
                <ns0:lnTo>
                  <ns0:pt x="332640" y="504734"/>
                </ns0:lnTo>
                <ns0:lnTo>
                  <ns0:pt x="331200" y="509792"/>
                </ns0:lnTo>
                <ns0:lnTo>
                  <ns0:pt x="329760" y="517173"/>
                </ns0:lnTo>
                <ns0:lnTo>
                  <ns0:pt x="328320" y="527766"/>
                </ns0:lnTo>
                <ns0:lnTo>
                  <ns0:pt x="326880" y="533606"/>
                </ns0:lnTo>
                <ns0:lnTo>
                  <ns0:pt x="325440" y="535352"/>
                </ns0:lnTo>
                <ns0:lnTo>
                  <ns0:pt x="324000" y="532956"/>
                </ns0:lnTo>
                <ns0:lnTo>
                  <ns0:pt x="322560" y="530957"/>
                </ns0:lnTo>
                <ns0:lnTo>
                  <ns0:pt x="321120" y="530408"/>
                </ns0:lnTo>
                <ns0:lnTo>
                  <ns0:pt x="319680" y="535890"/>
                </ns0:lnTo>
                <ns0:lnTo>
                  <ns0:pt x="318240" y="545058"/>
                </ns0:lnTo>
                <ns0:lnTo>
                  <ns0:pt x="316800" y="555611"/>
                </ns0:lnTo>
                <ns0:lnTo>
                  <ns0:pt x="315360" y="563469"/>
                </ns0:lnTo>
                <ns0:lnTo>
                  <ns0:pt x="313920" y="572977"/>
                </ns0:lnTo>
                <ns0:lnTo>
                  <ns0:pt x="312480" y="574542"/>
                </ns0:lnTo>
                <ns0:lnTo>
                  <ns0:pt x="311040" y="576608"/>
                </ns0:lnTo>
                <ns0:lnTo>
                  <ns0:pt x="309600" y="578049"/>
                </ns0:lnTo>
                <ns0:lnTo>
                  <ns0:pt x="308160" y="578049"/>
                </ns0:lnTo>
                <ns0:lnTo>
                  <ns0:pt x="306720" y="578063"/>
                </ns0:lnTo>
                <ns0:lnTo>
                  <ns0:pt x="305280" y="576434"/>
                </ns0:lnTo>
                <ns0:lnTo>
                  <ns0:pt x="303840" y="574591"/>
                </ns0:lnTo>
                <ns0:lnTo>
                  <ns0:pt x="302400" y="572072"/>
                </ns0:lnTo>
                <ns0:lnTo>
                  <ns0:pt x="300960" y="569187"/>
                </ns0:lnTo>
                <ns0:lnTo>
                  <ns0:pt x="299520" y="565941"/>
                </ns0:lnTo>
                <ns0:lnTo>
                  <ns0:pt x="298080" y="562623"/>
                </ns0:lnTo>
                <ns0:lnTo>
                  <ns0:pt x="296640" y="560632"/>
                </ns0:lnTo>
                <ns0:lnTo>
                  <ns0:pt x="295200" y="563443"/>
                </ns0:lnTo>
                <ns0:lnTo>
                  <ns0:pt x="293760" y="566028"/>
                </ns0:lnTo>
                <ns0:lnTo>
                  <ns0:pt x="292320" y="571849"/>
                </ns0:lnTo>
                <ns0:lnTo>
                  <ns0:pt x="290880" y="581115"/>
                </ns0:lnTo>
                <ns0:lnTo>
                  <ns0:pt x="289440" y="607407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4" name="Isaac Sim / PhysX wz baseline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25497"/>
                </ns0:lnTo>
                <ns0:lnTo>
                  <ns0:pt x="290880" y="726455"/>
                </ns0:lnTo>
                <ns0:lnTo>
                  <ns0:pt x="292320" y="726691"/>
                </ns0:lnTo>
                <ns0:lnTo>
                  <ns0:pt x="293760" y="726365"/>
                </ns0:lnTo>
                <ns0:lnTo>
                  <ns0:pt x="295200" y="725685"/>
                </ns0:lnTo>
                <ns0:lnTo>
                  <ns0:pt x="296640" y="724898"/>
                </ns0:lnTo>
                <ns0:lnTo>
                  <ns0:pt x="298080" y="724269"/>
                </ns0:lnTo>
                <ns0:lnTo>
                  <ns0:pt x="299520" y="723979"/>
                </ns0:lnTo>
                <ns0:lnTo>
                  <ns0:pt x="300960" y="724042"/>
                </ns0:lnTo>
                <ns0:lnTo>
                  <ns0:pt x="302400" y="724375"/>
                </ns0:lnTo>
                <ns0:lnTo>
                  <ns0:pt x="303840" y="724826"/>
                </ns0:lnTo>
                <ns0:lnTo>
                  <ns0:pt x="305280" y="725212"/>
                </ns0:lnTo>
                <ns0:lnTo>
                  <ns0:pt x="306720" y="725383"/>
                </ns0:lnTo>
                <ns0:lnTo>
                  <ns0:pt x="308160" y="725475"/>
                </ns0:lnTo>
                <ns0:lnTo>
                  <ns0:pt x="309600" y="724915"/>
                </ns0:lnTo>
                <ns0:lnTo>
                  <ns0:pt x="311040" y="723662"/>
                </ns0:lnTo>
                <ns0:lnTo>
                  <ns0:pt x="312480" y="722735"/>
                </ns0:lnTo>
                <ns0:lnTo>
                  <ns0:pt x="313920" y="721760"/>
                </ns0:lnTo>
                <ns0:lnTo>
                  <ns0:pt x="315360" y="720566"/>
                </ns0:lnTo>
                <ns0:lnTo>
                  <ns0:pt x="316800" y="719196"/>
                </ns0:lnTo>
                <ns0:lnTo>
                  <ns0:pt x="318240" y="718048"/>
                </ns0:lnTo>
                <ns0:lnTo>
                  <ns0:pt x="319680" y="717695"/>
                </ns0:lnTo>
                <ns0:lnTo>
                  <ns0:pt x="321120" y="718632"/>
                </ns0:lnTo>
                <ns0:lnTo>
                  <ns0:pt x="322560" y="721154"/>
                </ns0:lnTo>
                <ns0:lnTo>
                  <ns0:pt x="324000" y="725036"/>
                </ns0:lnTo>
                <ns0:lnTo>
                  <ns0:pt x="325440" y="730081"/>
                </ns0:lnTo>
                <ns0:lnTo>
                  <ns0:pt x="326880" y="735659"/>
                </ns0:lnTo>
                <ns0:lnTo>
                  <ns0:pt x="328320" y="741291"/>
                </ns0:lnTo>
                <ns0:lnTo>
                  <ns0:pt x="329760" y="746596"/>
                </ns0:lnTo>
                <ns0:lnTo>
                  <ns0:pt x="331200" y="751282"/>
                </ns0:lnTo>
                <ns0:lnTo>
                  <ns0:pt x="332640" y="755180"/>
                </ns0:lnTo>
                <ns0:lnTo>
                  <ns0:pt x="334080" y="758212"/>
                </ns0:lnTo>
                <ns0:lnTo>
                  <ns0:pt x="335520" y="760380"/>
                </ns0:lnTo>
                <ns0:lnTo>
                  <ns0:pt x="336960" y="761747"/>
                </ns0:lnTo>
                <ns0:lnTo>
                  <ns0:pt x="338400" y="762441"/>
                </ns0:lnTo>
                <ns0:lnTo>
                  <ns0:pt x="339840" y="762646"/>
                </ns0:lnTo>
                <ns0:lnTo>
                  <ns0:pt x="341280" y="762588"/>
                </ns0:lnTo>
                <ns0:lnTo>
                  <ns0:pt x="342720" y="762511"/>
                </ns0:lnTo>
                <ns0:lnTo>
                  <ns0:pt x="344160" y="762644"/>
                </ns0:lnTo>
                <ns0:lnTo>
                  <ns0:pt x="345600" y="763106"/>
                </ns0:lnTo>
                <ns0:lnTo>
                  <ns0:pt x="347040" y="763923"/>
                </ns0:lnTo>
                <ns0:lnTo>
                  <ns0:pt x="348480" y="764870"/>
                </ns0:lnTo>
                <ns0:lnTo>
                  <ns0:pt x="349920" y="765656"/>
                </ns0:lnTo>
                <ns0:lnTo>
                  <ns0:pt x="351360" y="765941"/>
                </ns0:lnTo>
                <ns0:lnTo>
                  <ns0:pt x="352800" y="765365"/>
                </ns0:lnTo>
                <ns0:lnTo>
                  <ns0:pt x="354240" y="763627"/>
                </ns0:lnTo>
                <ns0:lnTo>
                  <ns0:pt x="355680" y="760558"/>
                </ns0:lnTo>
                <ns0:lnTo>
                  <ns0:pt x="357120" y="756191"/>
                </ns0:lnTo>
                <ns0:lnTo>
                  <ns0:pt x="358560" y="750696"/>
                </ns0:lnTo>
                <ns0:lnTo>
                  <ns0:pt x="360000" y="744593"/>
                </ns0:lnTo>
                <ns0:lnTo>
                  <ns0:pt x="361440" y="738355"/>
                </ns0:lnTo>
                <ns0:lnTo>
                  <ns0:pt x="362880" y="732833"/>
                </ns0:lnTo>
                <ns0:lnTo>
                  <ns0:pt x="364320" y="728819"/>
                </ns0:lnTo>
                <ns0:lnTo>
                  <ns0:pt x="365760" y="727014"/>
                </ns0:lnTo>
                <ns0:lnTo>
                  <ns0:pt x="367200" y="727893"/>
                </ns0:lnTo>
                <ns0:lnTo>
                  <ns0:pt x="368640" y="731494"/>
                </ns0:lnTo>
                <ns0:lnTo>
                  <ns0:pt x="370080" y="737396"/>
                </ns0:lnTo>
                <ns0:lnTo>
                  <ns0:pt x="371520" y="744855"/>
                </ns0:lnTo>
                <ns0:lnTo>
                  <ns0:pt x="372960" y="753078"/>
                </ns0:lnTo>
                <ns0:lnTo>
                  <ns0:pt x="374400" y="761304"/>
                </ns0:lnTo>
                <ns0:lnTo>
                  <ns0:pt x="375840" y="768877"/>
                </ns0:lnTo>
                <ns0:lnTo>
                  <ns0:pt x="377280" y="775353"/>
                </ns0:lnTo>
                <ns0:lnTo>
                  <ns0:pt x="378720" y="780436"/>
                </ns0:lnTo>
                <ns0:lnTo>
                  <ns0:pt x="380160" y="783986"/>
                </ns0:lnTo>
                <ns0:lnTo>
                  <ns0:pt x="381600" y="786028"/>
                </ns0:lnTo>
                <ns0:lnTo>
                  <ns0:pt x="383040" y="786740"/>
                </ns0:lnTo>
                <ns0:lnTo>
                  <ns0:pt x="384480" y="786486"/>
                </ns0:lnTo>
                <ns0:lnTo>
                  <ns0:pt x="385920" y="785720"/>
                </ns0:lnTo>
                <ns0:lnTo>
                  <ns0:pt x="387360" y="784937"/>
                </ns0:lnTo>
                <ns0:lnTo>
                  <ns0:pt x="388800" y="784714"/>
                </ns0:lnTo>
                <ns0:lnTo>
                  <ns0:pt x="390240" y="785412"/>
                </ns0:lnTo>
                <ns0:lnTo>
                  <ns0:pt x="391680" y="786805"/>
                </ns0:lnTo>
                <ns0:lnTo>
                  <ns0:pt x="393120" y="788384"/>
                </ns0:lnTo>
                <ns0:lnTo>
                  <ns0:pt x="394560" y="789412"/>
                </ns0:lnTo>
                <ns0:lnTo>
                  <ns0:pt x="396000" y="789317"/>
                </ns0:lnTo>
                <ns0:lnTo>
                  <ns0:pt x="397440" y="787738"/>
                </ns0:lnTo>
                <ns0:lnTo>
                  <ns0:pt x="398880" y="784538"/>
                </ns0:lnTo>
                <ns0:lnTo>
                  <ns0:pt x="400320" y="779724"/>
                </ns0:lnTo>
                <ns0:lnTo>
                  <ns0:pt x="401760" y="773513"/>
                </ns0:lnTo>
                <ns0:lnTo>
                  <ns0:pt x="403200" y="766321"/>
                </ns0:lnTo>
                <ns0:lnTo>
                  <ns0:pt x="404640" y="758471"/>
                </ns0:lnTo>
                <ns0:lnTo>
                  <ns0:pt x="406080" y="750672"/>
                </ns0:lnTo>
                <ns0:lnTo>
                  <ns0:pt x="407520" y="743737"/>
                </ns0:lnTo>
                <ns0:lnTo>
                  <ns0:pt x="408960" y="738203"/>
                </ns0:lnTo>
                <ns0:lnTo>
                  <ns0:pt x="410400" y="734964"/>
                </ns0:lnTo>
                <ns0:lnTo>
                  <ns0:pt x="411840" y="734642"/>
                </ns0:lnTo>
                <ns0:lnTo>
                  <ns0:pt x="413280" y="737450"/>
                </ns0:lnTo>
                <ns0:lnTo>
                  <ns0:pt x="414720" y="743098"/>
                </ns0:lnTo>
                <ns0:lnTo>
                  <ns0:pt x="416160" y="750757"/>
                </ns0:lnTo>
                <ns0:lnTo>
                  <ns0:pt x="417600" y="759791"/>
                </ns0:lnTo>
                <ns0:lnTo>
                  <ns0:pt x="419040" y="769144"/>
                </ns0:lnTo>
                <ns0:lnTo>
                  <ns0:pt x="420480" y="778016"/>
                </ns0:lnTo>
                <ns0:lnTo>
                  <ns0:pt x="421920" y="785794"/>
                </ns0:lnTo>
                <ns0:lnTo>
                  <ns0:pt x="423360" y="792009"/>
                </ns0:lnTo>
                <ns0:lnTo>
                  <ns0:pt x="424800" y="796527"/>
                </ns0:lnTo>
                <ns0:lnTo>
                  <ns0:pt x="426240" y="799186"/>
                </ns0:lnTo>
                <ns0:lnTo>
                  <ns0:pt x="427680" y="800024"/>
                </ns0:lnTo>
                <ns0:lnTo>
                  <ns0:pt x="429120" y="799454"/>
                </ns0:lnTo>
                <ns0:lnTo>
                  <ns0:pt x="430560" y="798113"/>
                </ns0:lnTo>
                <ns0:lnTo>
                  <ns0:pt x="432000" y="796777"/>
                </ns0:lnTo>
                <ns0:lnTo>
                  <ns0:pt x="433440" y="796216"/>
                </ns0:lnTo>
                <ns0:lnTo>
                  <ns0:pt x="434880" y="796749"/>
                </ns0:lnTo>
                <ns0:lnTo>
                  <ns0:pt x="436320" y="798164"/>
                </ns0:lnTo>
                <ns0:lnTo>
                  <ns0:pt x="437760" y="799840"/>
                </ns0:lnTo>
                <ns0:lnTo>
                  <ns0:pt x="439200" y="800888"/>
                </ns0:lnTo>
                <ns0:lnTo>
                  <ns0:pt x="440640" y="800698"/>
                </ns0:lnTo>
                <ns0:lnTo>
                  <ns0:pt x="442080" y="798799"/>
                </ns0:lnTo>
                <ns0:lnTo>
                  <ns0:pt x="443520" y="795038"/>
                </ns0:lnTo>
                <ns0:lnTo>
                  <ns0:pt x="444960" y="789784"/>
                </ns0:lnTo>
                <ns0:lnTo>
                  <ns0:pt x="446400" y="783332"/>
                </ns0:lnTo>
                <ns0:lnTo>
                  <ns0:pt x="447840" y="776121"/>
                </ns0:lnTo>
                <ns0:lnTo>
                  <ns0:pt x="449280" y="769190"/>
                </ns0:lnTo>
                <ns0:lnTo>
                  <ns0:pt x="450720" y="762604"/>
                </ns0:lnTo>
                <ns0:lnTo>
                  <ns0:pt x="452160" y="757742"/>
                </ns0:lnTo>
                <ns0:lnTo>
                  <ns0:pt x="453600" y="755007"/>
                </ns0:lnTo>
                <ns0:lnTo>
                  <ns0:pt x="455040" y="755285"/>
                </ns0:lnTo>
                <ns0:lnTo>
                  <ns0:pt x="456480" y="758830"/>
                </ns0:lnTo>
                <ns0:lnTo>
                  <ns0:pt x="457920" y="765390"/>
                </ns0:lnTo>
                <ns0:lnTo>
                  <ns0:pt x="459360" y="774229"/>
                </ns0:lnTo>
                <ns0:lnTo>
                  <ns0:pt x="460800" y="784294"/>
                </ns0:lnTo>
                <ns0:lnTo>
                  <ns0:pt x="462240" y="794650"/>
                </ns0:lnTo>
                <ns0:lnTo>
                  <ns0:pt x="463680" y="804262"/>
                </ns0:lnTo>
                <ns0:lnTo>
                  <ns0:pt x="465120" y="812526"/>
                </ns0:lnTo>
                <ns0:lnTo>
                  <ns0:pt x="466560" y="819007"/>
                </ns0:lnTo>
                <ns0:lnTo>
                  <ns0:pt x="468000" y="823587"/>
                </ns0:lnTo>
                <ns0:lnTo>
                  <ns0:pt x="469440" y="826373"/>
                </ns0:lnTo>
                <ns0:lnTo>
                  <ns0:pt x="470880" y="827476"/>
                </ns0:lnTo>
                <ns0:lnTo>
                  <ns0:pt x="472320" y="827316"/>
                </ns0:lnTo>
                <ns0:lnTo>
                  <ns0:pt x="473760" y="826408"/>
                </ns0:lnTo>
                <ns0:lnTo>
                  <ns0:pt x="475200" y="825395"/>
                </ns0:lnTo>
                <ns0:lnTo>
                  <ns0:pt x="476640" y="824891"/>
                </ns0:lnTo>
                <ns0:lnTo>
                  <ns0:pt x="478080" y="825298"/>
                </ns0:lnTo>
                <ns0:lnTo>
                  <ns0:pt x="479520" y="826523"/>
                </ns0:lnTo>
                <ns0:lnTo>
                  <ns0:pt x="480960" y="828058"/>
                </ns0:lnTo>
                <ns0:lnTo>
                  <ns0:pt x="482400" y="829157"/>
                </ns0:lnTo>
                <ns0:lnTo>
                  <ns0:pt x="483840" y="829115"/>
                </ns0:lnTo>
                <ns0:lnTo>
                  <ns0:pt x="485280" y="827021"/>
                </ns0:lnTo>
                <ns0:lnTo>
                  <ns0:pt x="486720" y="823037"/>
                </ns0:lnTo>
                <ns0:lnTo>
                  <ns0:pt x="488160" y="816787"/>
                </ns0:lnTo>
                <ns0:lnTo>
                  <ns0:pt x="489600" y="808614"/>
                </ns0:lnTo>
                <ns0:lnTo>
                  <ns0:pt x="491040" y="798844"/>
                </ns0:lnTo>
                <ns0:lnTo>
                  <ns0:pt x="492480" y="788036"/>
                </ns0:lnTo>
                <ns0:lnTo>
                  <ns0:pt x="493920" y="777051"/>
                </ns0:lnTo>
                <ns0:lnTo>
                  <ns0:pt x="495360" y="766403"/>
                </ns0:lnTo>
                <ns0:lnTo>
                  <ns0:pt x="496800" y="758078"/>
                </ns0:lnTo>
                <ns0:lnTo>
                  <ns0:pt x="498240" y="752868"/>
                </ns0:lnTo>
                <ns0:lnTo>
                  <ns0:pt x="499680" y="751812"/>
                </ns0:lnTo>
                <ns0:lnTo>
                  <ns0:pt x="501120" y="754999"/>
                </ns0:lnTo>
                <ns0:lnTo>
                  <ns0:pt x="502560" y="761926"/>
                </ns0:lnTo>
                <ns0:lnTo>
                  <ns0:pt x="504000" y="771519"/>
                </ns0:lnTo>
                <ns0:lnTo>
                  <ns0:pt x="505440" y="782306"/>
                </ns0:lnTo>
                <ns0:lnTo>
                  <ns0:pt x="506880" y="792926"/>
                </ns0:lnTo>
                <ns0:lnTo>
                  <ns0:pt x="508320" y="802503"/>
                </ns0:lnTo>
                <ns0:lnTo>
                  <ns0:pt x="509760" y="810396"/>
                </ns0:lnTo>
                <ns0:lnTo>
                  <ns0:pt x="511200" y="816217"/>
                </ns0:lnTo>
                <ns0:lnTo>
                  <ns0:pt x="512640" y="819941"/>
                </ns0:lnTo>
                <ns0:lnTo>
                  <ns0:pt x="514080" y="821768"/>
                </ns0:lnTo>
                <ns0:lnTo>
                  <ns0:pt x="515520" y="822080"/>
                </ns0:lnTo>
                <ns0:lnTo>
                  <ns0:pt x="516960" y="821268"/>
                </ns0:lnTo>
                <ns0:lnTo>
                  <ns0:pt x="518400" y="819980"/>
                </ns0:lnTo>
                <ns0:lnTo>
                  <ns0:pt x="519840" y="818977"/>
                </ns0:lnTo>
                <ns0:lnTo>
                  <ns0:pt x="521280" y="819062"/>
                </ns0:lnTo>
                <ns0:lnTo>
                  <ns0:pt x="522720" y="820576"/>
                </ns0:lnTo>
                <ns0:lnTo>
                  <ns0:pt x="524160" y="822816"/>
                </ns0:lnTo>
                <ns0:lnTo>
                  <ns0:pt x="525600" y="824725"/>
                </ns0:lnTo>
                <ns0:lnTo>
                  <ns0:pt x="527040" y="825292"/>
                </ns0:lnTo>
                <ns0:lnTo>
                  <ns0:pt x="528480" y="823868"/>
                </ns0:lnTo>
                <ns0:lnTo>
                  <ns0:pt x="529920" y="820153"/>
                </ns0:lnTo>
                <ns0:lnTo>
                  <ns0:pt x="531360" y="814594"/>
                </ns0:lnTo>
                <ns0:lnTo>
                  <ns0:pt x="532800" y="806801"/>
                </ns0:lnTo>
                <ns0:lnTo>
                  <ns0:pt x="534240" y="797520"/>
                </ns0:lnTo>
                <ns0:lnTo>
                  <ns0:pt x="535680" y="787360"/>
                </ns0:lnTo>
                <ns0:lnTo>
                  <ns0:pt x="537120" y="777071"/>
                </ns0:lnTo>
                <ns0:lnTo>
                  <ns0:pt x="538560" y="767235"/>
                </ns0:lnTo>
                <ns0:lnTo>
                  <ns0:pt x="540000" y="759462"/>
                </ns0:lnTo>
                <ns0:lnTo>
                  <ns0:pt x="541440" y="754706"/>
                </ns0:lnTo>
                <ns0:lnTo>
                  <ns0:pt x="542880" y="754912"/>
                </ns0:lnTo>
                <ns0:lnTo>
                  <ns0:pt x="544320" y="759319"/>
                </ns0:lnTo>
                <ns0:lnTo>
                  <ns0:pt x="545760" y="767214"/>
                </ns0:lnTo>
                <ns0:lnTo>
                  <ns0:pt x="547200" y="777547"/>
                </ns0:lnTo>
                <ns0:lnTo>
                  <ns0:pt x="548640" y="789142"/>
                </ns0:lnTo>
                <ns0:lnTo>
                  <ns0:pt x="550080" y="800559"/>
                </ns0:lnTo>
                <ns0:lnTo>
                  <ns0:pt x="551520" y="810787"/>
                </ns0:lnTo>
                <ns0:lnTo>
                  <ns0:pt x="552960" y="819197"/>
                </ns0:lnTo>
                <ns0:lnTo>
                  <ns0:pt x="554400" y="825684"/>
                </ns0:lnTo>
                <ns0:lnTo>
                  <ns0:pt x="555840" y="830265"/>
                </ns0:lnTo>
                <ns0:lnTo>
                  <ns0:pt x="557280" y="832977"/>
                </ns0:lnTo>
                <ns0:lnTo>
                  <ns0:pt x="558720" y="833852"/>
                </ns0:lnTo>
                <ns0:lnTo>
                  <ns0:pt x="560160" y="833045"/>
                </ns0:lnTo>
                <ns0:lnTo>
                  <ns0:pt x="561600" y="831192"/>
                </ns0:lnTo>
                <ns0:lnTo>
                  <ns0:pt x="563040" y="829361"/>
                </ns0:lnTo>
                <ns0:lnTo>
                  <ns0:pt x="564480" y="828785"/>
                </ns0:lnTo>
                <ns0:lnTo>
                  <ns0:pt x="565920" y="830132"/>
                </ns0:lnTo>
                <ns0:lnTo>
                  <ns0:pt x="567360" y="833114"/>
                </ns0:lnTo>
                <ns0:lnTo>
                  <ns0:pt x="568800" y="836077"/>
                </ns0:lnTo>
                <ns0:lnTo>
                  <ns0:pt x="570240" y="837421"/>
                </ns0:lnTo>
                <ns0:lnTo>
                  <ns0:pt x="571680" y="836361"/>
                </ns0:lnTo>
                <ns0:lnTo>
                  <ns0:pt x="573120" y="832609"/>
                </ns0:lnTo>
                <ns0:lnTo>
                  <ns0:pt x="574560" y="826592"/>
                </ns0:lnTo>
                <ns0:lnTo>
                  <ns0:pt x="576000" y="818394"/>
                </ns0:lnTo>
                <ns0:lnTo>
                  <ns0:pt x="577440" y="808738"/>
                </ns0:lnTo>
                <ns0:lnTo>
                  <ns0:pt x="578880" y="797568"/>
                </ns0:lnTo>
                <ns0:lnTo>
                  <ns0:pt x="580320" y="786202"/>
                </ns0:lnTo>
                <ns0:lnTo>
                  <ns0:pt x="581760" y="775831"/>
                </ns0:lnTo>
                <ns0:lnTo>
                  <ns0:pt x="583200" y="767803"/>
                </ns0:lnTo>
                <ns0:lnTo>
                  <ns0:pt x="584640" y="763452"/>
                </ns0:lnTo>
                <ns0:lnTo>
                  <ns0:pt x="586080" y="764325"/>
                </ns0:lnTo>
                <ns0:lnTo>
                  <ns0:pt x="587520" y="769576"/>
                </ns0:lnTo>
                <ns0:lnTo>
                  <ns0:pt x="588960" y="778358"/>
                </ns0:lnTo>
                <ns0:lnTo>
                  <ns0:pt x="590400" y="789057"/>
                </ns0:lnTo>
                <ns0:lnTo>
                  <ns0:pt x="591840" y="800132"/>
                </ns0:lnTo>
                <ns0:lnTo>
                  <ns0:pt x="593280" y="810374"/>
                </ns0:lnTo>
                <ns0:lnTo>
                  <ns0:pt x="594720" y="819025"/>
                </ns0:lnTo>
                <ns0:lnTo>
                  <ns0:pt x="596160" y="825074"/>
                </ns0:lnTo>
                <ns0:lnTo>
                  <ns0:pt x="597600" y="830058"/>
                </ns0:lnTo>
                <ns0:lnTo>
                  <ns0:pt x="599040" y="833614"/>
                </ns0:lnTo>
                <ns0:lnTo>
                  <ns0:pt x="600480" y="835813"/>
                </ns0:lnTo>
                <ns0:lnTo>
                  <ns0:pt x="601920" y="836589"/>
                </ns0:lnTo>
                <ns0:lnTo>
                  <ns0:pt x="603360" y="835727"/>
                </ns0:lnTo>
                <ns0:lnTo>
                  <ns0:pt x="604800" y="833791"/>
                </ns0:lnTo>
                <ns0:lnTo>
                  <ns0:pt x="606240" y="831979"/>
                </ns0:lnTo>
                <ns0:lnTo>
                  <ns0:pt x="607680" y="831536"/>
                </ns0:lnTo>
                <ns0:lnTo>
                  <ns0:pt x="609120" y="833096"/>
                </ns0:lnTo>
                <ns0:lnTo>
                  <ns0:pt x="610560" y="835885"/>
                </ns0:lnTo>
                <ns0:lnTo>
                  <ns0:pt x="612000" y="838096"/>
                </ns0:lnTo>
                <ns0:lnTo>
                  <ns0:pt x="613440" y="838310"/>
                </ns0:lnTo>
                <ns0:lnTo>
                  <ns0:pt x="614880" y="835928"/>
                </ns0:lnTo>
                <ns0:lnTo>
                  <ns0:pt x="616320" y="830966"/>
                </ns0:lnTo>
                <ns0:lnTo>
                  <ns0:pt x="617760" y="823644"/>
                </ns0:lnTo>
                <ns0:lnTo>
                  <ns0:pt x="619200" y="814207"/>
                </ns0:lnTo>
                <ns0:lnTo>
                  <ns0:pt x="620640" y="802799"/>
                </ns0:lnTo>
                <ns0:lnTo>
                  <ns0:pt x="622080" y="789348"/>
                </ns0:lnTo>
                <ns0:lnTo>
                  <ns0:pt x="623520" y="775322"/>
                </ns0:lnTo>
                <ns0:lnTo>
                  <ns0:pt x="624960" y="762152"/>
                </ns0:lnTo>
                <ns0:lnTo>
                  <ns0:pt x="626400" y="751750"/>
                </ns0:lnTo>
                <ns0:lnTo>
                  <ns0:pt x="627840" y="745930"/>
                </ns0:lnTo>
                <ns0:lnTo>
                  <ns0:pt x="629280" y="746650"/>
                </ns0:lnTo>
                <ns0:lnTo>
                  <ns0:pt x="630720" y="752345"/>
                </ns0:lnTo>
                <ns0:lnTo>
                  <ns0:pt x="632160" y="762649"/>
                </ns0:lnTo>
                <ns0:lnTo>
                  <ns0:pt x="633600" y="773901"/>
                </ns0:lnTo>
                <ns0:lnTo>
                  <ns0:pt x="635040" y="785078"/>
                </ns0:lnTo>
                <ns0:lnTo>
                  <ns0:pt x="636480" y="794713"/>
                </ns0:lnTo>
                <ns0:lnTo>
                  <ns0:pt x="637920" y="802529"/>
                </ns0:lnTo>
                <ns0:lnTo>
                  <ns0:pt x="639360" y="808562"/>
                </ns0:lnTo>
                <ns0:lnTo>
                  <ns0:pt x="640800" y="813025"/>
                </ns0:lnTo>
                <ns0:lnTo>
                  <ns0:pt x="642240" y="816094"/>
                </ns0:lnTo>
                <ns0:lnTo>
                  <ns0:pt x="643680" y="817667"/>
                </ns0:lnTo>
                <ns0:lnTo>
                  <ns0:pt x="645120" y="817503"/>
                </ns0:lnTo>
                <ns0:lnTo>
                  <ns0:pt x="646560" y="815808"/>
                </ns0:lnTo>
                <ns0:lnTo>
                  <ns0:pt x="648000" y="813622"/>
                </ns0:lnTo>
                <ns0:lnTo>
                  <ns0:pt x="649440" y="812449"/>
                </ns0:lnTo>
                <ns0:lnTo>
                  <ns0:pt x="650880" y="813261"/>
                </ns0:lnTo>
                <ns0:lnTo>
                  <ns0:pt x="652320" y="816076"/>
                </ns0:lnTo>
                <ns0:lnTo>
                  <ns0:pt x="653760" y="819378"/>
                </ns0:lnTo>
                <ns0:lnTo>
                  <ns0:pt x="655200" y="820938"/>
                </ns0:lnTo>
                <ns0:lnTo>
                  <ns0:pt x="656640" y="819840"/>
                </ns0:lnTo>
                <ns0:lnTo>
                  <ns0:pt x="658080" y="816016"/>
                </ns0:lnTo>
                <ns0:lnTo>
                  <ns0:pt x="659520" y="809932"/>
                </ns0:lnTo>
                <ns0:lnTo>
                  <ns0:pt x="660960" y="802054"/>
                </ns0:lnTo>
                <ns0:lnTo>
                  <ns0:pt x="662400" y="792491"/>
                </ns0:lnTo>
                <ns0:lnTo>
                  <ns0:pt x="663840" y="781475"/>
                </ns0:lnTo>
                <ns0:lnTo>
                  <ns0:pt x="665280" y="768645"/>
                </ns0:lnTo>
                <ns0:lnTo>
                  <ns0:pt x="666720" y="756190"/>
                </ns0:lnTo>
                <ns0:lnTo>
                  <ns0:pt x="668160" y="745898"/>
                </ns0:lnTo>
                <ns0:lnTo>
                  <ns0:pt x="669600" y="739700"/>
                </ns0:lnTo>
                <ns0:lnTo>
                  <ns0:pt x="671040" y="739226"/>
                </ns0:lnTo>
                <ns0:lnTo>
                  <ns0:pt x="672480" y="744278"/>
                </ns0:lnTo>
                <ns0:lnTo>
                  <ns0:pt x="673920" y="752816"/>
                </ns0:lnTo>
                <ns0:lnTo>
                  <ns0:pt x="675360" y="762973"/>
                </ns0:lnTo>
                <ns0:lnTo>
                  <ns0:pt x="676800" y="772890"/>
                </ns0:lnTo>
                <ns0:lnTo>
                  <ns0:pt x="678240" y="781738"/>
                </ns0:lnTo>
                <ns0:lnTo>
                  <ns0:pt x="679680" y="788749"/>
                </ns0:lnTo>
                <ns0:lnTo>
                  <ns0:pt x="681120" y="794108"/>
                </ns0:lnTo>
                <ns0:lnTo>
                  <ns0:pt x="682560" y="798234"/>
                </ns0:lnTo>
                <ns0:lnTo>
                  <ns0:pt x="684000" y="801277"/>
                </ns0:lnTo>
                <ns0:lnTo>
                  <ns0:pt x="685440" y="803144"/>
                </ns0:lnTo>
                <ns0:lnTo>
                  <ns0:pt x="686880" y="803585"/>
                </ns0:lnTo>
                <ns0:lnTo>
                  <ns0:pt x="688320" y="802405"/>
                </ns0:lnTo>
                <ns0:lnTo>
                  <ns0:pt x="689760" y="800105"/>
                </ns0:lnTo>
                <ns0:lnTo>
                  <ns0:pt x="691200" y="798352"/>
                </ns0:lnTo>
                <ns0:lnTo>
                  <ns0:pt x="692640" y="798456"/>
                </ns0:lnTo>
                <ns0:lnTo>
                  <ns0:pt x="694080" y="800727"/>
                </ns0:lnTo>
                <ns0:lnTo>
                  <ns0:pt x="695520" y="803535"/>
                </ns0:lnTo>
                <ns0:lnTo>
                  <ns0:pt x="696960" y="804812"/>
                </ns0:lnTo>
                <ns0:lnTo>
                  <ns0:pt x="698400" y="803584"/>
                </ns0:lnTo>
                <ns0:lnTo>
                  <ns0:pt x="699840" y="799870"/>
                </ns0:lnTo>
                <ns0:lnTo>
                  <ns0:pt x="701280" y="794193"/>
                </ns0:lnTo>
                <ns0:lnTo>
                  <ns0:pt x="702720" y="786907"/>
                </ns0:lnTo>
                <ns0:lnTo>
                  <ns0:pt x="704160" y="778154"/>
                </ns0:lnTo>
                <ns0:lnTo>
                  <ns0:pt x="705600" y="767904"/>
                </ns0:lnTo>
                <ns0:lnTo>
                  <ns0:pt x="707040" y="756420"/>
                </ns0:lnTo>
                <ns0:lnTo>
                  <ns0:pt x="708480" y="745331"/>
                </ns0:lnTo>
                <ns0:lnTo>
                  <ns0:pt x="709920" y="736842"/>
                </ns0:lnTo>
                <ns0:lnTo>
                  <ns0:pt x="711360" y="733070"/>
                </ns0:lnTo>
                <ns0:lnTo>
                  <ns0:pt x="712800" y="735274"/>
                </ns0:lnTo>
                <ns0:lnTo>
                  <ns0:pt x="714240" y="742056"/>
                </ns0:lnTo>
                <ns0:lnTo>
                  <ns0:pt x="715680" y="751449"/>
                </ns0:lnTo>
                <ns0:lnTo>
                  <ns0:pt x="717120" y="760210"/>
                </ns0:lnTo>
                <ns0:lnTo>
                  <ns0:pt x="718560" y="769326"/>
                </ns0:lnTo>
                <ns0:lnTo>
                  <ns0:pt x="720000" y="776747"/>
                </ns0:lnTo>
                <ns0:lnTo>
                  <ns0:pt x="721440" y="782465"/>
                </ns0:lnTo>
                <ns0:lnTo>
                  <ns0:pt x="722880" y="786835"/>
                </ns0:lnTo>
                <ns0:lnTo>
                  <ns0:pt x="724320" y="790252"/>
                </ns0:lnTo>
                <ns0:lnTo>
                  <ns0:pt x="725760" y="792726"/>
                </ns0:lnTo>
                <ns0:lnTo>
                  <ns0:pt x="727200" y="794084"/>
                </ns0:lnTo>
                <ns0:lnTo>
                  <ns0:pt x="728640" y="793926"/>
                </ns0:lnTo>
                <ns0:lnTo>
                  <ns0:pt x="730080" y="792298"/>
                </ns0:lnTo>
                <ns0:lnTo>
                  <ns0:pt x="731520" y="790028"/>
                </ns0:lnTo>
                <ns0:lnTo>
                  <ns0:pt x="732960" y="788727"/>
                </ns0:lnTo>
                <ns0:lnTo>
                  <ns0:pt x="734400" y="789550"/>
                </ns0:lnTo>
                <ns0:lnTo>
                  <ns0:pt x="735840" y="792053"/>
                </ns0:lnTo>
                <ns0:lnTo>
                  <ns0:pt x="737280" y="794086"/>
                </ns0:lnTo>
                <ns0:lnTo>
                  <ns0:pt x="738720" y="794119"/>
                </ns0:lnTo>
                <ns0:lnTo>
                  <ns0:pt x="740160" y="791745"/>
                </ns0:lnTo>
                <ns0:lnTo>
                  <ns0:pt x="741600" y="787233"/>
                </ns0:lnTo>
                <ns0:lnTo>
                  <ns0:pt x="743040" y="780938"/>
                </ns0:lnTo>
                <ns0:lnTo>
                  <ns0:pt x="744480" y="773041"/>
                </ns0:lnTo>
                <ns0:lnTo>
                  <ns0:pt x="745920" y="763718"/>
                </ns0:lnTo>
                <ns0:lnTo>
                  <ns0:pt x="747360" y="752870"/>
                </ns0:lnTo>
                <ns0:lnTo>
                  <ns0:pt x="748800" y="741126"/>
                </ns0:lnTo>
                <ns0:lnTo>
                  <ns0:pt x="750240" y="730509"/>
                </ns0:lnTo>
                <ns0:lnTo>
                  <ns0:pt x="751680" y="723933"/>
                </ns0:lnTo>
                <ns0:lnTo>
                  <ns0:pt x="753120" y="724872"/>
                </ns0:lnTo>
                <ns0:lnTo>
                  <ns0:pt x="754560" y="729627"/>
                </ns0:lnTo>
                <ns0:lnTo>
                  <ns0:pt x="756000" y="738139"/>
                </ns0:lnTo>
                <ns0:lnTo>
                  <ns0:pt x="757440" y="748501"/>
                </ns0:lnTo>
                <ns0:lnTo>
                  <ns0:pt x="758880" y="758882"/>
                </ns0:lnTo>
                <ns0:lnTo>
                  <ns0:pt x="760320" y="768010"/>
                </ns0:lnTo>
                <ns0:lnTo>
                  <ns0:pt x="761760" y="775305"/>
                </ns0:lnTo>
                <ns0:lnTo>
                  <ns0:pt x="763200" y="780962"/>
                </ns0:lnTo>
                <ns0:lnTo>
                  <ns0:pt x="764640" y="785435"/>
                </ns0:lnTo>
                <ns0:lnTo>
                  <ns0:pt x="766080" y="788857"/>
                </ns0:lnTo>
                <ns0:lnTo>
                  <ns0:pt x="767520" y="791000"/>
                </ns0:lnTo>
                <ns0:lnTo>
                  <ns0:pt x="768960" y="791638"/>
                </ns0:lnTo>
                <ns0:lnTo>
                  <ns0:pt x="770400" y="790585"/>
                </ns0:lnTo>
                <ns0:lnTo>
                  <ns0:pt x="771840" y="788153"/>
                </ns0:lnTo>
                <ns0:lnTo>
                  <ns0:pt x="773280" y="785989"/>
                </ns0:lnTo>
                <ns0:lnTo>
                  <ns0:pt x="774720" y="785711"/>
                </ns0:lnTo>
                <ns0:lnTo>
                  <ns0:pt x="776160" y="787766"/>
                </ns0:lnTo>
                <ns0:lnTo>
                  <ns0:pt x="777600" y="790729"/>
                </ns0:lnTo>
                <ns0:lnTo>
                  <ns0:pt x="779040" y="792154"/>
                </ns0:lnTo>
                <ns0:lnTo>
                  <ns0:pt x="780480" y="791118"/>
                </ns0:lnTo>
                <ns0:lnTo>
                  <ns0:pt x="781920" y="787541"/>
                </ns0:lnTo>
                <ns0:lnTo>
                  <ns0:pt x="783360" y="782089"/>
                </ns0:lnTo>
                <ns0:lnTo>
                  <ns0:pt x="784800" y="775163"/>
                </ns0:lnTo>
                <ns0:lnTo>
                  <ns0:pt x="786240" y="766947"/>
                </ns0:lnTo>
                <ns0:lnTo>
                  <ns0:pt x="787680" y="757242"/>
                </ns0:lnTo>
                <ns0:lnTo>
                  <ns0:pt x="789120" y="746513"/>
                </ns0:lnTo>
                <ns0:lnTo>
                  <ns0:pt x="790560" y="736717"/>
                </ns0:lnTo>
                <ns0:lnTo>
                  <ns0:pt x="792000" y="729869"/>
                </ns0:lnTo>
                <ns0:lnTo>
                  <ns0:pt x="793440" y="727838"/>
                </ns0:lnTo>
                <ns0:lnTo>
                  <ns0:pt x="794880" y="731374"/>
                </ns0:lnTo>
                <ns0:lnTo>
                  <ns0:pt x="796320" y="738849"/>
                </ns0:lnTo>
                <ns0:lnTo>
                  <ns0:pt x="797760" y="748566"/>
                </ns0:lnTo>
                <ns0:lnTo>
                  <ns0:pt x="799200" y="758671"/>
                </ns0:lnTo>
                <ns0:lnTo>
                  <ns0:pt x="800640" y="767902"/>
                </ns0:lnTo>
                <ns0:lnTo>
                  <ns0:pt x="802080" y="775421"/>
                </ns0:lnTo>
                <ns0:lnTo>
                  <ns0:pt x="803520" y="781344"/>
                </ns0:lnTo>
                <ns0:lnTo>
                  <ns0:pt x="804960" y="785933"/>
                </ns0:lnTo>
                <ns0:lnTo>
                  <ns0:pt x="806400" y="789526"/>
                </ns0:lnTo>
                <ns0:lnTo>
                  <ns0:pt x="807840" y="792173"/>
                </ns0:lnTo>
                <ns0:lnTo>
                  <ns0:pt x="809280" y="793656"/>
                </ns0:lnTo>
                <ns0:lnTo>
                  <ns0:pt x="810720" y="793565"/>
                </ns0:lnTo>
                <ns0:lnTo>
                  <ns0:pt x="812160" y="791833"/>
                </ns0:lnTo>
                <ns0:lnTo>
                  <ns0:pt x="813600" y="789116"/>
                </ns0:lnTo>
                <ns0:lnTo>
                  <ns0:pt x="815040" y="787395"/>
                </ns0:lnTo>
                <ns0:lnTo>
                  <ns0:pt x="816480" y="787899"/>
                </ns0:lnTo>
                <ns0:lnTo>
                  <ns0:pt x="817920" y="790075"/>
                </ns0:lnTo>
                <ns0:lnTo>
                  <ns0:pt x="819360" y="791971"/>
                </ns0:lnTo>
                <ns0:lnTo>
                  <ns0:pt x="820800" y="791977"/>
                </ns0:lnTo>
                <ns0:lnTo>
                  <ns0:pt x="822240" y="789584"/>
                </ns0:lnTo>
                <ns0:lnTo>
                  <ns0:pt x="823680" y="785169"/>
                </ns0:lnTo>
                <ns0:lnTo>
                  <ns0:pt x="825120" y="778855"/>
                </ns0:lnTo>
                <ns0:lnTo>
                  <ns0:pt x="826560" y="770878"/>
                </ns0:lnTo>
                <ns0:lnTo>
                  <ns0:pt x="828000" y="761360"/>
                </ns0:lnTo>
                <ns0:lnTo>
                  <ns0:pt x="829440" y="750314"/>
                </ns0:lnTo>
                <ns0:lnTo>
                  <ns0:pt x="830880" y="738579"/>
                </ns0:lnTo>
                <ns0:lnTo>
                  <ns0:pt x="832320" y="728738"/>
                </ns0:lnTo>
                <ns0:lnTo>
                  <ns0:pt x="833760" y="723274"/>
                </ns0:lnTo>
                <ns0:lnTo>
                  <ns0:pt x="835200" y="724036"/>
                </ns0:lnTo>
                <ns0:lnTo>
                  <ns0:pt x="836640" y="730345"/>
                </ns0:lnTo>
                <ns0:lnTo>
                  <ns0:pt x="838080" y="740269"/>
                </ns0:lnTo>
                <ns0:lnTo>
                  <ns0:pt x="839520" y="751744"/>
                </ns0:lnTo>
                <ns0:lnTo>
                  <ns0:pt x="840960" y="762936"/>
                </ns0:lnTo>
                <ns0:lnTo>
                  <ns0:pt x="842400" y="772623"/>
                </ns0:lnTo>
                <ns0:lnTo>
                  <ns0:pt x="843840" y="780303"/>
                </ns0:lnTo>
                <ns0:lnTo>
                  <ns0:pt x="845280" y="786162"/>
                </ns0:lnTo>
                <ns0:lnTo>
                  <ns0:pt x="846720" y="790768"/>
                </ns0:lnTo>
                <ns0:lnTo>
                  <ns0:pt x="848160" y="797568"/>
                </ns0:lnTo>
                <ns0:lnTo>
                  <ns0:pt x="849600" y="804920"/>
                </ns0:lnTo>
                <ns0:lnTo>
                  <ns0:pt x="851040" y="812194"/>
                </ns0:lnTo>
                <ns0:lnTo>
                  <ns0:pt x="852480" y="818479"/>
                </ns0:lnTo>
                <ns0:lnTo>
                  <ns0:pt x="853920" y="823014"/>
                </ns0:lnTo>
                <ns0:lnTo>
                  <ns0:pt x="855360" y="825666"/>
                </ns0:lnTo>
                <ns0:lnTo>
                  <ns0:pt x="856800" y="826964"/>
                </ns0:lnTo>
                <ns0:lnTo>
                  <ns0:pt x="858240" y="827437"/>
                </ns0:lnTo>
                <ns0:lnTo>
                  <ns0:pt x="859680" y="827927"/>
                </ns0:lnTo>
                <ns0:lnTo>
                  <ns0:pt x="861120" y="828891"/>
                </ns0:lnTo>
                <ns0:lnTo>
                  <ns0:pt x="862560" y="830578"/>
                </ns0:lnTo>
                <ns0:lnTo>
                  <ns0:pt x="864000" y="833316"/>
                </ns0:lnTo>
                <ns0:lnTo>
                  <ns0:pt x="865440" y="550363"/>
                </ns0:lnTo>
                <ns0:lnTo>
                  <ns0:pt x="866880" y="554900"/>
                </ns0:lnTo>
                <ns0:lnTo>
                  <ns0:pt x="868320" y="565138"/>
                </ns0:lnTo>
                <ns0:lnTo>
                  <ns0:pt x="869760" y="580310"/>
                </ns0:lnTo>
                <ns0:lnTo>
                  <ns0:pt x="871200" y="599126"/>
                </ns0:lnTo>
                <ns0:lnTo>
                  <ns0:pt x="872640" y="620661"/>
                </ns0:lnTo>
                <ns0:lnTo>
                  <ns0:pt x="874080" y="644057"/>
                </ns0:lnTo>
                <ns0:lnTo>
                  <ns0:pt x="875520" y="668614"/>
                </ns0:lnTo>
                <ns0:lnTo>
                  <ns0:pt x="876960" y="693159"/>
                </ns0:lnTo>
                <ns0:lnTo>
                  <ns0:pt x="878400" y="715238"/>
                </ns0:lnTo>
                <ns0:lnTo>
                  <ns0:pt x="879840" y="733750"/>
                </ns0:lnTo>
                <ns0:lnTo>
                  <ns0:pt x="881280" y="748183"/>
                </ns0:lnTo>
                <ns0:lnTo>
                  <ns0:pt x="882720" y="758447"/>
                </ns0:lnTo>
                <ns0:lnTo>
                  <ns0:pt x="884160" y="766774"/>
                </ns0:lnTo>
                <ns0:lnTo>
                  <ns0:pt x="885600" y="773383"/>
                </ns0:lnTo>
                <ns0:lnTo>
                  <ns0:pt x="887040" y="778540"/>
                </ns0:lnTo>
                <ns0:lnTo>
                  <ns0:pt x="888480" y="782574"/>
                </ns0:lnTo>
                <ns0:lnTo>
                  <ns0:pt x="889920" y="785553"/>
                </ns0:lnTo>
                <ns0:lnTo>
                  <ns0:pt x="891360" y="787284"/>
                </ns0:lnTo>
                <ns0:lnTo>
                  <ns0:pt x="892800" y="787511"/>
                </ns0:lnTo>
                <ns0:lnTo>
                  <ns0:pt x="894240" y="786146"/>
                </ns0:lnTo>
                <ns0:lnTo>
                  <ns0:pt x="895680" y="783782"/>
                </ns0:lnTo>
                <ns0:lnTo>
                  <ns0:pt x="897120" y="781695"/>
                </ns0:lnTo>
                <ns0:lnTo>
                  <ns0:pt x="898560" y="782065"/>
                </ns0:lnTo>
                <ns0:lnTo>
                  <ns0:pt x="900000" y="784850"/>
                </ns0:lnTo>
                <ns0:lnTo>
                  <ns0:pt x="901440" y="788394"/>
                </ns0:lnTo>
                <ns0:lnTo>
                  <ns0:pt x="902880" y="790066"/>
                </ns0:lnTo>
                <ns0:lnTo>
                  <ns0:pt x="904320" y="788658"/>
                </ns0:lnTo>
                <ns0:lnTo>
                  <ns0:pt x="905760" y="783977"/>
                </ns0:lnTo>
                <ns0:lnTo>
                  <ns0:pt x="907200" y="776562"/>
                </ns0:lnTo>
                <ns0:lnTo>
                  <ns0:pt x="908640" y="766919"/>
                </ns0:lnTo>
                <ns0:lnTo>
                  <ns0:pt x="910080" y="755369"/>
                </ns0:lnTo>
                <ns0:lnTo>
                  <ns0:pt x="911520" y="742192"/>
                </ns0:lnTo>
                <ns0:lnTo>
                  <ns0:pt x="912960" y="728030"/>
                </ns0:lnTo>
                <ns0:lnTo>
                  <ns0:pt x="914400" y="714963"/>
                </ns0:lnTo>
                <ns0:lnTo>
                  <ns0:pt x="915840" y="704895"/>
                </ns0:lnTo>
                <ns0:lnTo>
                  <ns0:pt x="917280" y="699644"/>
                </ns0:lnTo>
                <ns0:lnTo>
                  <ns0:pt x="918720" y="700419"/>
                </ns0:lnTo>
                <ns0:lnTo>
                  <ns0:pt x="920160" y="706486"/>
                </ns0:lnTo>
                <ns0:lnTo>
                  <ns0:pt x="921600" y="715716"/>
                </ns0:lnTo>
                <ns0:lnTo>
                  <ns0:pt x="923040" y="725440"/>
                </ns0:lnTo>
                <ns0:lnTo>
                  <ns0:pt x="924480" y="733912"/>
                </ns0:lnTo>
                <ns0:lnTo>
                  <ns0:pt x="925920" y="740437"/>
                </ns0:lnTo>
                <ns0:lnTo>
                  <ns0:pt x="927360" y="745175"/>
                </ns0:lnTo>
                <ns0:lnTo>
                  <ns0:pt x="928800" y="748727"/>
                </ns0:lnTo>
                <ns0:lnTo>
                  <ns0:pt x="930240" y="751586"/>
                </ns0:lnTo>
                <ns0:lnTo>
                  <ns0:pt x="931680" y="753713"/>
                </ns0:lnTo>
                <ns0:lnTo>
                  <ns0:pt x="933120" y="754870"/>
                </ns0:lnTo>
                <ns0:lnTo>
                  <ns0:pt x="934560" y="754897"/>
                </ns0:lnTo>
                <ns0:lnTo>
                  <ns0:pt x="936000" y="753780"/>
                </ns0:lnTo>
                <ns0:lnTo>
                  <ns0:pt x="937440" y="751990"/>
                </ns0:lnTo>
                <ns0:lnTo>
                  <ns0:pt x="938880" y="751035"/>
                </ns0:lnTo>
                <ns0:lnTo>
                  <ns0:pt x="940320" y="752046"/>
                </ns0:lnTo>
                <ns0:lnTo>
                  <ns0:pt x="941760" y="755052"/>
                </ns0:lnTo>
                <ns0:lnTo>
                  <ns0:pt x="943200" y="758301"/>
                </ns0:lnTo>
                <ns0:lnTo>
                  <ns0:pt x="944640" y="759231"/>
                </ns0:lnTo>
                <ns0:lnTo>
                  <ns0:pt x="946080" y="756876"/>
                </ns0:lnTo>
                <ns0:lnTo>
                  <ns0:pt x="947520" y="751280"/>
                </ns0:lnTo>
                <ns0:lnTo>
                  <ns0:pt x="948960" y="743062"/>
                </ns0:lnTo>
                <ns0:lnTo>
                  <ns0:pt x="950400" y="732879"/>
                </ns0:lnTo>
                <ns0:lnTo>
                  <ns0:pt x="951840" y="721321"/>
                </ns0:lnTo>
                <ns0:lnTo>
                  <ns0:pt x="953280" y="708878"/>
                </ns0:lnTo>
                <ns0:lnTo>
                  <ns0:pt x="954720" y="695869"/>
                </ns0:lnTo>
                <ns0:lnTo>
                  <ns0:pt x="956160" y="683623"/>
                </ns0:lnTo>
                <ns0:lnTo>
                  <ns0:pt x="957600" y="674345"/>
                </ns0:lnTo>
                <ns0:lnTo>
                  <ns0:pt x="959040" y="670521"/>
                </ns0:lnTo>
                <ns0:lnTo>
                  <ns0:pt x="960480" y="672644"/>
                </ns0:lnTo>
                <ns0:lnTo>
                  <ns0:pt x="961920" y="679271"/>
                </ns0:lnTo>
                <ns0:lnTo>
                  <ns0:pt x="963360" y="687700"/>
                </ns0:lnTo>
                <ns0:lnTo>
                  <ns0:pt x="964800" y="696056"/>
                </ns0:lnTo>
                <ns0:lnTo>
                  <ns0:pt x="966240" y="703124"/>
                </ns0:lnTo>
                <ns0:lnTo>
                  <ns0:pt x="967680" y="708690"/>
                </ns0:lnTo>
                <ns0:lnTo>
                  <ns0:pt x="969120" y="713164"/>
                </ns0:lnTo>
                <ns0:lnTo>
                  <ns0:pt x="970560" y="716992"/>
                </ns0:lnTo>
                <ns0:lnTo>
                  <ns0:pt x="972000" y="720102"/>
                </ns0:lnTo>
                <ns0:lnTo>
                  <ns0:pt x="973440" y="722258"/>
                </ns0:lnTo>
                <ns0:lnTo>
                  <ns0:pt x="974880" y="723181"/>
                </ns0:lnTo>
                <ns0:lnTo>
                  <ns0:pt x="976320" y="722814"/>
                </ns0:lnTo>
                <ns0:lnTo>
                  <ns0:pt x="977760" y="721193"/>
                </ns0:lnTo>
                <ns0:lnTo>
                  <ns0:pt x="979200" y="718867"/>
                </ns0:lnTo>
                <ns0:lnTo>
                  <ns0:pt x="980640" y="717678"/>
                </ns0:lnTo>
                <ns0:lnTo>
                  <ns0:pt x="982080" y="718890"/>
                </ns0:lnTo>
                <ns0:lnTo>
                  <ns0:pt x="983520" y="721978"/>
                </ns0:lnTo>
                <ns0:lnTo>
                  <ns0:pt x="984960" y="724445"/>
                </ns0:lnTo>
                <ns0:lnTo>
                  <ns0:pt x="986400" y="724039"/>
                </ns0:lnTo>
                <ns0:lnTo>
                  <ns0:pt x="987840" y="720191"/>
                </ns0:lnTo>
                <ns0:lnTo>
                  <ns0:pt x="989280" y="713212"/>
                </ns0:lnTo>
                <ns0:lnTo>
                  <ns0:pt x="990720" y="703877"/>
                </ns0:lnTo>
                <ns0:lnTo>
                  <ns0:pt x="992160" y="693012"/>
                </ns0:lnTo>
                <ns0:lnTo>
                  <ns0:pt x="993600" y="681326"/>
                </ns0:lnTo>
                <ns0:lnTo>
                  <ns0:pt x="995040" y="669258"/>
                </ns0:lnTo>
                <ns0:lnTo>
                  <ns0:pt x="996480" y="657895"/>
                </ns0:lnTo>
                <ns0:lnTo>
                  <ns0:pt x="997920" y="649111"/>
                </ns0:lnTo>
                <ns0:lnTo>
                  <ns0:pt x="999360" y="645411"/>
                </ns0:lnTo>
                <ns0:lnTo>
                  <ns0:pt x="1000800" y="647166"/>
                </ns0:lnTo>
                <ns0:lnTo>
                  <ns0:pt x="1002240" y="653263"/>
                </ns0:lnTo>
                <ns0:lnTo>
                  <ns0:pt x="1003680" y="661497"/>
                </ns0:lnTo>
                <ns0:lnTo>
                  <ns0:pt x="1005120" y="670112"/>
                </ns0:lnTo>
                <ns0:lnTo>
                  <ns0:pt x="1006560" y="677784"/>
                </ns0:lnTo>
                <ns0:lnTo>
                  <ns0:pt x="1008000" y="684095"/>
                </ns0:lnTo>
                <ns0:lnTo>
                  <ns0:pt x="1009440" y="689290"/>
                </ns0:lnTo>
                <ns0:lnTo>
                  <ns0:pt x="1010880" y="693810"/>
                </ns0:lnTo>
                <ns0:lnTo>
                  <ns0:pt x="1012320" y="697862"/>
                </ns0:lnTo>
                <ns0:lnTo>
                  <ns0:pt x="1013760" y="700974"/>
                </ns0:lnTo>
                <ns0:lnTo>
                  <ns0:pt x="1015200" y="702831"/>
                </ns0:lnTo>
                <ns0:lnTo>
                  <ns0:pt x="1016640" y="703279"/>
                </ns0:lnTo>
                <ns0:lnTo>
                  <ns0:pt x="1018080" y="702114"/>
                </ns0:lnTo>
                <ns0:lnTo>
                  <ns0:pt x="1019520" y="699570"/>
                </ns0:lnTo>
                <ns0:lnTo>
                  <ns0:pt x="1020960" y="696986"/>
                </ns0:lnTo>
                <ns0:lnTo>
                  <ns0:pt x="1022400" y="696485"/>
                </ns0:lnTo>
                <ns0:lnTo>
                  <ns0:pt x="1023840" y="698678"/>
                </ns0:lnTo>
                <ns0:lnTo>
                  <ns0:pt x="1025280" y="701859"/>
                </ns0:lnTo>
                <ns0:lnTo>
                  <ns0:pt x="1026720" y="703095"/>
                </ns0:lnTo>
                <ns0:lnTo>
                  <ns0:pt x="1028160" y="701046"/>
                </ns0:lnTo>
                <ns0:lnTo>
                  <ns0:pt x="1029600" y="695728"/>
                </ns0:lnTo>
                <ns0:lnTo>
                  <ns0:pt x="1031040" y="687853"/>
                </ns0:lnTo>
                <ns0:lnTo>
                  <ns0:pt x="1032480" y="678247"/>
                </ns0:lnTo>
                <ns0:lnTo>
                  <ns0:pt x="1033920" y="667669"/>
                </ns0:lnTo>
                <ns0:lnTo>
                  <ns0:pt x="1035360" y="656726"/>
                </ns0:lnTo>
                <ns0:lnTo>
                  <ns0:pt x="1036800" y="646620"/>
                </ns0:lnTo>
                <ns0:lnTo>
                  <ns0:pt x="1038240" y="639054"/>
                </ns0:lnTo>
                <ns0:lnTo>
                  <ns0:pt x="1039680" y="636217"/>
                </ns0:lnTo>
                <ns0:lnTo>
                  <ns0:pt x="1041120" y="638736"/>
                </ns0:lnTo>
                <ns0:lnTo>
                  <ns0:pt x="1042560" y="645271"/>
                </ns0:lnTo>
                <ns0:lnTo>
                  <ns0:pt x="1044000" y="653857"/>
                </ns0:lnTo>
                <ns0:lnTo>
                  <ns0:pt x="1045440" y="662839"/>
                </ns0:lnTo>
                <ns0:lnTo>
                  <ns0:pt x="1046880" y="670952"/>
                </ns0:lnTo>
                <ns0:lnTo>
                  <ns0:pt x="1048320" y="677412"/>
                </ns0:lnTo>
                <ns0:lnTo>
                  <ns0:pt x="1049760" y="682589"/>
                </ns0:lnTo>
                <ns0:lnTo>
                  <ns0:pt x="1051200" y="686982"/>
                </ns0:lnTo>
                <ns0:lnTo>
                  <ns0:pt x="1052640" y="690852"/>
                </ns0:lnTo>
                <ns0:lnTo>
                  <ns0:pt x="1054080" y="694117"/>
                </ns0:lnTo>
                <ns0:lnTo>
                  <ns0:pt x="1055520" y="696347"/>
                </ns0:lnTo>
                <ns0:lnTo>
                  <ns0:pt x="1056960" y="697263"/>
                </ns0:lnTo>
                <ns0:lnTo>
                  <ns0:pt x="1058400" y="696729"/>
                </ns0:lnTo>
                <ns0:lnTo>
                  <ns0:pt x="1059840" y="694779"/>
                </ns0:lnTo>
                <ns0:lnTo>
                  <ns0:pt x="1061280" y="692128"/>
                </ns0:lnTo>
                <ns0:lnTo>
                  <ns0:pt x="1062720" y="690871"/>
                </ns0:lnTo>
                <ns0:lnTo>
                  <ns0:pt x="1064160" y="692314"/>
                </ns0:lnTo>
                <ns0:lnTo>
                  <ns0:pt x="1065600" y="695163"/>
                </ns0:lnTo>
                <ns0:lnTo>
                  <ns0:pt x="1067040" y="696459"/>
                </ns0:lnTo>
                <ns0:lnTo>
                  <ns0:pt x="1068480" y="695031"/>
                </ns0:lnTo>
                <ns0:lnTo>
                  <ns0:pt x="1069920" y="690943"/>
                </ns0:lnTo>
                <ns0:lnTo>
                  <ns0:pt x="1071360" y="684787"/>
                </ns0:lnTo>
                <ns0:lnTo>
                  <ns0:pt x="1072800" y="677244"/>
                </ns0:lnTo>
                <ns0:lnTo>
                  <ns0:pt x="1074240" y="668973"/>
                </ns0:lnTo>
                <ns0:lnTo>
                  <ns0:pt x="1075680" y="660506"/>
                </ns0:lnTo>
                <ns0:lnTo>
                  <ns0:pt x="1077120" y="652622"/>
                </ns0:lnTo>
                <ns0:lnTo>
                  <ns0:pt x="1078560" y="647111"/>
                </ns0:lnTo>
                <ns0:lnTo>
                  <ns0:pt x="1080000" y="645959"/>
                </ns0:lnTo>
                <ns0:lnTo>
                  <ns0:pt x="1081440" y="649363"/>
                </ns0:lnTo>
                <ns0:lnTo>
                  <ns0:pt x="1082880" y="655971"/>
                </ns0:lnTo>
                <ns0:lnTo>
                  <ns0:pt x="1084320" y="663971"/>
                </ns0:lnTo>
                <ns0:lnTo>
                  <ns0:pt x="1085760" y="671920"/>
                </ns0:lnTo>
                <ns0:lnTo>
                  <ns0:pt x="1087200" y="678787"/>
                </ns0:lnTo>
                <ns0:lnTo>
                  <ns0:pt x="1088640" y="684070"/>
                </ns0:lnTo>
                <ns0:lnTo>
                  <ns0:pt x="1090080" y="688109"/>
                </ns0:lnTo>
                <ns0:lnTo>
                  <ns0:pt x="1091520" y="691481"/>
                </ns0:lnTo>
                <ns0:lnTo>
                  <ns0:pt x="1092960" y="694570"/>
                </ns0:lnTo>
                <ns0:lnTo>
                  <ns0:pt x="1094400" y="697079"/>
                </ns0:lnTo>
                <ns0:lnTo>
                  <ns0:pt x="1095840" y="698657"/>
                </ns0:lnTo>
                <ns0:lnTo>
                  <ns0:pt x="1097280" y="699119"/>
                </ns0:lnTo>
                <ns0:lnTo>
                  <ns0:pt x="1098720" y="698383"/>
                </ns0:lnTo>
                <ns0:lnTo>
                  <ns0:pt x="1100160" y="696459"/>
                </ns0:lnTo>
                <ns0:lnTo>
                  <ns0:pt x="1101600" y="694192"/>
                </ns0:lnTo>
                <ns0:lnTo>
                  <ns0:pt x="1103040" y="693779"/>
                </ns0:lnTo>
                <ns0:lnTo>
                  <ns0:pt x="1104480" y="695821"/>
                </ns0:lnTo>
                <ns0:lnTo>
                  <ns0:pt x="1105920" y="698335"/>
                </ns0:lnTo>
                <ns0:lnTo>
                  <ns0:pt x="1107360" y="698803"/>
                </ns0:lnTo>
                <ns0:lnTo>
                  <ns0:pt x="1108800" y="696354"/>
                </ns0:lnTo>
                <ns0:lnTo>
                  <ns0:pt x="1110240" y="691288"/>
                </ns0:lnTo>
                <ns0:lnTo>
                  <ns0:pt x="1111680" y="684208"/>
                </ns0:lnTo>
                <ns0:lnTo>
                  <ns0:pt x="1113120" y="675848"/>
                </ns0:lnTo>
                <ns0:lnTo>
                  <ns0:pt x="1114560" y="666878"/>
                </ns0:lnTo>
                <ns0:lnTo>
                  <ns0:pt x="1116000" y="657747"/>
                </ns0:lnTo>
                <ns0:lnTo>
                  <ns0:pt x="1117440" y="649529"/>
                </ns0:lnTo>
                <ns0:lnTo>
                  <ns0:pt x="1118880" y="644149"/>
                </ns0:lnTo>
                <ns0:lnTo>
                  <ns0:pt x="1120320" y="643638"/>
                </ns0:lnTo>
                <ns0:lnTo>
                  <ns0:pt x="1121760" y="647776"/>
                </ns0:lnTo>
                <ns0:lnTo>
                  <ns0:pt x="1123200" y="655496"/>
                </ns0:lnTo>
                <ns0:lnTo>
                  <ns0:pt x="1124640" y="664553"/>
                </ns0:lnTo>
                <ns0:lnTo>
                  <ns0:pt x="1126080" y="673180"/>
                </ns0:lnTo>
                <ns0:lnTo>
                  <ns0:pt x="1127520" y="680374"/>
                </ns0:lnTo>
                <ns0:lnTo>
                  <ns0:pt x="1128960" y="685788"/>
                </ns0:lnTo>
                <ns0:lnTo>
                  <ns0:pt x="1130400" y="690027"/>
                </ns0:lnTo>
                <ns0:lnTo>
                  <ns0:pt x="1131840" y="693625"/>
                </ns0:lnTo>
                <ns0:lnTo>
                  <ns0:pt x="1133280" y="696836"/>
                </ns0:lnTo>
                <ns0:lnTo>
                  <ns0:pt x="1134720" y="699236"/>
                </ns0:lnTo>
                <ns0:lnTo>
                  <ns0:pt x="1136160" y="700584"/>
                </ns0:lnTo>
                <ns0:lnTo>
                  <ns0:pt x="1137600" y="700697"/>
                </ns0:lnTo>
                <ns0:lnTo>
                  <ns0:pt x="1139040" y="699556"/>
                </ns0:lnTo>
                <ns0:lnTo>
                  <ns0:pt x="1140480" y="697319"/>
                </ns0:lnTo>
                <ns0:lnTo>
                  <ns0:pt x="1141920" y="695276"/>
                </ns0:lnTo>
                <ns0:lnTo>
                  <ns0:pt x="1143360" y="695298"/>
                </ns0:lnTo>
                <ns0:lnTo>
                  <ns0:pt x="1144800" y="697353"/>
                </ns0:lnTo>
                <ns0:lnTo>
                  <ns0:pt x="1146240" y="699290"/>
                </ns0:lnTo>
                <ns0:lnTo>
                  <ns0:pt x="1147680" y="699082"/>
                </ns0:lnTo>
                <ns0:lnTo>
                  <ns0:pt x="1149120" y="696033"/>
                </ns0:lnTo>
                <ns0:lnTo>
                  <ns0:pt x="1150560" y="690351"/>
                </ns0:lnTo>
                <ns0:lnTo>
                  <ns0:pt x="1152000" y="682520"/>
                </ns0:lnTo>
                <ns0:lnTo>
                  <ns0:pt x="1153440" y="673201"/>
                </ns0:lnTo>
                <ns0:lnTo>
                  <ns0:pt x="1154880" y="662936"/>
                </ns0:lnTo>
                <ns0:lnTo>
                  <ns0:pt x="1156320" y="652297"/>
                </ns0:lnTo>
                <ns0:lnTo>
                  <ns0:pt x="1157760" y="642889"/>
                </ns0:lnTo>
                <ns0:lnTo>
                  <ns0:pt x="1159200" y="636370"/>
                </ns0:lnTo>
                <ns0:lnTo>
                  <ns0:pt x="1160640" y="635121"/>
                </ns0:lnTo>
                <ns0:lnTo>
                  <ns0:pt x="1162080" y="639333"/>
                </ns0:lnTo>
                <ns0:lnTo>
                  <ns0:pt x="1163520" y="646891"/>
                </ns0:lnTo>
                <ns0:lnTo>
                  <ns0:pt x="1164960" y="655885"/>
                </ns0:lnTo>
                <ns0:lnTo>
                  <ns0:pt x="1166400" y="664724"/>
                </ns0:lnTo>
                <ns0:lnTo>
                  <ns0:pt x="1167840" y="672358"/>
                </ns0:lnTo>
                <ns0:lnTo>
                  <ns0:pt x="1169280" y="678385"/>
                </ns0:lnTo>
                <ns0:lnTo>
                  <ns0:pt x="1170720" y="683471"/>
                </ns0:lnTo>
                <ns0:lnTo>
                  <ns0:pt x="1172160" y="687856"/>
                </ns0:lnTo>
                <ns0:lnTo>
                  <ns0:pt x="1173600" y="691568"/>
                </ns0:lnTo>
                <ns0:lnTo>
                  <ns0:pt x="1175040" y="694257"/>
                </ns0:lnTo>
                <ns0:lnTo>
                  <ns0:pt x="1176480" y="695622"/>
                </ns0:lnTo>
                <ns0:lnTo>
                  <ns0:pt x="1177920" y="695547"/>
                </ns0:lnTo>
                <ns0:lnTo>
                  <ns0:pt x="1179360" y="694057"/>
                </ns0:lnTo>
                <ns0:lnTo>
                  <ns0:pt x="1180800" y="691708"/>
                </ns0:lnTo>
                <ns0:lnTo>
                  <ns0:pt x="1182240" y="690017"/>
                </ns0:lnTo>
                <ns0:lnTo>
                  <ns0:pt x="1183680" y="690574"/>
                </ns0:lnTo>
                <ns0:lnTo>
                  <ns0:pt x="1185120" y="693237"/>
                </ns0:lnTo>
                <ns0:lnTo>
                  <ns0:pt x="1186560" y="695614"/>
                </ns0:lnTo>
                <ns0:lnTo>
                  <ns0:pt x="1188000" y="695597"/>
                </ns0:lnTo>
                <ns0:lnTo>
                  <ns0:pt x="1189440" y="692714"/>
                </ns0:lnTo>
                <ns0:lnTo>
                  <ns0:pt x="1190880" y="687566"/>
                </ns0:lnTo>
                <ns0:lnTo>
                  <ns0:pt x="1192320" y="680745"/>
                </ns0:lnTo>
                <ns0:lnTo>
                  <ns0:pt x="1193760" y="672901"/>
                </ns0:lnTo>
                <ns0:lnTo>
                  <ns0:pt x="1195200" y="664595"/>
                </ns0:lnTo>
                <ns0:lnTo>
                  <ns0:pt x="1196640" y="656115"/>
                </ns0:lnTo>
                <ns0:lnTo>
                  <ns0:pt x="1198080" y="648594"/>
                </ns0:lnTo>
                <ns0:lnTo>
                  <ns0:pt x="1199520" y="644404"/>
                </ns0:lnTo>
                <ns0:lnTo>
                  <ns0:pt x="1200960" y="645128"/>
                </ns0:lnTo>
                <ns0:lnTo>
                  <ns0:pt x="1202400" y="650107"/>
                </ns0:lnTo>
                <ns0:lnTo>
                  <ns0:pt x="1203840" y="658176"/>
                </ns0:lnTo>
                <ns0:lnTo>
                  <ns0:pt x="1205280" y="667188"/>
                </ns0:lnTo>
                <ns0:lnTo>
                  <ns0:pt x="1206720" y="675510"/>
                </ns0:lnTo>
                <ns0:lnTo>
                  <ns0:pt x="1208160" y="682357"/>
                </ns0:lnTo>
                <ns0:lnTo>
                  <ns0:pt x="1209600" y="687629"/>
                </ns0:lnTo>
                <ns0:lnTo>
                  <ns0:pt x="1211040" y="691811"/>
                </ns0:lnTo>
                <ns0:lnTo>
                  <ns0:pt x="1212480" y="695362"/>
                </ns0:lnTo>
                <ns0:lnTo>
                  <ns0:pt x="1213920" y="698373"/>
                </ns0:lnTo>
                <ns0:lnTo>
                  <ns0:pt x="1215360" y="700608"/>
                </ns0:lnTo>
                <ns0:lnTo>
                  <ns0:pt x="1216800" y="701800"/>
                </ns0:lnTo>
                <ns0:lnTo>
                  <ns0:pt x="1218240" y="701745"/>
                </ns0:lnTo>
                <ns0:lnTo>
                  <ns0:pt x="1219680" y="700446"/>
                </ns0:lnTo>
                <ns0:lnTo>
                  <ns0:pt x="1221120" y="698130"/>
                </ns0:lnTo>
                <ns0:lnTo>
                  <ns0:pt x="1222560" y="696248"/>
                </ns0:lnTo>
                <ns0:lnTo>
                  <ns0:pt x="1224000" y="696594"/>
                </ns0:lnTo>
                <ns0:lnTo>
                  <ns0:pt x="1225440" y="699027"/>
                </ns0:lnTo>
                <ns0:lnTo>
                  <ns0:pt x="1226880" y="701099"/>
                </ns0:lnTo>
                <ns0:lnTo>
                  <ns0:pt x="1228320" y="700714"/>
                </ns0:lnTo>
                <ns0:lnTo>
                  <ns0:pt x="1229760" y="697209"/>
                </ns0:lnTo>
                <ns0:lnTo>
                  <ns0:pt x="1231200" y="690871"/>
                </ns0:lnTo>
                <ns0:lnTo>
                  <ns0:pt x="1232640" y="682368"/>
                </ns0:lnTo>
                <ns0:lnTo>
                  <ns0:pt x="1234080" y="672552"/>
                </ns0:lnTo>
                <ns0:lnTo>
                  <ns0:pt x="1235520" y="662074"/>
                </ns0:lnTo>
                <ns0:lnTo>
                  <ns0:pt x="1236960" y="651422"/>
                </ns0:lnTo>
                <ns0:lnTo>
                  <ns0:pt x="1238400" y="642237"/>
                </ns0:lnTo>
                <ns0:lnTo>
                  <ns0:pt x="1239840" y="636096"/>
                </ns0:lnTo>
                <ns0:lnTo>
                  <ns0:pt x="1241280" y="635148"/>
                </ns0:lnTo>
                <ns0:lnTo>
                  <ns0:pt x="1242720" y="640062"/>
                </ns0:lnTo>
                <ns0:lnTo>
                  <ns0:pt x="1244160" y="649491"/>
                </ns0:lnTo>
                <ns0:lnTo>
                  <ns0:pt x="1245600" y="660570"/>
                </ns0:lnTo>
                <ns0:lnTo>
                  <ns0:pt x="1247040" y="671202"/>
                </ns0:lnTo>
                <ns0:lnTo>
                  <ns0:pt x="1248480" y="680217"/>
                </ns0:lnTo>
                <ns0:lnTo>
                  <ns0:pt x="1249920" y="687308"/>
                </ns0:lnTo>
                <ns0:lnTo>
                  <ns0:pt x="1251360" y="692887"/>
                </ns0:lnTo>
                <ns0:lnTo>
                  <ns0:pt x="1252800" y="697529"/>
                </ns0:lnTo>
                <ns0:lnTo>
                  <ns0:pt x="1254240" y="701297"/>
                </ns0:lnTo>
                <ns0:lnTo>
                  <ns0:pt x="1255680" y="704057"/>
                </ns0:lnTo>
                <ns0:lnTo>
                  <ns0:pt x="1257120" y="705506"/>
                </ns0:lnTo>
                <ns0:lnTo>
                  <ns0:pt x="1258560" y="705518"/>
                </ns0:lnTo>
                <ns0:lnTo>
                  <ns0:pt x="1260000" y="704101"/>
                </ns0:lnTo>
                <ns0:lnTo>
                  <ns0:pt x="1261440" y="701639"/>
                </ns0:lnTo>
                <ns0:lnTo>
                  <ns0:pt x="1262880" y="699627"/>
                </ns0:lnTo>
                <ns0:lnTo>
                  <ns0:pt x="1264320" y="699717"/>
                </ns0:lnTo>
                <ns0:lnTo>
                  <ns0:pt x="1265760" y="702135"/>
                </ns0:lnTo>
                <ns0:lnTo>
                  <ns0:pt x="1267200" y="704945"/>
                </ns0:lnTo>
                <ns0:lnTo>
                  <ns0:pt x="1268640" y="705390"/>
                </ns0:lnTo>
                <ns0:lnTo>
                  <ns0:pt x="1270080" y="702623"/>
                </ns0:lnTo>
                <ns0:lnTo>
                  <ns0:pt x="1271520" y="696956"/>
                </ns0:lnTo>
                <ns0:lnTo>
                  <ns0:pt x="1272960" y="689162"/>
                </ns0:lnTo>
                <ns0:lnTo>
                  <ns0:pt x="1274400" y="680122"/>
                </ns0:lnTo>
                <ns0:lnTo>
                  <ns0:pt x="1275840" y="670468"/>
                </ns0:lnTo>
                <ns0:lnTo>
                  <ns0:pt x="1277280" y="660675"/>
                </ns0:lnTo>
                <ns0:lnTo>
                  <ns0:pt x="1278720" y="651277"/>
                </ns0:lnTo>
                <ns0:lnTo>
                  <ns0:pt x="1280160" y="643759"/>
                </ns0:lnTo>
                <ns0:lnTo>
                  <ns0:pt x="1281600" y="640525"/>
                </ns0:lnTo>
                <ns0:lnTo>
                  <ns0:pt x="1283040" y="641837"/>
                </ns0:lnTo>
                <ns0:lnTo>
                  <ns0:pt x="1284480" y="646464"/>
                </ns0:lnTo>
                <ns0:lnTo>
                  <ns0:pt x="1285920" y="653129"/>
                </ns0:lnTo>
                <ns0:lnTo>
                  <ns0:pt x="1287360" y="660441"/>
                </ns0:lnTo>
                <ns0:lnTo>
                  <ns0:pt x="1288800" y="667147"/>
                </ns0:lnTo>
                <ns0:lnTo>
                  <ns0:pt x="1290240" y="672925"/>
                </ns0:lnTo>
                <ns0:lnTo>
                  <ns0:pt x="1291680" y="677761"/>
                </ns0:lnTo>
                <ns0:lnTo>
                  <ns0:pt x="1293120" y="682062"/>
                </ns0:lnTo>
                <ns0:lnTo>
                  <ns0:pt x="1294560" y="685901"/>
                </ns0:lnTo>
                <ns0:lnTo>
                  <ns0:pt x="1296000" y="689014"/>
                </ns0:lnTo>
                <ns0:lnTo>
                  <ns0:pt x="1297440" y="690980"/>
                </ns0:lnTo>
                <ns0:lnTo>
                  <ns0:pt x="1298880" y="691505"/>
                </ns0:lnTo>
                <ns0:lnTo>
                  <ns0:pt x="1300320" y="690551"/>
                </ns0:lnTo>
                <ns0:lnTo>
                  <ns0:pt x="1301760" y="688182"/>
                </ns0:lnTo>
                <ns0:lnTo>
                  <ns0:pt x="1303200" y="685316"/>
                </ns0:lnTo>
                <ns0:lnTo>
                  <ns0:pt x="1304640" y="684409"/>
                </ns0:lnTo>
                <ns0:lnTo>
                  <ns0:pt x="1306080" y="686172"/>
                </ns0:lnTo>
                <ns0:lnTo>
                  <ns0:pt x="1307520" y="689040"/>
                </ns0:lnTo>
                <ns0:lnTo>
                  <ns0:pt x="1308960" y="689982"/>
                </ns0:lnTo>
                <ns0:lnTo>
                  <ns0:pt x="1310400" y="687780"/>
                </ns0:lnTo>
                <ns0:lnTo>
                  <ns0:pt x="1311840" y="682501"/>
                </ns0:lnTo>
                <ns0:lnTo>
                  <ns0:pt x="1313280" y="674735"/>
                </ns0:lnTo>
                <ns0:lnTo>
                  <ns0:pt x="1314720" y="665283"/>
                </ns0:lnTo>
                <ns0:lnTo>
                  <ns0:pt x="1316160" y="654907"/>
                </ns0:lnTo>
                <ns0:lnTo>
                  <ns0:pt x="1317600" y="644386"/>
                </ns0:lnTo>
                <ns0:lnTo>
                  <ns0:pt x="1319040" y="635393"/>
                </ns0:lnTo>
                <ns0:lnTo>
                  <ns0:pt x="1320480" y="630036"/>
                </ns0:lnTo>
                <ns0:lnTo>
                  <ns0:pt x="1321920" y="629693"/>
                </ns0:lnTo>
                <ns0:lnTo>
                  <ns0:pt x="1323360" y="634979"/>
                </ns0:lnTo>
                <ns0:lnTo>
                  <ns0:pt x="1324800" y="644621"/>
                </ns0:lnTo>
                <ns0:lnTo>
                  <ns0:pt x="1326240" y="656219"/>
                </ns0:lnTo>
                <ns0:lnTo>
                  <ns0:pt x="1327680" y="667470"/>
                </ns0:lnTo>
                <ns0:lnTo>
                  <ns0:pt x="1329120" y="677111"/>
                </ns0:lnTo>
                <ns0:lnTo>
                  <ns0:pt x="1330560" y="684631"/>
                </ns0:lnTo>
                <ns0:lnTo>
                  <ns0:pt x="1332000" y="690416"/>
                </ns0:lnTo>
                <ns0:lnTo>
                  <ns0:pt x="1333440" y="695106"/>
                </ns0:lnTo>
                <ns0:lnTo>
                  <ns0:pt x="1334880" y="699096"/>
                </ns0:lnTo>
                <ns0:lnTo>
                  <ns0:pt x="1336320" y="702270"/>
                </ns0:lnTo>
                <ns0:lnTo>
                  <ns0:pt x="1337760" y="704335"/>
                </ns0:lnTo>
                <ns0:lnTo>
                  <ns0:pt x="1339200" y="705108"/>
                </ns0:lnTo>
                <ns0:lnTo>
                  <ns0:pt x="1340640" y="704374"/>
                </ns0:lnTo>
                <ns0:lnTo>
                  <ns0:pt x="1342080" y="702274"/>
                </ns0:lnTo>
                <ns0:lnTo>
                  <ns0:pt x="1343520" y="699587"/>
                </ns0:lnTo>
                <ns0:lnTo>
                  <ns0:pt x="1344960" y="698456"/>
                </ns0:lnTo>
                <ns0:lnTo>
                  <ns0:pt x="1346400" y="699859"/>
                </ns0:lnTo>
                <ns0:lnTo>
                  <ns0:pt x="1347840" y="702800"/>
                </ns0:lnTo>
                <ns0:lnTo>
                  <ns0:pt x="1349280" y="704345"/>
                </ns0:lnTo>
                <ns0:lnTo>
                  <ns0:pt x="1350720" y="703015"/>
                </ns0:lnTo>
                <ns0:lnTo>
                  <ns0:pt x="1352160" y="698753"/>
                </ns0:lnTo>
                <ns0:lnTo>
                  <ns0:pt x="1353600" y="692141"/>
                </ns0:lnTo>
                <ns0:lnTo>
                  <ns0:pt x="1355040" y="683942"/>
                </ns0:lnTo>
                <ns0:lnTo>
                  <ns0:pt x="1356480" y="674874"/>
                </ns0:lnTo>
                <ns0:lnTo>
                  <ns0:pt x="1357920" y="665479"/>
                </ns0:lnTo>
                <ns0:lnTo>
                  <ns0:pt x="1359360" y="656089"/>
                </ns0:lnTo>
                <ns0:lnTo>
                  <ns0:pt x="1360800" y="648112"/>
                </ns0:lnTo>
                <ns0:lnTo>
                  <ns0:pt x="1362240" y="643719"/>
                </ns0:lnTo>
                <ns0:lnTo>
                  <ns0:pt x="1363680" y="644227"/>
                </ns0:lnTo>
                <ns0:lnTo>
                  <ns0:pt x="1365120" y="648754"/>
                </ns0:lnTo>
                <ns0:lnTo>
                  <ns0:pt x="1366560" y="655905"/>
                </ns0:lnTo>
                <ns0:lnTo>
                  <ns0:pt x="1368000" y="664050"/>
                </ns0:lnTo>
                <ns0:lnTo>
                  <ns0:pt x="1369440" y="671832"/>
                </ns0:lnTo>
                <ns0:lnTo>
                  <ns0:pt x="1370880" y="678436"/>
                </ns0:lnTo>
                <ns0:lnTo>
                  <ns0:pt x="1372320" y="683811"/>
                </ns0:lnTo>
                <ns0:lnTo>
                  <ns0:pt x="1373760" y="688305"/>
                </ns0:lnTo>
                <ns0:lnTo>
                  <ns0:pt x="1375200" y="692108"/>
                </ns0:lnTo>
                <ns0:lnTo>
                  <ns0:pt x="1376640" y="695258"/>
                </ns0:lnTo>
                <ns0:lnTo>
                  <ns0:pt x="1378080" y="697427"/>
                </ns0:lnTo>
                <ns0:lnTo>
                  <ns0:pt x="1379520" y="698353"/>
                </ns0:lnTo>
                <ns0:lnTo>
                  <ns0:pt x="1380960" y="697914"/>
                </ns0:lnTo>
                <ns0:lnTo>
                  <ns0:pt x="1382400" y="696111"/>
                </ns0:lnTo>
                <ns0:lnTo>
                  <ns0:pt x="1383840" y="693414"/>
                </ns0:lnTo>
                <ns0:lnTo>
                  <ns0:pt x="1385280" y="691939"/>
                </ns0:lnTo>
                <ns0:lnTo>
                  <ns0:pt x="1386720" y="693125"/>
                </ns0:lnTo>
                <ns0:lnTo>
                  <ns0:pt x="1388160" y="696015"/>
                </ns0:lnTo>
                <ns0:lnTo>
                  <ns0:pt x="1389600" y="697728"/>
                </ns0:lnTo>
                <ns0:lnTo>
                  <ns0:pt x="1391040" y="696543"/>
                </ns0:lnTo>
                <ns0:lnTo>
                  <ns0:pt x="1392480" y="692205"/>
                </ns0:lnTo>
                <ns0:lnTo>
                  <ns0:pt x="1393920" y="685232"/>
                </ns0:lnTo>
                <ns0:lnTo>
                  <ns0:pt x="1395360" y="676377"/>
                </ns0:lnTo>
                <ns0:lnTo>
                  <ns0:pt x="1396800" y="666404"/>
                </ns0:lnTo>
                <ns0:lnTo>
                  <ns0:pt x="1398240" y="655962"/>
                </ns0:lnTo>
                <ns0:lnTo>
                  <ns0:pt x="1399680" y="646137"/>
                </ns0:lnTo>
                <ns0:lnTo>
                  <ns0:pt x="1401120" y="638799"/>
                </ns0:lnTo>
                <ns0:lnTo>
                  <ns0:pt x="1402560" y="635668"/>
                </ns0:lnTo>
                <ns0:lnTo>
                  <ns0:pt x="1404000" y="637874"/>
                </ns0:lnTo>
                <ns0:lnTo>
                  <ns0:pt x="1405440" y="644482"/>
                </ns0:lnTo>
                <ns0:lnTo>
                  <ns0:pt x="1406880" y="654221"/>
                </ns0:lnTo>
                <ns0:lnTo>
                  <ns0:pt x="1408320" y="664757"/>
                </ns0:lnTo>
                <ns0:lnTo>
                  <ns0:pt x="1409760" y="674545"/>
                </ns0:lnTo>
                <ns0:lnTo>
                  <ns0:pt x="1411200" y="682677"/>
                </ns0:lnTo>
                <ns0:lnTo>
                  <ns0:pt x="1412640" y="689054"/>
                </ns0:lnTo>
                <ns0:lnTo>
                  <ns0:pt x="1414080" y="694136"/>
                </ns0:lnTo>
                <ns0:lnTo>
                  <ns0:pt x="1415520" y="698362"/>
                </ns0:lnTo>
                <ns0:lnTo>
                  <ns0:pt x="1416960" y="701818"/>
                </ns0:lnTo>
                <ns0:lnTo>
                  <ns0:pt x="1418400" y="704218"/>
                </ns0:lnTo>
                <ns0:lnTo>
                  <ns0:pt x="1419840" y="705316"/>
                </ns0:lnTo>
                <ns0:lnTo>
                  <ns0:pt x="1421280" y="704997"/>
                </ns0:lnTo>
                <ns0:lnTo>
                  <ns0:pt x="1422720" y="703225"/>
                </ns0:lnTo>
                <ns0:lnTo>
                  <ns0:pt x="1424160" y="706245"/>
                </ns0:lnTo>
                <ns0:lnTo>
                  <ns0:pt x="1425600" y="708199"/>
                </ns0:lnTo>
                <ns0:lnTo>
                  <ns0:pt x="1427040" y="710272"/>
                </ns0:lnTo>
                <ns0:lnTo>
                  <ns0:pt x="1428480" y="713515"/>
                </ns0:lnTo>
                <ns0:lnTo>
                  <ns0:pt x="1429920" y="718240"/>
                </ns0:lnTo>
                <ns0:lnTo>
                  <ns0:pt x="1431360" y="724047"/>
                </ns0:lnTo>
                <ns0:lnTo>
                  <ns0:pt x="1432800" y="730049"/>
                </ns0:lnTo>
                <ns0:lnTo>
                  <ns0:pt x="1434240" y="735049"/>
                </ns0:lnTo>
                <ns0:lnTo>
                  <ns0:pt x="1435680" y="737822"/>
                </ns0:lnTo>
                <ns0:lnTo>
                  <ns0:pt x="1437120" y="737238"/>
                </ns0:lnTo>
                <ns0:lnTo>
                  <ns0:pt x="1438560" y="732074"/>
                </ns0:lnTo>
                <ns0:lnTo>
                  <ns0:pt x="1440000" y="720684"/>
                </ns0:lnTo>
                <ns0:lnTo>
                  <ns0:pt x="1440000" y="467718"/>
                </ns0:lnTo>
                <ns0:lnTo>
                  <ns0:pt x="1440000" y="467718"/>
                </ns0:lnTo>
                <ns0:lnTo>
                  <ns0:pt x="1438560" y="477083"/>
                </ns0:lnTo>
                <ns0:lnTo>
                  <ns0:pt x="1437120" y="485617"/>
                </ns0:lnTo>
                <ns0:lnTo>
                  <ns0:pt x="1435680" y="492487"/>
                </ns0:lnTo>
                <ns0:lnTo>
                  <ns0:pt x="1434240" y="496944"/>
                </ns0:lnTo>
                <ns0:lnTo>
                  <ns0:pt x="1432800" y="498114"/>
                </ns0:lnTo>
                <ns0:lnTo>
                  <ns0:pt x="1431360" y="495034"/>
                </ns0:lnTo>
                <ns0:lnTo>
                  <ns0:pt x="1429920" y="486896"/>
                </ns0:lnTo>
                <ns0:lnTo>
                  <ns0:pt x="1428480" y="473225"/>
                </ns0:lnTo>
                <ns0:lnTo>
                  <ns0:pt x="1427040" y="454093"/>
                </ns0:lnTo>
                <ns0:lnTo>
                  <ns0:pt x="1425600" y="430764"/>
                </ns0:lnTo>
                <ns0:lnTo>
                  <ns0:pt x="1424160" y="406057"/>
                </ns0:lnTo>
                <ns0:lnTo>
                  <ns0:pt x="1422720" y="383473"/>
                </ns0:lnTo>
                <ns0:lnTo>
                  <ns0:pt x="1421280" y="371999"/>
                </ns0:lnTo>
                <ns0:lnTo>
                  <ns0:pt x="1419840" y="361655"/>
                </ns0:lnTo>
                <ns0:lnTo>
                  <ns0:pt x="1418400" y="352581"/>
                </ns0:lnTo>
                <ns0:lnTo>
                  <ns0:pt x="1416960" y="344881"/>
                </ns0:lnTo>
                <ns0:lnTo>
                  <ns0:pt x="1415520" y="338755"/>
                </ns0:lnTo>
                <ns0:lnTo>
                  <ns0:pt x="1414080" y="334081"/>
                </ns0:lnTo>
                <ns0:lnTo>
                  <ns0:pt x="1412640" y="330492"/>
                </ns0:lnTo>
                <ns0:lnTo>
                  <ns0:pt x="1411200" y="327756"/>
                </ns0:lnTo>
                <ns0:lnTo>
                  <ns0:pt x="1409760" y="325934"/>
                </ns0:lnTo>
                <ns0:lnTo>
                  <ns0:pt x="1408320" y="325296"/>
                </ns0:lnTo>
                <ns0:lnTo>
                  <ns0:pt x="1406880" y="325914"/>
                </ns0:lnTo>
                <ns0:lnTo>
                  <ns0:pt x="1405440" y="327383"/>
                </ns0:lnTo>
                <ns0:lnTo>
                  <ns0:pt x="1404000" y="328747"/>
                </ns0:lnTo>
                <ns0:lnTo>
                  <ns0:pt x="1402560" y="329255"/>
                </ns0:lnTo>
                <ns0:lnTo>
                  <ns0:pt x="1401120" y="328576"/>
                </ns0:lnTo>
                <ns0:lnTo>
                  <ns0:pt x="1399680" y="327296"/>
                </ns0:lnTo>
                <ns0:lnTo>
                  <ns0:pt x="1398240" y="326364"/>
                </ns0:lnTo>
                <ns0:lnTo>
                  <ns0:pt x="1396800" y="326751"/>
                </ns0:lnTo>
                <ns0:lnTo>
                  <ns0:pt x="1395360" y="329139"/>
                </ns0:lnTo>
                <ns0:lnTo>
                  <ns0:pt x="1393920" y="334054"/>
                </ns0:lnTo>
                <ns0:lnTo>
                  <ns0:pt x="1392480" y="341958"/>
                </ns0:lnTo>
                <ns0:lnTo>
                  <ns0:pt x="1391040" y="353159"/>
                </ns0:lnTo>
                <ns0:lnTo>
                  <ns0:pt x="1389600" y="367359"/>
                </ns0:lnTo>
                <ns0:lnTo>
                  <ns0:pt x="1388160" y="382646"/>
                </ns0:lnTo>
                <ns0:lnTo>
                  <ns0:pt x="1386720" y="394954"/>
                </ns0:lnTo>
                <ns0:lnTo>
                  <ns0:pt x="1385280" y="399025"/>
                </ns0:lnTo>
                <ns0:lnTo>
                  <ns0:pt x="1383840" y="394054"/>
                </ns0:lnTo>
                <ns0:lnTo>
                  <ns0:pt x="1382400" y="383593"/>
                </ns0:lnTo>
                <ns0:lnTo>
                  <ns0:pt x="1380960" y="372855"/>
                </ns0:lnTo>
                <ns0:lnTo>
                  <ns0:pt x="1379520" y="363029"/>
                </ns0:lnTo>
                <ns0:lnTo>
                  <ns0:pt x="1378080" y="354257"/>
                </ns0:lnTo>
                <ns0:lnTo>
                  <ns0:pt x="1376640" y="346841"/>
                </ns0:lnTo>
                <ns0:lnTo>
                  <ns0:pt x="1375200" y="340889"/>
                </ns0:lnTo>
                <ns0:lnTo>
                  <ns0:pt x="1373760" y="336421"/>
                </ns0:lnTo>
                <ns0:lnTo>
                  <ns0:pt x="1372320" y="332986"/>
                </ns0:lnTo>
                <ns0:lnTo>
                  <ns0:pt x="1370880" y="330440"/>
                </ns0:lnTo>
                <ns0:lnTo>
                  <ns0:pt x="1369440" y="328691"/>
                </ns0:lnTo>
                <ns0:lnTo>
                  <ns0:pt x="1368000" y="327890"/>
                </ns0:lnTo>
                <ns0:lnTo>
                  <ns0:pt x="1366560" y="328097"/>
                </ns0:lnTo>
                <ns0:lnTo>
                  <ns0:pt x="1365120" y="328996"/>
                </ns0:lnTo>
                <ns0:lnTo>
                  <ns0:pt x="1363680" y="329886"/>
                </ns0:lnTo>
                <ns0:lnTo>
                  <ns0:pt x="1362240" y="330003"/>
                </ns0:lnTo>
                <ns0:lnTo>
                  <ns0:pt x="1360800" y="329012"/>
                </ns0:lnTo>
                <ns0:lnTo>
                  <ns0:pt x="1359360" y="327576"/>
                </ns0:lnTo>
                <ns0:lnTo>
                  <ns0:pt x="1357920" y="326693"/>
                </ns0:lnTo>
                <ns0:lnTo>
                  <ns0:pt x="1356480" y="327083"/>
                </ns0:lnTo>
                <ns0:lnTo>
                  <ns0:pt x="1355040" y="329248"/>
                </ns0:lnTo>
                <ns0:lnTo>
                  <ns0:pt x="1353600" y="333746"/>
                </ns0:lnTo>
                <ns0:lnTo>
                  <ns0:pt x="1352160" y="341123"/>
                </ns0:lnTo>
                <ns0:lnTo>
                  <ns0:pt x="1350720" y="351830"/>
                </ns0:lnTo>
                <ns0:lnTo>
                  <ns0:pt x="1349280" y="365752"/>
                </ns0:lnTo>
                <ns0:lnTo>
                  <ns0:pt x="1347840" y="381262"/>
                </ns0:lnTo>
                <ns0:lnTo>
                  <ns0:pt x="1346400" y="394507"/>
                </ns0:lnTo>
                <ns0:lnTo>
                  <ns0:pt x="1344960" y="399562"/>
                </ns0:lnTo>
                <ns0:lnTo>
                  <ns0:pt x="1343520" y="395621"/>
                </ns0:lnTo>
                <ns0:lnTo>
                  <ns0:pt x="1342080" y="385222"/>
                </ns0:lnTo>
                <ns0:lnTo>
                  <ns0:pt x="1340640" y="373495"/>
                </ns0:lnTo>
                <ns0:lnTo>
                  <ns0:pt x="1339200" y="362501"/>
                </ns0:lnTo>
                <ns0:lnTo>
                  <ns0:pt x="1337760" y="352835"/>
                </ns0:lnTo>
                <ns0:lnTo>
                  <ns0:pt x="1336320" y="344726"/>
                </ns0:lnTo>
                <ns0:lnTo>
                  <ns0:pt x="1334880" y="338149"/>
                </ns0:lnTo>
                <ns0:lnTo>
                  <ns0:pt x="1333440" y="333001"/>
                </ns0:lnTo>
                <ns0:lnTo>
                  <ns0:pt x="1332000" y="329123"/>
                </ns0:lnTo>
                <ns0:lnTo>
                  <ns0:pt x="1330560" y="326100"/>
                </ns0:lnTo>
                <ns0:lnTo>
                  <ns0:pt x="1329120" y="323842"/>
                </ns0:lnTo>
                <ns0:lnTo>
                  <ns0:pt x="1327680" y="322638"/>
                </ns0:lnTo>
                <ns0:lnTo>
                  <ns0:pt x="1326240" y="322786"/>
                </ns0:lnTo>
                <ns0:lnTo>
                  <ns0:pt x="1324800" y="324198"/>
                </ns0:lnTo>
                <ns0:lnTo>
                  <ns0:pt x="1323360" y="326068"/>
                </ns0:lnTo>
                <ns0:lnTo>
                  <ns0:pt x="1321920" y="327278"/>
                </ns0:lnTo>
                <ns0:lnTo>
                  <ns0:pt x="1320480" y="327199"/>
                </ns0:lnTo>
                <ns0:lnTo>
                  <ns0:pt x="1319040" y="326133"/>
                </ns0:lnTo>
                <ns0:lnTo>
                  <ns0:pt x="1317600" y="324905"/>
                </ns0:lnTo>
                <ns0:lnTo>
                  <ns0:pt x="1316160" y="324637"/>
                </ns0:lnTo>
                <ns0:lnTo>
                  <ns0:pt x="1314720" y="326224"/>
                </ns0:lnTo>
                <ns0:lnTo>
                  <ns0:pt x="1313280" y="330228"/>
                </ns0:lnTo>
                <ns0:lnTo>
                  <ns0:pt x="1311840" y="337149"/>
                </ns0:lnTo>
                <ns0:lnTo>
                  <ns0:pt x="1310400" y="347320"/>
                </ns0:lnTo>
                <ns0:lnTo>
                  <ns0:pt x="1308960" y="360727"/>
                </ns0:lnTo>
                <ns0:lnTo>
                  <ns0:pt x="1307520" y="375755"/>
                </ns0:lnTo>
                <ns0:lnTo>
                  <ns0:pt x="1306080" y="389378"/>
                </ns0:lnTo>
                <ns0:lnTo>
                  <ns0:pt x="1304640" y="395586"/>
                </ns0:lnTo>
                <ns0:lnTo>
                  <ns0:pt x="1303200" y="392607"/>
                </ns0:lnTo>
                <ns0:lnTo>
                  <ns0:pt x="1301760" y="382326"/>
                </ns0:lnTo>
                <ns0:lnTo>
                  <ns0:pt x="1300320" y="370500"/>
                </ns0:lnTo>
                <ns0:lnTo>
                  <ns0:pt x="1298880" y="359432"/>
                </ns0:lnTo>
                <ns0:lnTo>
                  <ns0:pt x="1297440" y="349590"/>
                </ns0:lnTo>
                <ns0:lnTo>
                  <ns0:pt x="1296000" y="341058"/>
                </ns0:lnTo>
                <ns0:lnTo>
                  <ns0:pt x="1294560" y="334156"/>
                </ns0:lnTo>
                <ns0:lnTo>
                  <ns0:pt x="1293120" y="328941"/>
                </ns0:lnTo>
                <ns0:lnTo>
                  <ns0:pt x="1291680" y="325184"/>
                </ns0:lnTo>
                <ns0:lnTo>
                  <ns0:pt x="1290240" y="322502"/>
                </ns0:lnTo>
                <ns0:lnTo>
                  <ns0:pt x="1288800" y="320613"/>
                </ns0:lnTo>
                <ns0:lnTo>
                  <ns0:pt x="1287360" y="319600"/>
                </ns0:lnTo>
                <ns0:lnTo>
                  <ns0:pt x="1285920" y="319475"/>
                </ns0:lnTo>
                <ns0:lnTo>
                  <ns0:pt x="1284480" y="320087"/>
                </ns0:lnTo>
                <ns0:lnTo>
                  <ns0:pt x="1283040" y="320885"/>
                </ns0:lnTo>
                <ns0:lnTo>
                  <ns0:pt x="1281600" y="321174"/>
                </ns0:lnTo>
                <ns0:lnTo>
                  <ns0:pt x="1280160" y="320432"/>
                </ns0:lnTo>
                <ns0:lnTo>
                  <ns0:pt x="1278720" y="318948"/>
                </ns0:lnTo>
                <ns0:lnTo>
                  <ns0:pt x="1277280" y="317780"/>
                </ns0:lnTo>
                <ns0:lnTo>
                  <ns0:pt x="1275840" y="317697"/>
                </ns0:lnTo>
                <ns0:lnTo>
                  <ns0:pt x="1274400" y="319246"/>
                </ns0:lnTo>
                <ns0:lnTo>
                  <ns0:pt x="1272960" y="322969"/>
                </ns0:lnTo>
                <ns0:lnTo>
                  <ns0:pt x="1271520" y="329576"/>
                </ns0:lnTo>
                <ns0:lnTo>
                  <ns0:pt x="1270080" y="339596"/>
                </ns0:lnTo>
                <ns0:lnTo>
                  <ns0:pt x="1268640" y="353245"/>
                </ns0:lnTo>
                <ns0:lnTo>
                  <ns0:pt x="1267200" y="369304"/>
                </ns0:lnTo>
                <ns0:lnTo>
                  <ns0:pt x="1265760" y="385107"/>
                </ns0:lnTo>
                <ns0:lnTo>
                  <ns0:pt x="1264320" y="394558"/>
                </ns0:lnTo>
                <ns0:lnTo>
                  <ns0:pt x="1262880" y="394873"/>
                </ns0:lnTo>
                <ns0:lnTo>
                  <ns0:pt x="1261440" y="387566"/>
                </ns0:lnTo>
                <ns0:lnTo>
                  <ns0:pt x="1260000" y="376483"/>
                </ns0:lnTo>
                <ns0:lnTo>
                  <ns0:pt x="1258560" y="365277"/>
                </ns0:lnTo>
                <ns0:lnTo>
                  <ns0:pt x="1257120" y="355075"/>
                </ns0:lnTo>
                <ns0:lnTo>
                  <ns0:pt x="1255680" y="346056"/>
                </ns0:lnTo>
                <ns0:lnTo>
                  <ns0:pt x="1254240" y="338439"/>
                </ns0:lnTo>
                <ns0:lnTo>
                  <ns0:pt x="1252800" y="332365"/>
                </ns0:lnTo>
                <ns0:lnTo>
                  <ns0:pt x="1251360" y="327707"/>
                </ns0:lnTo>
                <ns0:lnTo>
                  <ns0:pt x="1249920" y="324107"/>
                </ns0:lnTo>
                <ns0:lnTo>
                  <ns0:pt x="1248480" y="321403"/>
                </ns0:lnTo>
                <ns0:lnTo>
                  <ns0:pt x="1247040" y="319765"/>
                </ns0:lnTo>
                <ns0:lnTo>
                  <ns0:pt x="1245600" y="319492"/>
                </ns0:lnTo>
                <ns0:lnTo>
                  <ns0:pt x="1244160" y="320562"/>
                </ns0:lnTo>
                <ns0:lnTo>
                  <ns0:pt x="1242720" y="322299"/>
                </ns0:lnTo>
                <ns0:lnTo>
                  <ns0:pt x="1241280" y="323430"/>
                </ns0:lnTo>
                <ns0:lnTo>
                  <ns0:pt x="1239840" y="323203"/>
                </ns0:lnTo>
                <ns0:lnTo>
                  <ns0:pt x="1238400" y="321880"/>
                </ns0:lnTo>
                <ns0:lnTo>
                  <ns0:pt x="1236960" y="320451"/>
                </ns0:lnTo>
                <ns0:lnTo>
                  <ns0:pt x="1235520" y="319832"/>
                </ns0:lnTo>
                <ns0:lnTo>
                  <ns0:pt x="1234080" y="320856"/>
                </ns0:lnTo>
                <ns0:lnTo>
                  <ns0:pt x="1232640" y="324039"/>
                </ns0:lnTo>
                <ns0:lnTo>
                  <ns0:pt x="1231200" y="329950"/>
                </ns0:lnTo>
                <ns0:lnTo>
                  <ns0:pt x="1229760" y="338906"/>
                </ns0:lnTo>
                <ns0:lnTo>
                  <ns0:pt x="1228320" y="351016"/>
                </ns0:lnTo>
                <ns0:lnTo>
                  <ns0:pt x="1226880" y="365560"/>
                </ns0:lnTo>
                <ns0:lnTo>
                  <ns0:pt x="1225440" y="380064"/>
                </ns0:lnTo>
                <ns0:lnTo>
                  <ns0:pt x="1224000" y="389972"/>
                </ns0:lnTo>
                <ns0:lnTo>
                  <ns0:pt x="1222560" y="391173"/>
                </ns0:lnTo>
                <ns0:lnTo>
                  <ns0:pt x="1221120" y="384486"/>
                </ns0:lnTo>
                <ns0:lnTo>
                  <ns0:pt x="1219680" y="374312"/>
                </ns0:lnTo>
                <ns0:lnTo>
                  <ns0:pt x="1218240" y="364393"/>
                </ns0:lnTo>
                <ns0:lnTo>
                  <ns0:pt x="1216800" y="355472"/>
                </ns0:lnTo>
                <ns0:lnTo>
                  <ns0:pt x="1215360" y="347592"/>
                </ns0:lnTo>
                <ns0:lnTo>
                  <ns0:pt x="1213920" y="341114"/>
                </ns0:lnTo>
                <ns0:lnTo>
                  <ns0:pt x="1212480" y="336072"/>
                </ns0:lnTo>
                <ns0:lnTo>
                  <ns0:pt x="1211040" y="332319"/>
                </ns0:lnTo>
                <ns0:lnTo>
                  <ns0:pt x="1209600" y="329501"/>
                </ns0:lnTo>
                <ns0:lnTo>
                  <ns0:pt x="1208160" y="327357"/>
                </ns0:lnTo>
                <ns0:lnTo>
                  <ns0:pt x="1206720" y="325925"/>
                </ns0:lnTo>
                <ns0:lnTo>
                  <ns0:pt x="1205280" y="325461"/>
                </ns0:lnTo>
                <ns0:lnTo>
                  <ns0:pt x="1203840" y="326033"/>
                </ns0:lnTo>
                <ns0:lnTo>
                  <ns0:pt x="1202400" y="327271"/>
                </ns0:lnTo>
                <ns0:lnTo>
                  <ns0:pt x="1200960" y="328297"/>
                </ns0:lnTo>
                <ns0:lnTo>
                  <ns0:pt x="1199520" y="328460"/>
                </ns0:lnTo>
                <ns0:lnTo>
                  <ns0:pt x="1198080" y="327597"/>
                </ns0:lnTo>
                <ns0:lnTo>
                  <ns0:pt x="1196640" y="326439"/>
                </ns0:lnTo>
                <ns0:lnTo>
                  <ns0:pt x="1195200" y="325982"/>
                </ns0:lnTo>
                <ns0:lnTo>
                  <ns0:pt x="1193760" y="326850"/>
                </ns0:lnTo>
                <ns0:lnTo>
                  <ns0:pt x="1192320" y="329538"/>
                </ns0:lnTo>
                <ns0:lnTo>
                  <ns0:pt x="1190880" y="334577"/>
                </ns0:lnTo>
                <ns0:lnTo>
                  <ns0:pt x="1189440" y="342462"/>
                </ns0:lnTo>
                <ns0:lnTo>
                  <ns0:pt x="1188000" y="353750"/>
                </ns0:lnTo>
                <ns0:lnTo>
                  <ns0:pt x="1186560" y="368005"/>
                </ns0:lnTo>
                <ns0:lnTo>
                  <ns0:pt x="1185120" y="382877"/>
                </ns0:lnTo>
                <ns0:lnTo>
                  <ns0:pt x="1183680" y="393385"/>
                </ns0:lnTo>
                <ns0:lnTo>
                  <ns0:pt x="1182240" y="395313"/>
                </ns0:lnTo>
                <ns0:lnTo>
                  <ns0:pt x="1180800" y="389304"/>
                </ns0:lnTo>
                <ns0:lnTo>
                  <ns0:pt x="1179360" y="379110"/>
                </ns0:lnTo>
                <ns0:lnTo>
                  <ns0:pt x="1177920" y="368266"/>
                </ns0:lnTo>
                <ns0:lnTo>
                  <ns0:pt x="1176480" y="358359"/>
                </ns0:lnTo>
                <ns0:lnTo>
                  <ns0:pt x="1175040" y="349589"/>
                </ns0:lnTo>
                <ns0:lnTo>
                  <ns0:pt x="1173600" y="342225"/>
                </ns0:lnTo>
                <ns0:lnTo>
                  <ns0:pt x="1172160" y="336432"/>
                </ns0:lnTo>
                <ns0:lnTo>
                  <ns0:pt x="1170720" y="332151"/>
                </ns0:lnTo>
                <ns0:lnTo>
                  <ns0:pt x="1169280" y="328989"/>
                </ns0:lnTo>
                <ns0:lnTo>
                  <ns0:pt x="1167840" y="326743"/>
                </ns0:lnTo>
                <ns0:lnTo>
                  <ns0:pt x="1166400" y="325301"/>
                </ns0:lnTo>
                <ns0:lnTo>
                  <ns0:pt x="1164960" y="324983"/>
                </ns0:lnTo>
                <ns0:lnTo>
                  <ns0:pt x="1163520" y="325750"/>
                </ns0:lnTo>
                <ns0:lnTo>
                  <ns0:pt x="1162080" y="327084"/>
                </ns0:lnTo>
                <ns0:lnTo>
                  <ns0:pt x="1160640" y="328064"/>
                </ns0:lnTo>
                <ns0:lnTo>
                  <ns0:pt x="1159200" y="327759"/>
                </ns0:lnTo>
                <ns0:lnTo>
                  <ns0:pt x="1157760" y="326352"/>
                </ns0:lnTo>
                <ns0:lnTo>
                  <ns0:pt x="1156320" y="324955"/>
                </ns0:lnTo>
                <ns0:lnTo>
                  <ns0:pt x="1154880" y="324504"/>
                </ns0:lnTo>
                <ns0:lnTo>
                  <ns0:pt x="1153440" y="325754"/>
                </ns0:lnTo>
                <ns0:lnTo>
                  <ns0:pt x="1152000" y="329064"/>
                </ns0:lnTo>
                <ns0:lnTo>
                  <ns0:pt x="1150560" y="334860"/>
                </ns0:lnTo>
                <ns0:lnTo>
                  <ns0:pt x="1149120" y="343328"/>
                </ns0:lnTo>
                <ns0:lnTo>
                  <ns0:pt x="1147680" y="354569"/>
                </ns0:lnTo>
                <ns0:lnTo>
                  <ns0:pt x="1146240" y="367765"/>
                </ns0:lnTo>
                <ns0:lnTo>
                  <ns0:pt x="1144800" y="380659"/>
                </ns0:lnTo>
                <ns0:lnTo>
                  <ns0:pt x="1143360" y="388907"/>
                </ns0:lnTo>
                <ns0:lnTo>
                  <ns0:pt x="1141920" y="388984"/>
                </ns0:lnTo>
                <ns0:lnTo>
                  <ns0:pt x="1140480" y="381614"/>
                </ns0:lnTo>
                <ns0:lnTo>
                  <ns0:pt x="1139040" y="371372"/>
                </ns0:lnTo>
                <ns0:lnTo>
                  <ns0:pt x="1137600" y="361637"/>
                </ns0:lnTo>
                <ns0:lnTo>
                  <ns0:pt x="1136160" y="352945"/>
                </ns0:lnTo>
                <ns0:lnTo>
                  <ns0:pt x="1134720" y="345379"/>
                </ns0:lnTo>
                <ns0:lnTo>
                  <ns0:pt x="1133280" y="339136"/>
                </ns0:lnTo>
                <ns0:lnTo>
                  <ns0:pt x="1131840" y="334238"/>
                </ns0:lnTo>
                <ns0:lnTo>
                  <ns0:pt x="1130400" y="330655"/>
                </ns0:lnTo>
                <ns0:lnTo>
                  <ns0:pt x="1128960" y="327942"/>
                </ns0:lnTo>
                <ns0:lnTo>
                  <ns0:pt x="1127520" y="325838"/>
                </ns0:lnTo>
                <ns0:lnTo>
                  <ns0:pt x="1126080" y="324398"/>
                </ns0:lnTo>
                <ns0:lnTo>
                  <ns0:pt x="1124640" y="324028"/>
                </ns0:lnTo>
                <ns0:lnTo>
                  <ns0:pt x="1123200" y="324754"/>
                </ns0:lnTo>
                <ns0:lnTo>
                  <ns0:pt x="1121760" y="326050"/>
                </ns0:lnTo>
                <ns0:lnTo>
                  <ns0:pt x="1120320" y="326943"/>
                </ns0:lnTo>
                <ns0:lnTo>
                  <ns0:pt x="1118880" y="326825"/>
                </ns0:lnTo>
                <ns0:lnTo>
                  <ns0:pt x="1117440" y="325722"/>
                </ns0:lnTo>
                <ns0:lnTo>
                  <ns0:pt x="1116000" y="324538"/>
                </ns0:lnTo>
                <ns0:lnTo>
                  <ns0:pt x="1114560" y="324190"/>
                </ns0:lnTo>
                <ns0:lnTo>
                  <ns0:pt x="1113120" y="325313"/>
                </ns0:lnTo>
                <ns0:lnTo>
                  <ns0:pt x="1111680" y="328420"/>
                </ns0:lnTo>
                <ns0:lnTo>
                  <ns0:pt x="1110240" y="334060"/>
                </ns0:lnTo>
                <ns0:lnTo>
                  <ns0:pt x="1108800" y="342617"/>
                </ns0:lnTo>
                <ns0:lnTo>
                  <ns0:pt x="1107360" y="354349"/>
                </ns0:lnTo>
                <ns0:lnTo>
                  <ns0:pt x="1105920" y="368423"/>
                </ns0:lnTo>
                <ns0:lnTo>
                  <ns0:pt x="1104480" y="381838"/>
                </ns0:lnTo>
                <ns0:lnTo>
                  <ns0:pt x="1103040" y="389384"/>
                </ns0:lnTo>
                <ns0:lnTo>
                  <ns0:pt x="1101600" y="387974"/>
                </ns0:lnTo>
                <ns0:lnTo>
                  <ns0:pt x="1100160" y="379587"/>
                </ns0:lnTo>
                <ns0:lnTo>
                  <ns0:pt x="1098720" y="369690"/>
                </ns0:lnTo>
                <ns0:lnTo>
                  <ns0:pt x="1097280" y="360706"/>
                </ns0:lnTo>
                <ns0:lnTo>
                  <ns0:pt x="1095840" y="352788"/>
                </ns0:lnTo>
                <ns0:lnTo>
                  <ns0:pt x="1094400" y="346094"/>
                </ns0:lnTo>
                <ns0:lnTo>
                  <ns0:pt x="1092960" y="340687"/>
                </ns0:lnTo>
                <ns0:lnTo>
                  <ns0:pt x="1091520" y="336622"/>
                </ns0:lnTo>
                <ns0:lnTo>
                  <ns0:pt x="1090080" y="333687"/>
                </ns0:lnTo>
                <ns0:lnTo>
                  <ns0:pt x="1088640" y="331422"/>
                </ns0:lnTo>
                <ns0:lnTo>
                  <ns0:pt x="1087200" y="329643"/>
                </ns0:lnTo>
                <ns0:lnTo>
                  <ns0:pt x="1085760" y="328542"/>
                </ns0:lnTo>
                <ns0:lnTo>
                  <ns0:pt x="1084320" y="328419"/>
                </ns0:lnTo>
                <ns0:lnTo>
                  <ns0:pt x="1082880" y="329201"/>
                </ns0:lnTo>
                <ns0:lnTo>
                  <ns0:pt x="1081440" y="330373"/>
                </ns0:lnTo>
                <ns0:lnTo>
                  <ns0:pt x="1080000" y="331117"/>
                </ns0:lnTo>
                <ns0:lnTo>
                  <ns0:pt x="1078560" y="330862"/>
                </ns0:lnTo>
                <ns0:lnTo>
                  <ns0:pt x="1077120" y="329826"/>
                </ns0:lnTo>
                <ns0:lnTo>
                  <ns0:pt x="1075680" y="328910"/>
                </ns0:lnTo>
                <ns0:lnTo>
                  <ns0:pt x="1074240" y="328968"/>
                </ns0:lnTo>
                <ns0:lnTo>
                  <ns0:pt x="1072800" y="330570"/>
                </ns0:lnTo>
                <ns0:lnTo>
                  <ns0:pt x="1071360" y="334219"/>
                </ns0:lnTo>
                <ns0:lnTo>
                  <ns0:pt x="1069920" y="340415"/>
                </ns0:lnTo>
                <ns0:lnTo>
                  <ns0:pt x="1068480" y="349616"/>
                </ns0:lnTo>
                <ns0:lnTo>
                  <ns0:pt x="1067040" y="361921"/>
                </ns0:lnTo>
                <ns0:lnTo>
                  <ns0:pt x="1065600" y="375970"/>
                </ns0:lnTo>
                <ns0:lnTo>
                  <ns0:pt x="1064160" y="388523"/>
                </ns0:lnTo>
                <ns0:lnTo>
                  <ns0:pt x="1062720" y="393522"/>
                </ns0:lnTo>
                <ns0:lnTo>
                  <ns0:pt x="1061280" y="389278"/>
                </ns0:lnTo>
                <ns0:lnTo>
                  <ns0:pt x="1059840" y="379052"/>
                </ns0:lnTo>
                <ns0:lnTo>
                  <ns0:pt x="1058400" y="367782"/>
                </ns0:lnTo>
                <ns0:lnTo>
                  <ns0:pt x="1056960" y="357454"/>
                </ns0:lnTo>
                <ns0:lnTo>
                  <ns0:pt x="1055520" y="348352"/>
                </ns0:lnTo>
                <ns0:lnTo>
                  <ns0:pt x="1054080" y="340659"/>
                </ns0:lnTo>
                <ns0:lnTo>
                  <ns0:pt x="1052640" y="334532"/>
                </ns0:lnTo>
                <ns0:lnTo>
                  <ns0:pt x="1051200" y="329987"/>
                </ns0:lnTo>
                <ns0:lnTo>
                  <ns0:pt x="1049760" y="326574"/>
                </ns0:lnTo>
                <ns0:lnTo>
                  <ns0:pt x="1048320" y="324068"/>
                </ns0:lnTo>
                <ns0:lnTo>
                  <ns0:pt x="1046880" y="322320"/>
                </ns0:lnTo>
                <ns0:lnTo>
                  <ns0:pt x="1045440" y="321404"/>
                </ns0:lnTo>
                <ns0:lnTo>
                  <ns0:pt x="1044000" y="321565"/>
                </ns0:lnTo>
                <ns0:lnTo>
                  <ns0:pt x="1042560" y="322604"/>
                </ns0:lnTo>
                <ns0:lnTo>
                  <ns0:pt x="1041120" y="323874"/>
                </ns0:lnTo>
                <ns0:lnTo>
                  <ns0:pt x="1039680" y="324453"/>
                </ns0:lnTo>
                <ns0:lnTo>
                  <ns0:pt x="1038240" y="323811"/>
                </ns0:lnTo>
                <ns0:lnTo>
                  <ns0:pt x="1036800" y="322379"/>
                </ns0:lnTo>
                <ns0:lnTo>
                  <ns0:pt x="1035360" y="321245"/>
                </ns0:lnTo>
                <ns0:lnTo>
                  <ns0:pt x="1033920" y="321369"/>
                </ns0:lnTo>
                <ns0:lnTo>
                  <ns0:pt x="1032480" y="323487"/>
                </ns0:lnTo>
                <ns0:lnTo>
                  <ns0:pt x="1031040" y="328158"/>
                </ns0:lnTo>
                <ns0:lnTo>
                  <ns0:pt x="1029600" y="335923"/>
                </ns0:lnTo>
                <ns0:lnTo>
                  <ns0:pt x="1028160" y="347257"/>
                </ns0:lnTo>
                <ns0:lnTo>
                  <ns0:pt x="1026720" y="362091"/>
                </ns0:lnTo>
                <ns0:lnTo>
                  <ns0:pt x="1025280" y="378960"/>
                </ns0:lnTo>
                <ns0:lnTo>
                  <ns0:pt x="1023840" y="394266"/>
                </ns0:lnTo>
                <ns0:lnTo>
                  <ns0:pt x="1022400" y="402182"/>
                </ns0:lnTo>
                <ns0:lnTo>
                  <ns0:pt x="1020960" y="400500"/>
                </ns0:lnTo>
                <ns0:lnTo>
                  <ns0:pt x="1019520" y="391189"/>
                </ns0:lnTo>
                <ns0:lnTo>
                  <ns0:pt x="1018080" y="379054"/>
                </ns0:lnTo>
                <ns0:lnTo>
                  <ns0:pt x="1016640" y="367393"/>
                </ns0:lnTo>
                <ns0:lnTo>
                  <ns0:pt x="1015200" y="357076"/>
                </ns0:lnTo>
                <ns0:lnTo>
                  <ns0:pt x="1013760" y="348356"/>
                </ns0:lnTo>
                <ns0:lnTo>
                  <ns0:pt x="1012320" y="341172"/>
                </ns0:lnTo>
                <ns0:lnTo>
                  <ns0:pt x="1010880" y="335506"/>
                </ns0:lnTo>
                <ns0:lnTo>
                  <ns0:pt x="1009440" y="331428"/>
                </ns0:lnTo>
                <ns0:lnTo>
                  <ns0:pt x="1008000" y="328522"/>
                </ns0:lnTo>
                <ns0:lnTo>
                  <ns0:pt x="1006560" y="326508"/>
                </ns0:lnTo>
                <ns0:lnTo>
                  <ns0:pt x="1005120" y="325439"/>
                </ns0:lnTo>
                <ns0:lnTo>
                  <ns0:pt x="1003680" y="325415"/>
                </ns0:lnTo>
                <ns0:lnTo>
                  <ns0:pt x="1002240" y="326298"/>
                </ns0:lnTo>
                <ns0:lnTo>
                  <ns0:pt x="1000800" y="327441"/>
                </ns0:lnTo>
                <ns0:lnTo>
                  <ns0:pt x="999360" y="327843"/>
                </ns0:lnTo>
                <ns0:lnTo>
                  <ns0:pt x="997920" y="326975"/>
                </ns0:lnTo>
                <ns0:lnTo>
                  <ns0:pt x="996480" y="325182"/>
                </ns0:lnTo>
                <ns0:lnTo>
                  <ns0:pt x="995040" y="323641"/>
                </ns0:lnTo>
                <ns0:lnTo>
                  <ns0:pt x="993600" y="323335"/>
                </ns0:lnTo>
                <ns0:lnTo>
                  <ns0:pt x="992160" y="324961"/>
                </ns0:lnTo>
                <ns0:lnTo>
                  <ns0:pt x="990720" y="329094"/>
                </ns0:lnTo>
                <ns0:lnTo>
                  <ns0:pt x="989280" y="336271"/>
                </ns0:lnTo>
                <ns0:lnTo>
                  <ns0:pt x="987840" y="346906"/>
                </ns0:lnTo>
                <ns0:lnTo>
                  <ns0:pt x="986400" y="361150"/>
                </ns0:lnTo>
                <ns0:lnTo>
                  <ns0:pt x="984960" y="378268"/>
                </ns0:lnTo>
                <ns0:lnTo>
                  <ns0:pt x="983520" y="395882"/>
                </ns0:lnTo>
                <ns0:lnTo>
                  <ns0:pt x="982080" y="408901"/>
                </ns0:lnTo>
                <ns0:lnTo>
                  <ns0:pt x="980640" y="413200"/>
                </ns0:lnTo>
                <ns0:lnTo>
                  <ns0:pt x="979200" y="408988"/>
                </ns0:lnTo>
                <ns0:lnTo>
                  <ns0:pt x="977760" y="399425"/>
                </ns0:lnTo>
                <ns0:lnTo>
                  <ns0:pt x="976320" y="389101"/>
                </ns0:lnTo>
                <ns0:lnTo>
                  <ns0:pt x="974880" y="379765"/>
                </ns0:lnTo>
                <ns0:lnTo>
                  <ns0:pt x="973440" y="371478"/>
                </ns0:lnTo>
                <ns0:lnTo>
                  <ns0:pt x="972000" y="364400"/>
                </ns0:lnTo>
                <ns0:lnTo>
                  <ns0:pt x="970560" y="358789"/>
                </ns0:lnTo>
                <ns0:lnTo>
                  <ns0:pt x="969120" y="354525"/>
                </ns0:lnTo>
                <ns0:lnTo>
                  <ns0:pt x="967680" y="351383"/>
                </ns0:lnTo>
                <ns0:lnTo>
                  <ns0:pt x="966240" y="349091"/>
                </ns0:lnTo>
                <ns0:lnTo>
                  <ns0:pt x="964800" y="347670"/>
                </ns0:lnTo>
                <ns0:lnTo>
                  <ns0:pt x="963360" y="347323"/>
                </ns0:lnTo>
                <ns0:lnTo>
                  <ns0:pt x="961920" y="348042"/>
                </ns0:lnTo>
                <ns0:lnTo>
                  <ns0:pt x="960480" y="349226"/>
                </ns0:lnTo>
                <ns0:lnTo>
                  <ns0:pt x="959040" y="349715"/>
                </ns0:lnTo>
                <ns0:lnTo>
                  <ns0:pt x="957600" y="348786"/>
                </ns0:lnTo>
                <ns0:lnTo>
                  <ns0:pt x="956160" y="346763"/>
                </ns0:lnTo>
                <ns0:lnTo>
                  <ns0:pt x="954720" y="344828"/>
                </ns0:lnTo>
                <ns0:lnTo>
                  <ns0:pt x="953280" y="344059"/>
                </ns0:lnTo>
                <ns0:lnTo>
                  <ns0:pt x="951840" y="345161"/>
                </ns0:lnTo>
                <ns0:lnTo>
                  <ns0:pt x="950400" y="348631"/>
                </ns0:lnTo>
                <ns0:lnTo>
                  <ns0:pt x="948960" y="354925"/>
                </ns0:lnTo>
                <ns0:lnTo>
                  <ns0:pt x="947520" y="364530"/>
                </ns0:lnTo>
                <ns0:lnTo>
                  <ns0:pt x="946080" y="377906"/>
                </ns0:lnTo>
                <ns0:lnTo>
                  <ns0:pt x="944640" y="395032"/>
                </ns0:lnTo>
                <ns0:lnTo>
                  <ns0:pt x="943200" y="414454"/>
                </ns0:lnTo>
                <ns0:lnTo>
                  <ns0:pt x="941760" y="432952"/>
                </ns0:lnTo>
                <ns0:lnTo>
                  <ns0:pt x="940320" y="445160"/>
                </ns0:lnTo>
                <ns0:lnTo>
                  <ns0:pt x="938880" y="448828"/>
                </ns0:lnTo>
                <ns0:lnTo>
                  <ns0:pt x="937440" y="445244"/>
                </ns0:lnTo>
                <ns0:lnTo>
                  <ns0:pt x="936000" y="437121"/>
                </ns0:lnTo>
                <ns0:lnTo>
                  <ns0:pt x="934560" y="428286"/>
                </ns0:lnTo>
                <ns0:lnTo>
                  <ns0:pt x="933120" y="420275"/>
                </ns0:lnTo>
                <ns0:lnTo>
                  <ns0:pt x="931680" y="413353"/>
                </ns0:lnTo>
                <ns0:lnTo>
                  <ns0:pt x="930240" y="407761"/>
                </ns0:lnTo>
                <ns0:lnTo>
                  <ns0:pt x="928800" y="403447"/>
                </ns0:lnTo>
                <ns0:lnTo>
                  <ns0:pt x="927360" y="400156"/>
                </ns0:lnTo>
                <ns0:lnTo>
                  <ns0:pt x="925920" y="397547"/>
                </ns0:lnTo>
                <ns0:lnTo>
                  <ns0:pt x="924480" y="395653"/>
                </ns0:lnTo>
                <ns0:lnTo>
                  <ns0:pt x="923040" y="394814"/>
                </ns0:lnTo>
                <ns0:lnTo>
                  <ns0:pt x="921600" y="395259"/>
                </ns0:lnTo>
                <ns0:lnTo>
                  <ns0:pt x="920160" y="396666"/>
                </ns0:lnTo>
                <ns0:lnTo>
                  <ns0:pt x="918720" y="397993"/>
                </ns0:lnTo>
                <ns0:lnTo>
                  <ns0:pt x="917280" y="398182"/>
                </ns0:lnTo>
                <ns0:lnTo>
                  <ns0:pt x="915840" y="396959"/>
                </ns0:lnTo>
                <ns0:lnTo>
                  <ns0:pt x="914400" y="395034"/>
                </ns0:lnTo>
                <ns0:lnTo>
                  <ns0:pt x="912960" y="393488"/>
                </ns0:lnTo>
                <ns0:lnTo>
                  <ns0:pt x="911520" y="393384"/>
                </ns0:lnTo>
                <ns0:lnTo>
                  <ns0:pt x="910080" y="395555"/>
                </ns0:lnTo>
                <ns0:lnTo>
                  <ns0:pt x="908640" y="400318"/>
                </ns0:lnTo>
                <ns0:lnTo>
                  <ns0:pt x="907200" y="407886"/>
                </ns0:lnTo>
                <ns0:lnTo>
                  <ns0:pt x="905760" y="418742"/>
                </ns0:lnTo>
                <ns0:lnTo>
                  <ns0:pt x="904320" y="433260"/>
                </ns0:lnTo>
                <ns0:lnTo>
                  <ns0:pt x="902880" y="451032"/>
                </ns0:lnTo>
                <ns0:lnTo>
                  <ns0:pt x="901440" y="470172"/>
                </ns0:lnTo>
                <ns0:lnTo>
                  <ns0:pt x="900000" y="487443"/>
                </ns0:lnTo>
                <ns0:lnTo>
                  <ns0:pt x="898560" y="497751"/>
                </ns0:lnTo>
                <ns0:lnTo>
                  <ns0:pt x="897120" y="499013"/>
                </ns0:lnTo>
                <ns0:lnTo>
                  <ns0:pt x="895680" y="491650"/>
                </ns0:lnTo>
                <ns0:lnTo>
                  <ns0:pt x="894240" y="480764"/>
                </ns0:lnTo>
                <ns0:lnTo>
                  <ns0:pt x="892800" y="469088"/>
                </ns0:lnTo>
                <ns0:lnTo>
                  <ns0:pt x="891360" y="458490"/>
                </ns0:lnTo>
                <ns0:lnTo>
                  <ns0:pt x="889920" y="449445"/>
                </ns0:lnTo>
                <ns0:lnTo>
                  <ns0:pt x="888480" y="442105"/>
                </ns0:lnTo>
                <ns0:lnTo>
                  <ns0:pt x="887040" y="436388"/>
                </ns0:lnTo>
                <ns0:lnTo>
                  <ns0:pt x="885600" y="431973"/>
                </ns0:lnTo>
                <ns0:lnTo>
                  <ns0:pt x="884160" y="428677"/>
                </ns0:lnTo>
                <ns0:lnTo>
                  <ns0:pt x="882720" y="426533"/>
                </ns0:lnTo>
                <ns0:lnTo>
                  <ns0:pt x="881280" y="420000"/>
                </ns0:lnTo>
                <ns0:lnTo>
                  <ns0:pt x="879840" y="413922"/>
                </ns0:lnTo>
                <ns0:lnTo>
                  <ns0:pt x="878400" y="408689"/>
                </ns0:lnTo>
                <ns0:lnTo>
                  <ns0:pt x="876960" y="404533"/>
                </ns0:lnTo>
                <ns0:lnTo>
                  <ns0:pt x="875520" y="401412"/>
                </ns0:lnTo>
                <ns0:lnTo>
                  <ns0:pt x="874080" y="398648"/>
                </ns0:lnTo>
                <ns0:lnTo>
                  <ns0:pt x="872640" y="395854"/>
                </ns0:lnTo>
                <ns0:lnTo>
                  <ns0:pt x="871200" y="392756"/>
                </ns0:lnTo>
                <ns0:lnTo>
                  <ns0:pt x="869760" y="389009"/>
                </ns0:lnTo>
                <ns0:lnTo>
                  <ns0:pt x="868320" y="384290"/>
                </ns0:lnTo>
                <ns0:lnTo>
                  <ns0:pt x="866880" y="378414"/>
                </ns0:lnTo>
                <ns0:lnTo>
                  <ns0:pt x="865440" y="371924"/>
                </ns0:lnTo>
                <ns0:lnTo>
                  <ns0:pt x="864000" y="701853"/>
                </ns0:lnTo>
                <ns0:lnTo>
                  <ns0:pt x="862560" y="684314"/>
                </ns0:lnTo>
                <ns0:lnTo>
                  <ns0:pt x="861120" y="662540"/>
                </ns0:lnTo>
                <ns0:lnTo>
                  <ns0:pt x="859680" y="637066"/>
                </ns0:lnTo>
                <ns0:lnTo>
                  <ns0:pt x="858240" y="608217"/>
                </ns0:lnTo>
                <ns0:lnTo>
                  <ns0:pt x="856800" y="576961"/>
                </ns0:lnTo>
                <ns0:lnTo>
                  <ns0:pt x="855360" y="545557"/>
                </ns0:lnTo>
                <ns0:lnTo>
                  <ns0:pt x="853920" y="515986"/>
                </ns0:lnTo>
                <ns0:lnTo>
                  <ns0:pt x="852480" y="490935"/>
                </ns0:lnTo>
                <ns0:lnTo>
                  <ns0:pt x="851040" y="472085"/>
                </ns0:lnTo>
                <ns0:lnTo>
                  <ns0:pt x="849600" y="459538"/>
                </ns0:lnTo>
                <ns0:lnTo>
                  <ns0:pt x="848160" y="451965"/>
                </ns0:lnTo>
                <ns0:lnTo>
                  <ns0:pt x="846720" y="448253"/>
                </ns0:lnTo>
                <ns0:lnTo>
                  <ns0:pt x="845280" y="442433"/>
                </ns0:lnTo>
                <ns0:lnTo>
                  <ns0:pt x="843840" y="437947"/>
                </ns0:lnTo>
                <ns0:lnTo>
                  <ns0:pt x="842400" y="434467"/>
                </ns0:lnTo>
                <ns0:lnTo>
                  <ns0:pt x="840960" y="432322"/>
                </ns0:lnTo>
                <ns0:lnTo>
                  <ns0:pt x="839520" y="431776"/>
                </ns0:lnTo>
                <ns0:lnTo>
                  <ns0:pt x="838080" y="432731"/>
                </ns0:lnTo>
                <ns0:lnTo>
                  <ns0:pt x="836640" y="434505"/>
                </ns0:lnTo>
                <ns0:lnTo>
                  <ns0:pt x="835200" y="436012"/>
                </ns0:lnTo>
                <ns0:lnTo>
                  <ns0:pt x="833760" y="436209"/>
                </ns0:lnTo>
                <ns0:lnTo>
                  <ns0:pt x="832320" y="434925"/>
                </ns0:lnTo>
                <ns0:lnTo>
                  <ns0:pt x="830880" y="433161"/>
                </ns0:lnTo>
                <ns0:lnTo>
                  <ns0:pt x="829440" y="432123"/>
                </ns0:lnTo>
                <ns0:lnTo>
                  <ns0:pt x="828000" y="432711"/>
                </ns0:lnTo>
                <ns0:lnTo>
                  <ns0:pt x="826560" y="435079"/>
                </ns0:lnTo>
                <ns0:lnTo>
                  <ns0:pt x="825120" y="439312"/>
                </ns0:lnTo>
                <ns0:lnTo>
                  <ns0:pt x="823680" y="445580"/>
                </ns0:lnTo>
                <ns0:lnTo>
                  <ns0:pt x="822240" y="454174"/>
                </ns0:lnTo>
                <ns0:lnTo>
                  <ns0:pt x="820800" y="465454"/>
                </ns0:lnTo>
                <ns0:lnTo>
                  <ns0:pt x="819360" y="478332"/>
                </ns0:lnTo>
                <ns0:lnTo>
                  <ns0:pt x="817920" y="491050"/>
                </ns0:lnTo>
                <ns0:lnTo>
                  <ns0:pt x="816480" y="499989"/>
                </ns0:lnTo>
                <ns0:lnTo>
                  <ns0:pt x="815040" y="501752"/>
                </ns0:lnTo>
                <ns0:lnTo>
                  <ns0:pt x="813600" y="495589"/>
                </ns0:lnTo>
                <ns0:lnTo>
                  <ns0:pt x="812160" y="484002"/>
                </ns0:lnTo>
                <ns0:lnTo>
                  <ns0:pt x="810720" y="471603"/>
                </ns0:lnTo>
                <ns0:lnTo>
                  <ns0:pt x="809280" y="460567"/>
                </ns0:lnTo>
                <ns0:lnTo>
                  <ns0:pt x="807840" y="451155"/>
                </ns0:lnTo>
                <ns0:lnTo>
                  <ns0:pt x="806400" y="443717"/>
                </ns0:lnTo>
                <ns0:lnTo>
                  <ns0:pt x="804960" y="438031"/>
                </ns0:lnTo>
                <ns0:lnTo>
                  <ns0:pt x="803520" y="433577"/>
                </ns0:lnTo>
                <ns0:lnTo>
                  <ns0:pt x="802080" y="430091"/>
                </ns0:lnTo>
                <ns0:lnTo>
                  <ns0:pt x="800640" y="427656"/>
                </ns0:lnTo>
                <ns0:lnTo>
                  <ns0:pt x="799200" y="426409"/>
                </ns0:lnTo>
                <ns0:lnTo>
                  <ns0:pt x="797760" y="426541"/>
                </ns0:lnTo>
                <ns0:lnTo>
                  <ns0:pt x="796320" y="427736"/>
                </ns0:lnTo>
                <ns0:lnTo>
                  <ns0:pt x="794880" y="429238"/>
                </ns0:lnTo>
                <ns0:lnTo>
                  <ns0:pt x="793440" y="430089"/>
                </ns0:lnTo>
                <ns0:lnTo>
                  <ns0:pt x="792000" y="429607"/>
                </ns0:lnTo>
                <ns0:lnTo>
                  <ns0:pt x="790560" y="428250"/>
                </ns0:lnTo>
                <ns0:lnTo>
                  <ns0:pt x="789120" y="427000"/>
                </ns0:lnTo>
                <ns0:lnTo>
                  <ns0:pt x="787680" y="426821"/>
                </ns0:lnTo>
                <ns0:lnTo>
                  <ns0:pt x="786240" y="428369"/>
                </ns0:lnTo>
                <ns0:lnTo>
                  <ns0:pt x="784800" y="431603"/>
                </ns0:lnTo>
                <ns0:lnTo>
                  <ns0:pt x="783360" y="436936"/>
                </ns0:lnTo>
                <ns0:lnTo>
                  <ns0:pt x="781920" y="444789"/>
                </ns0:lnTo>
                <ns0:lnTo>
                  <ns0:pt x="780480" y="455702"/>
                </ns0:lnTo>
                <ns0:lnTo>
                  <ns0:pt x="779040" y="469349"/>
                </ns0:lnTo>
                <ns0:lnTo>
                  <ns0:pt x="777600" y="484446"/>
                </ns0:lnTo>
                <ns0:lnTo>
                  <ns0:pt x="776160" y="498295"/>
                </ns0:lnTo>
                <ns0:lnTo>
                  <ns0:pt x="774720" y="505758"/>
                </ns0:lnTo>
                <ns0:lnTo>
                  <ns0:pt x="773280" y="504799"/>
                </ns0:lnTo>
                <ns0:lnTo>
                  <ns0:pt x="771840" y="496690"/>
                </ns0:lnTo>
                <ns0:lnTo>
                  <ns0:pt x="770400" y="484693"/>
                </ns0:lnTo>
                <ns0:lnTo>
                  <ns0:pt x="768960" y="472676"/>
                </ns0:lnTo>
                <ns0:lnTo>
                  <ns0:pt x="767520" y="462126"/>
                </ns0:lnTo>
                <ns0:lnTo>
                  <ns0:pt x="766080" y="453319"/>
                </ns0:lnTo>
                <ns0:lnTo>
                  <ns0:pt x="764640" y="446294"/>
                </ns0:lnTo>
                <ns0:lnTo>
                  <ns0:pt x="763200" y="440749"/>
                </ns0:lnTo>
                <ns0:lnTo>
                  <ns0:pt x="761760" y="436585"/>
                </ns0:lnTo>
                <ns0:lnTo>
                  <ns0:pt x="760320" y="433399"/>
                </ns0:lnTo>
                <ns0:lnTo>
                  <ns0:pt x="758880" y="431474"/>
                </ns0:lnTo>
                <ns0:lnTo>
                  <ns0:pt x="757440" y="431026"/>
                </ns0:lnTo>
                <ns0:lnTo>
                  <ns0:pt x="756000" y="431907"/>
                </ns0:lnTo>
                <ns0:lnTo>
                  <ns0:pt x="754560" y="433423"/>
                </ns0:lnTo>
                <ns0:lnTo>
                  <ns0:pt x="753120" y="434549"/>
                </ns0:lnTo>
                <ns0:lnTo>
                  <ns0:pt x="751680" y="434780"/>
                </ns0:lnTo>
                <ns0:lnTo>
                  <ns0:pt x="750240" y="433228"/>
                </ns0:lnTo>
                <ns0:lnTo>
                  <ns0:pt x="748800" y="431352"/>
                </ns0:lnTo>
                <ns0:lnTo>
                  <ns0:pt x="747360" y="430453"/>
                </ns0:lnTo>
                <ns0:lnTo>
                  <ns0:pt x="745920" y="431193"/>
                </ns0:lnTo>
                <ns0:lnTo>
                  <ns0:pt x="744480" y="433655"/>
                </ns0:lnTo>
                <ns0:lnTo>
                  <ns0:pt x="743040" y="438080"/>
                </ns0:lnTo>
                <ns0:lnTo>
                  <ns0:pt x="741600" y="444601"/>
                </ns0:lnTo>
                <ns0:lnTo>
                  <ns0:pt x="740160" y="453600"/>
                </ns0:lnTo>
                <ns0:lnTo>
                  <ns0:pt x="738720" y="465313"/>
                </ns0:lnTo>
                <ns0:lnTo>
                  <ns0:pt x="737280" y="478930"/>
                </ns0:lnTo>
                <ns0:lnTo>
                  <ns0:pt x="735840" y="492618"/>
                </ns0:lnTo>
                <ns0:lnTo>
                  <ns0:pt x="734400" y="502920"/>
                </ns0:lnTo>
                <ns0:lnTo>
                  <ns0:pt x="732960" y="505853"/>
                </ns0:lnTo>
                <ns0:lnTo>
                  <ns0:pt x="731520" y="501138"/>
                </ns0:lnTo>
                <ns0:lnTo>
                  <ns0:pt x="730080" y="491343"/>
                </ns0:lnTo>
                <ns0:lnTo>
                  <ns0:pt x="728640" y="479985"/>
                </ns0:lnTo>
                <ns0:lnTo>
                  <ns0:pt x="727200" y="469795"/>
                </ns0:lnTo>
                <ns0:lnTo>
                  <ns0:pt x="725760" y="460941"/>
                </ns0:lnTo>
                <ns0:lnTo>
                  <ns0:pt x="724320" y="453926"/>
                </ns0:lnTo>
                <ns0:lnTo>
                  <ns0:pt x="722880" y="448487"/>
                </ns0:lnTo>
                <ns0:lnTo>
                  <ns0:pt x="721440" y="444303"/>
                </ns0:lnTo>
                <ns0:lnTo>
                  <ns0:pt x="720000" y="441025"/>
                </ns0:lnTo>
                <ns0:lnTo>
                  <ns0:pt x="718560" y="438745"/>
                </ns0:lnTo>
                <ns0:lnTo>
                  <ns0:pt x="717120" y="437740"/>
                </ns0:lnTo>
                <ns0:lnTo>
                  <ns0:pt x="715680" y="437868"/>
                </ns0:lnTo>
                <ns0:lnTo>
                  <ns0:pt x="714240" y="439229"/>
                </ns0:lnTo>
                <ns0:lnTo>
                  <ns0:pt x="712800" y="440715"/>
                </ns0:lnTo>
                <ns0:lnTo>
                  <ns0:pt x="711360" y="441261"/>
                </ns0:lnTo>
                <ns0:lnTo>
                  <ns0:pt x="709920" y="440357"/>
                </ns0:lnTo>
                <ns0:lnTo>
                  <ns0:pt x="708480" y="438694"/>
                </ns0:lnTo>
                <ns0:lnTo>
                  <ns0:pt x="707040" y="437388"/>
                </ns0:lnTo>
                <ns0:lnTo>
                  <ns0:pt x="705600" y="437405"/>
                </ns0:lnTo>
                <ns0:lnTo>
                  <ns0:pt x="704160" y="439222"/>
                </ns0:lnTo>
                <ns0:lnTo>
                  <ns0:pt x="702720" y="442904"/>
                </ns0:lnTo>
                <ns0:lnTo>
                  <ns0:pt x="701280" y="448691"/>
                </ns0:lnTo>
                <ns0:lnTo>
                  <ns0:pt x="699840" y="457007"/>
                </ns0:lnTo>
                <ns0:lnTo>
                  <ns0:pt x="698400" y="468329"/>
                </ns0:lnTo>
                <ns0:lnTo>
                  <ns0:pt x="696960" y="482348"/>
                </ns0:lnTo>
                <ns0:lnTo>
                  <ns0:pt x="695520" y="497774"/>
                </ns0:lnTo>
                <ns0:lnTo>
                  <ns0:pt x="694080" y="511789"/>
                </ns0:lnTo>
                <ns0:lnTo>
                  <ns0:pt x="692640" y="520259"/>
                </ns0:lnTo>
                <ns0:lnTo>
                  <ns0:pt x="691200" y="520624"/>
                </ns0:lnTo>
                <ns0:lnTo>
                  <ns0:pt x="689760" y="514040"/>
                </ns0:lnTo>
                <ns0:lnTo>
                  <ns0:pt x="688320" y="503063"/>
                </ns0:lnTo>
                <ns0:lnTo>
                  <ns0:pt x="686880" y="491658"/>
                </ns0:lnTo>
                <ns0:lnTo>
                  <ns0:pt x="685440" y="481557"/>
                </ns0:lnTo>
                <ns0:lnTo>
                  <ns0:pt x="684000" y="473090"/>
                </ns0:lnTo>
                <ns0:lnTo>
                  <ns0:pt x="682560" y="466475"/>
                </ns0:lnTo>
                <ns0:lnTo>
                  <ns0:pt x="681120" y="461267"/>
                </ns0:lnTo>
                <ns0:lnTo>
                  <ns0:pt x="679680" y="457168"/>
                </ns0:lnTo>
                <ns0:lnTo>
                  <ns0:pt x="678240" y="454154"/>
                </ns0:lnTo>
                <ns0:lnTo>
                  <ns0:pt x="676800" y="452369"/>
                </ns0:lnTo>
                <ns0:lnTo>
                  <ns0:pt x="675360" y="451973"/>
                </ns0:lnTo>
                <ns0:lnTo>
                  <ns0:pt x="673920" y="452880"/>
                </ns0:lnTo>
                <ns0:lnTo>
                  <ns0:pt x="672480" y="454420"/>
                </ns0:lnTo>
                <ns0:lnTo>
                  <ns0:pt x="671040" y="455605"/>
                </ns0:lnTo>
                <ns0:lnTo>
                  <ns0:pt x="669600" y="455485"/>
                </ns0:lnTo>
                <ns0:lnTo>
                  <ns0:pt x="668160" y="454070"/>
                </ns0:lnTo>
                <ns0:lnTo>
                  <ns0:pt x="666720" y="452311"/>
                </ns0:lnTo>
                <ns0:lnTo>
                  <ns0:pt x="665280" y="451263"/>
                </ns0:lnTo>
                <ns0:lnTo>
                  <ns0:pt x="663840" y="451752"/>
                </ns0:lnTo>
                <ns0:lnTo>
                  <ns0:pt x="662400" y="454265"/>
                </ns0:lnTo>
                <ns0:lnTo>
                  <ns0:pt x="660960" y="458908"/>
                </ns0:lnTo>
                <ns0:lnTo>
                  <ns0:pt x="659520" y="465975"/>
                </ns0:lnTo>
                <ns0:lnTo>
                  <ns0:pt x="658080" y="475939"/>
                </ns0:lnTo>
                <ns0:lnTo>
                  <ns0:pt x="656640" y="489197"/>
                </ns0:lnTo>
                <ns0:lnTo>
                  <ns0:pt x="655200" y="505294"/>
                </ns0:lnTo>
                <ns0:lnTo>
                  <ns0:pt x="653760" y="522702"/>
                </ns0:lnTo>
                <ns0:lnTo>
                  <ns0:pt x="652320" y="538950"/>
                </ns0:lnTo>
                <ns0:lnTo>
                  <ns0:pt x="650880" y="549610"/>
                </ns0:lnTo>
                <ns0:lnTo>
                  <ns0:pt x="649440" y="552458"/>
                </ns0:lnTo>
                <ns0:lnTo>
                  <ns0:pt x="648000" y="548154"/>
                </ns0:lnTo>
                <ns0:lnTo>
                  <ns0:pt x="646560" y="538323"/>
                </ns0:lnTo>
                <ns0:lnTo>
                  <ns0:pt x="645120" y="526079"/>
                </ns0:lnTo>
                <ns0:lnTo>
                  <ns0:pt x="643680" y="514342"/>
                </ns0:lnTo>
                <ns0:lnTo>
                  <ns0:pt x="642240" y="504335"/>
                </ns0:lnTo>
                <ns0:lnTo>
                  <ns0:pt x="640800" y="496248"/>
                </ns0:lnTo>
                <ns0:lnTo>
                  <ns0:pt x="639360" y="489821"/>
                </ns0:lnTo>
                <ns0:lnTo>
                  <ns0:pt x="637920" y="484795"/>
                </ns0:lnTo>
                <ns0:lnTo>
                  <ns0:pt x="636480" y="481137"/>
                </ns0:lnTo>
                <ns0:lnTo>
                  <ns0:pt x="635040" y="478884"/>
                </ns0:lnTo>
                <ns0:lnTo>
                  <ns0:pt x="633600" y="478296"/>
                </ns0:lnTo>
                <ns0:lnTo>
                  <ns0:pt x="632160" y="479183"/>
                </ns0:lnTo>
                <ns0:lnTo>
                  <ns0:pt x="630720" y="480874"/>
                </ns0:lnTo>
                <ns0:lnTo>
                  <ns0:pt x="629280" y="482255"/>
                </ns0:lnTo>
                <ns0:lnTo>
                  <ns0:pt x="627840" y="482448"/>
                </ns0:lnTo>
                <ns0:lnTo>
                  <ns0:pt x="626400" y="481006"/>
                </ns0:lnTo>
                <ns0:lnTo>
                  <ns0:pt x="624960" y="478915"/>
                </ns0:lnTo>
                <ns0:lnTo>
                  <ns0:pt x="623520" y="477305"/>
                </ns0:lnTo>
                <ns0:lnTo>
                  <ns0:pt x="622080" y="477085"/>
                </ns0:lnTo>
                <ns0:lnTo>
                  <ns0:pt x="620640" y="478836"/>
                </ns0:lnTo>
                <ns0:lnTo>
                  <ns0:pt x="619200" y="482919"/>
                </ns0:lnTo>
                <ns0:lnTo>
                  <ns0:pt x="617760" y="489456"/>
                </ns0:lnTo>
                <ns0:lnTo>
                  <ns0:pt x="616320" y="498649"/>
                </ns0:lnTo>
                <ns0:lnTo>
                  <ns0:pt x="614880" y="510527"/>
                </ns0:lnTo>
                <ns0:lnTo>
                  <ns0:pt x="613440" y="524782"/>
                </ns0:lnTo>
                <ns0:lnTo>
                  <ns0:pt x="612000" y="540360"/>
                </ns0:lnTo>
                <ns0:lnTo>
                  <ns0:pt x="610560" y="555419"/>
                </ns0:lnTo>
                <ns0:lnTo>
                  <ns0:pt x="609120" y="567247"/>
                </ns0:lnTo>
                <ns0:lnTo>
                  <ns0:pt x="607680" y="572855"/>
                </ns0:lnTo>
                <ns0:lnTo>
                  <ns0:pt x="606240" y="571268"/>
                </ns0:lnTo>
                <ns0:lnTo>
                  <ns0:pt x="604800" y="563841"/>
                </ns0:lnTo>
                <ns0:lnTo>
                  <ns0:pt x="603360" y="552901"/>
                </ns0:lnTo>
                <ns0:lnTo>
                  <ns0:pt x="601920" y="541201"/>
                </ns0:lnTo>
                <ns0:lnTo>
                  <ns0:pt x="600480" y="530910"/>
                </ns0:lnTo>
                <ns0:lnTo>
                  <ns0:pt x="599040" y="522497"/>
                </ns0:lnTo>
                <ns0:lnTo>
                  <ns0:pt x="597600" y="515635"/>
                </ns0:lnTo>
                <ns0:lnTo>
                  <ns0:pt x="596160" y="510166"/>
                </ns0:lnTo>
                <ns0:lnTo>
                  <ns0:pt x="594720" y="506024"/>
                </ns0:lnTo>
                <ns0:lnTo>
                  <ns0:pt x="593280" y="503072"/>
                </ns0:lnTo>
                <ns0:lnTo>
                  <ns0:pt x="591840" y="501566"/>
                </ns0:lnTo>
                <ns0:lnTo>
                  <ns0:pt x="590400" y="501587"/>
                </ns0:lnTo>
                <ns0:lnTo>
                  <ns0:pt x="588960" y="502785"/>
                </ns0:lnTo>
                <ns0:lnTo>
                  <ns0:pt x="587520" y="504444"/>
                </ns0:lnTo>
                <ns0:lnTo>
                  <ns0:pt x="586080" y="505690"/>
                </ns0:lnTo>
                <ns0:lnTo>
                  <ns0:pt x="584640" y="505909"/>
                </ns0:lnTo>
                <ns0:lnTo>
                  <ns0:pt x="583200" y="504941"/>
                </ns0:lnTo>
                <ns0:lnTo>
                  <ns0:pt x="581760" y="503620"/>
                </ns0:lnTo>
                <ns0:lnTo>
                  <ns0:pt x="580320" y="502804"/>
                </ns0:lnTo>
                <ns0:lnTo>
                  <ns0:pt x="578880" y="503264"/>
                </ns0:lnTo>
                <ns0:lnTo>
                  <ns0:pt x="577440" y="505587"/>
                </ns0:lnTo>
                <ns0:lnTo>
                  <ns0:pt x="576000" y="510259"/>
                </ns0:lnTo>
                <ns0:lnTo>
                  <ns0:pt x="574560" y="517672"/>
                </ns0:lnTo>
                <ns0:lnTo>
                  <ns0:pt x="573120" y="528005"/>
                </ns0:lnTo>
                <ns0:lnTo>
                  <ns0:pt x="571680" y="541283"/>
                </ns0:lnTo>
                <ns0:lnTo>
                  <ns0:pt x="570240" y="556714"/>
                </ns0:lnTo>
                <ns0:lnTo>
                  <ns0:pt x="568800" y="573044"/>
                </ns0:lnTo>
                <ns0:lnTo>
                  <ns0:pt x="567360" y="588255"/>
                </ns0:lnTo>
                <ns0:lnTo>
                  <ns0:pt x="565920" y="599471"/>
                </ns0:lnTo>
                <ns0:lnTo>
                  <ns0:pt x="564480" y="604106"/>
                </ns0:lnTo>
                <ns0:lnTo>
                  <ns0:pt x="563040" y="602054"/>
                </ns0:lnTo>
                <ns0:lnTo>
                  <ns0:pt x="561600" y="594451"/>
                </ns0:lnTo>
                <ns0:lnTo>
                  <ns0:pt x="560160" y="583384"/>
                </ns0:lnTo>
                <ns0:lnTo>
                  <ns0:pt x="558720" y="571126"/>
                </ns0:lnTo>
                <ns0:lnTo>
                  <ns0:pt x="557280" y="559255"/>
                </ns0:lnTo>
                <ns0:lnTo>
                  <ns0:pt x="555840" y="549157"/>
                </ns0:lnTo>
                <ns0:lnTo>
                  <ns0:pt x="554400" y="540803"/>
                </ns0:lnTo>
                <ns0:lnTo>
                  <ns0:pt x="552960" y="534051"/>
                </ns0:lnTo>
                <ns0:lnTo>
                  <ns0:pt x="551520" y="528952"/>
                </ns0:lnTo>
                <ns0:lnTo>
                  <ns0:pt x="550080" y="525769"/>
                </ns0:lnTo>
                <ns0:lnTo>
                  <ns0:pt x="548640" y="524430"/>
                </ns0:lnTo>
                <ns0:lnTo>
                  <ns0:pt x="547200" y="524756"/>
                </ns0:lnTo>
                <ns0:lnTo>
                  <ns0:pt x="545760" y="526137"/>
                </ns0:lnTo>
                <ns0:lnTo>
                  <ns0:pt x="544320" y="527780"/>
                </ns0:lnTo>
                <ns0:lnTo>
                  <ns0:pt x="542880" y="528888"/>
                </ns0:lnTo>
                <ns0:lnTo>
                  <ns0:pt x="541440" y="528942"/>
                </ns0:lnTo>
                <ns0:lnTo>
                  <ns0:pt x="540000" y="527838"/>
                </ns0:lnTo>
                <ns0:lnTo>
                  <ns0:pt x="538560" y="526474"/>
                </ns0:lnTo>
                <ns0:lnTo>
                  <ns0:pt x="537120" y="525661"/>
                </ns0:lnTo>
                <ns0:lnTo>
                  <ns0:pt x="535680" y="526016"/>
                </ns0:lnTo>
                <ns0:lnTo>
                  <ns0:pt x="534240" y="528107"/>
                </ns0:lnTo>
                <ns0:lnTo>
                  <ns0:pt x="532800" y="532258"/>
                </ns0:lnTo>
                <ns0:lnTo>
                  <ns0:pt x="531360" y="538787"/>
                </ns0:lnTo>
                <ns0:lnTo>
                  <ns0:pt x="529920" y="547611"/>
                </ns0:lnTo>
                <ns0:lnTo>
                  <ns0:pt x="528480" y="558611"/>
                </ns0:lnTo>
                <ns0:lnTo>
                  <ns0:pt x="527040" y="570934"/>
                </ns0:lnTo>
                <ns0:lnTo>
                  <ns0:pt x="525600" y="583910"/>
                </ns0:lnTo>
                <ns0:lnTo>
                  <ns0:pt x="524160" y="596051"/>
                </ns0:lnTo>
                <ns0:lnTo>
                  <ns0:pt x="522720" y="605654"/>
                </ns0:lnTo>
                <ns0:lnTo>
                  <ns0:pt x="521280" y="611205"/>
                </ns0:lnTo>
                <ns0:lnTo>
                  <ns0:pt x="519840" y="611520"/>
                </ns0:lnTo>
                <ns0:lnTo>
                  <ns0:pt x="518400" y="607286"/>
                </ns0:lnTo>
                <ns0:lnTo>
                  <ns0:pt x="516960" y="600015"/>
                </ns0:lnTo>
                <ns0:lnTo>
                  <ns0:pt x="515520" y="591098"/>
                </ns0:lnTo>
                <ns0:lnTo>
                  <ns0:pt x="514080" y="581467"/>
                </ns0:lnTo>
                <ns0:lnTo>
                  <ns0:pt x="512640" y="572016"/>
                </ns0:lnTo>
                <ns0:lnTo>
                  <ns0:pt x="511200" y="563469"/>
                </ns0:lnTo>
                <ns0:lnTo>
                  <ns0:pt x="509760" y="556264"/>
                </ns0:lnTo>
                <ns0:lnTo>
                  <ns0:pt x="508320" y="550768"/>
                </ns0:lnTo>
                <ns0:lnTo>
                  <ns0:pt x="506880" y="547324"/>
                </ns0:lnTo>
                <ns0:lnTo>
                  <ns0:pt x="505440" y="545879"/>
                </ns0:lnTo>
                <ns0:lnTo>
                  <ns0:pt x="504000" y="546181"/>
                </ns0:lnTo>
                <ns0:lnTo>
                  <ns0:pt x="502560" y="547507"/>
                </ns0:lnTo>
                <ns0:lnTo>
                  <ns0:pt x="501120" y="549013"/>
                </ns0:lnTo>
                <ns0:lnTo>
                  <ns0:pt x="499680" y="549845"/>
                </ns0:lnTo>
                <ns0:lnTo>
                  <ns0:pt x="498240" y="549556"/>
                </ns0:lnTo>
                <ns0:lnTo>
                  <ns0:pt x="496800" y="548226"/>
                </ns0:lnTo>
                <ns0:lnTo>
                  <ns0:pt x="495360" y="546551"/>
                </ns0:lnTo>
                <ns0:lnTo>
                  <ns0:pt x="493920" y="545421"/>
                </ns0:lnTo>
                <ns0:lnTo>
                  <ns0:pt x="492480" y="545454"/>
                </ns0:lnTo>
                <ns0:lnTo>
                  <ns0:pt x="491040" y="547331"/>
                </ns0:lnTo>
                <ns0:lnTo>
                  <ns0:pt x="489600" y="551336"/>
                </ns0:lnTo>
                <ns0:lnTo>
                  <ns0:pt x="488160" y="557606"/>
                </ns0:lnTo>
                <ns0:lnTo>
                  <ns0:pt x="486720" y="566059"/>
                </ns0:lnTo>
                <ns0:lnTo>
                  <ns0:pt x="485280" y="576204"/>
                </ns0:lnTo>
                <ns0:lnTo>
                  <ns0:pt x="483840" y="587607"/>
                </ns0:lnTo>
                <ns0:lnTo>
                  <ns0:pt x="482400" y="598782"/>
                </ns0:lnTo>
                <ns0:lnTo>
                  <ns0:pt x="480960" y="609089"/>
                </ns0:lnTo>
                <ns0:lnTo>
                  <ns0:pt x="479520" y="617300"/>
                </ns0:lnTo>
                <ns0:lnTo>
                  <ns0:pt x="478080" y="622491"/>
                </ns0:lnTo>
                <ns0:lnTo>
                  <ns0:pt x="476640" y="624073"/>
                </ns0:lnTo>
                <ns0:lnTo>
                  <ns0:pt x="475200" y="622015"/>
                </ns0:lnTo>
                <ns0:lnTo>
                  <ns0:pt x="473760" y="617035"/>
                </ns0:lnTo>
                <ns0:lnTo>
                  <ns0:pt x="472320" y="610110"/>
                </ns0:lnTo>
                <ns0:lnTo>
                  <ns0:pt x="470880" y="602119"/>
                </ns0:lnTo>
                <ns0:lnTo>
                  <ns0:pt x="469440" y="593893"/>
                </ns0:lnTo>
                <ns0:lnTo>
                  <ns0:pt x="468000" y="586169"/>
                </ns0:lnTo>
                <ns0:lnTo>
                  <ns0:pt x="466560" y="579535"/>
                </ns0:lnTo>
                <ns0:lnTo>
                  <ns0:pt x="465120" y="574428"/>
                </ns0:lnTo>
                <ns0:lnTo>
                  <ns0:pt x="463680" y="570797"/>
                </ns0:lnTo>
                <ns0:lnTo>
                  <ns0:pt x="462240" y="568876"/>
                </ns0:lnTo>
                <ns0:lnTo>
                  <ns0:pt x="460800" y="568626"/>
                </ns0:lnTo>
                <ns0:lnTo>
                  <ns0:pt x="459360" y="569564"/>
                </ns0:lnTo>
                <ns0:lnTo>
                  <ns0:pt x="457920" y="571123"/>
                </ns0:lnTo>
                <ns0:lnTo>
                  <ns0:pt x="456480" y="572636"/>
                </ns0:lnTo>
                <ns0:lnTo>
                  <ns0:pt x="455040" y="573536"/>
                </ns0:lnTo>
                <ns0:lnTo>
                  <ns0:pt x="453600" y="573604"/>
                </ns0:lnTo>
                <ns0:lnTo>
                  <ns0:pt x="452160" y="573036"/>
                </ns0:lnTo>
                <ns0:lnTo>
                  <ns0:pt x="450720" y="572375"/>
                </ns0:lnTo>
                <ns0:lnTo>
                  <ns0:pt x="449280" y="572202"/>
                </ns0:lnTo>
                <ns0:lnTo>
                  <ns0:pt x="447840" y="572974"/>
                </ns0:lnTo>
                <ns0:lnTo>
                  <ns0:pt x="446400" y="575564"/>
                </ns0:lnTo>
                <ns0:lnTo>
                  <ns0:pt x="444960" y="579930"/>
                </ns0:lnTo>
                <ns0:lnTo>
                  <ns0:pt x="443520" y="586257"/>
                </ns0:lnTo>
                <ns0:lnTo>
                  <ns0:pt x="442080" y="594407"/>
                </ns0:lnTo>
                <ns0:lnTo>
                  <ns0:pt x="440640" y="604005"/>
                </ns0:lnTo>
                <ns0:lnTo>
                  <ns0:pt x="439200" y="614213"/>
                </ns0:lnTo>
                <ns0:lnTo>
                  <ns0:pt x="437760" y="624203"/>
                </ns0:lnTo>
                <ns0:lnTo>
                  <ns0:pt x="436320" y="632474"/>
                </ns0:lnTo>
                <ns0:lnTo>
                  <ns0:pt x="434880" y="637877"/>
                </ns0:lnTo>
                <ns0:lnTo>
                  <ns0:pt x="433440" y="639728"/>
                </ns0:lnTo>
                <ns0:lnTo>
                  <ns0:pt x="432000" y="637717"/>
                </ns0:lnTo>
                <ns0:lnTo>
                  <ns0:pt x="430560" y="632147"/>
                </ns0:lnTo>
                <ns0:lnTo>
                  <ns0:pt x="429120" y="623890"/>
                </ns0:lnTo>
                <ns0:lnTo>
                  <ns0:pt x="427680" y="614584"/>
                </ns0:lnTo>
                <ns0:lnTo>
                  <ns0:pt x="426240" y="605247"/>
                </ns0:lnTo>
                <ns0:lnTo>
                  <ns0:pt x="424800" y="596549"/>
                </ns0:lnTo>
                <ns0:lnTo>
                  <ns0:pt x="423360" y="589330"/>
                </ns0:lnTo>
                <ns0:lnTo>
                  <ns0:pt x="421920" y="583797"/>
                </ns0:lnTo>
                <ns0:lnTo>
                  <ns0:pt x="420480" y="579811"/>
                </ns0:lnTo>
                <ns0:lnTo>
                  <ns0:pt x="419040" y="577486"/>
                </ns0:lnTo>
                <ns0:lnTo>
                  <ns0:pt x="417600" y="576694"/>
                </ns0:lnTo>
                <ns0:lnTo>
                  <ns0:pt x="416160" y="577122"/>
                </ns0:lnTo>
                <ns0:lnTo>
                  <ns0:pt x="414720" y="578207"/>
                </ns0:lnTo>
                <ns0:lnTo>
                  <ns0:pt x="413280" y="579396"/>
                </ns0:lnTo>
                <ns0:lnTo>
                  <ns0:pt x="411840" y="580092"/>
                </ns0:lnTo>
                <ns0:lnTo>
                  <ns0:pt x="410400" y="580009"/>
                </ns0:lnTo>
                <ns0:lnTo>
                  <ns0:pt x="408960" y="579242"/>
                </ns0:lnTo>
                <ns0:lnTo>
                  <ns0:pt x="407520" y="578202"/>
                </ns0:lnTo>
                <ns0:lnTo>
                  <ns0:pt x="406080" y="577427"/>
                </ns0:lnTo>
                <ns0:lnTo>
                  <ns0:pt x="404640" y="577484"/>
                </ns0:lnTo>
                <ns0:lnTo>
                  <ns0:pt x="403200" y="578845"/>
                </ns0:lnTo>
                <ns0:lnTo>
                  <ns0:pt x="401760" y="581668"/>
                </ns0:lnTo>
                <ns0:lnTo>
                  <ns0:pt x="400320" y="586323"/>
                </ns0:lnTo>
                <ns0:lnTo>
                  <ns0:pt x="398880" y="592694"/>
                </ns0:lnTo>
                <ns0:lnTo>
                  <ns0:pt x="397440" y="600472"/>
                </ns0:lnTo>
                <ns0:lnTo>
                  <ns0:pt x="396000" y="609204"/>
                </ns0:lnTo>
                <ns0:lnTo>
                  <ns0:pt x="394560" y="618453"/>
                </ns0:lnTo>
                <ns0:lnTo>
                  <ns0:pt x="393120" y="627473"/>
                </ns0:lnTo>
                <ns0:lnTo>
                  <ns0:pt x="391680" y="635306"/>
                </ns0:lnTo>
                <ns0:lnTo>
                  <ns0:pt x="390240" y="640768"/>
                </ns0:lnTo>
                <ns0:lnTo>
                  <ns0:pt x="388800" y="643298"/>
                </ns0:lnTo>
                <ns0:lnTo>
                  <ns0:pt x="387360" y="642438"/>
                </ns0:lnTo>
                <ns0:lnTo>
                  <ns0:pt x="385920" y="638726"/>
                </ns0:lnTo>
                <ns0:lnTo>
                  <ns0:pt x="384480" y="633290"/>
                </ns0:lnTo>
                <ns0:lnTo>
                  <ns0:pt x="383040" y="626728"/>
                </ns0:lnTo>
                <ns0:lnTo>
                  <ns0:pt x="381600" y="619749"/>
                </ns0:lnTo>
                <ns0:lnTo>
                  <ns0:pt x="380160" y="613085"/>
                </ns0:lnTo>
                <ns0:lnTo>
                  <ns0:pt x="378720" y="607123"/>
                </ns0:lnTo>
                <ns0:lnTo>
                  <ns0:pt x="377280" y="602285"/>
                </ns0:lnTo>
                <ns0:lnTo>
                  <ns0:pt x="375840" y="598802"/>
                </ns0:lnTo>
                <ns0:lnTo>
                  <ns0:pt x="374400" y="596763"/>
                </ns0:lnTo>
                <ns0:lnTo>
                  <ns0:pt x="372960" y="596104"/>
                </ns0:lnTo>
                <ns0:lnTo>
                  <ns0:pt x="371520" y="596569"/>
                </ns0:lnTo>
                <ns0:lnTo>
                  <ns0:pt x="370080" y="597729"/>
                </ns0:lnTo>
                <ns0:lnTo>
                  <ns0:pt x="368640" y="599052"/>
                </ns0:lnTo>
                <ns0:lnTo>
                  <ns0:pt x="367200" y="600000"/>
                </ns0:lnTo>
                <ns0:lnTo>
                  <ns0:pt x="365760" y="600239"/>
                </ns0:lnTo>
                <ns0:lnTo>
                  <ns0:pt x="364320" y="599788"/>
                </ns0:lnTo>
                <ns0:lnTo>
                  <ns0:pt x="362880" y="599008"/>
                </ns0:lnTo>
                <ns0:lnTo>
                  <ns0:pt x="361440" y="598436"/>
                </ns0:lnTo>
                <ns0:lnTo>
                  <ns0:pt x="360000" y="598615"/>
                </ns0:lnTo>
                <ns0:lnTo>
                  <ns0:pt x="358560" y="599972"/>
                </ns0:lnTo>
                <ns0:lnTo>
                  <ns0:pt x="357120" y="602701"/>
                </ns0:lnTo>
                <ns0:lnTo>
                  <ns0:pt x="355680" y="606804"/>
                </ns0:lnTo>
                <ns0:lnTo>
                  <ns0:pt x="354240" y="612128"/>
                </ns0:lnTo>
                <ns0:lnTo>
                  <ns0:pt x="352800" y="618266"/>
                </ns0:lnTo>
                <ns0:lnTo>
                  <ns0:pt x="351360" y="624751"/>
                </ns0:lnTo>
                <ns0:lnTo>
                  <ns0:pt x="349920" y="631094"/>
                </ns0:lnTo>
                <ns0:lnTo>
                  <ns0:pt x="348480" y="636805"/>
                </ns0:lnTo>
                <ns0:lnTo>
                  <ns0:pt x="347040" y="641570"/>
                </ns0:lnTo>
                <ns0:lnTo>
                  <ns0:pt x="345600" y="645110"/>
                </ns0:lnTo>
                <ns0:lnTo>
                  <ns0:pt x="344160" y="647117"/>
                </ns0:lnTo>
                <ns0:lnTo>
                  <ns0:pt x="342720" y="647772"/>
                </ns0:lnTo>
                <ns0:lnTo>
                  <ns0:pt x="341280" y="647232"/>
                </ns0:lnTo>
                <ns0:lnTo>
                  <ns0:pt x="339840" y="645829"/>
                </ns0:lnTo>
                <ns0:lnTo>
                  <ns0:pt x="338400" y="643903"/>
                </ns0:lnTo>
                <ns0:lnTo>
                  <ns0:pt x="336960" y="641758"/>
                </ns0:lnTo>
                <ns0:lnTo>
                  <ns0:pt x="335520" y="639632"/>
                </ns0:lnTo>
                <ns0:lnTo>
                  <ns0:pt x="334080" y="637721"/>
                </ns0:lnTo>
                <ns0:lnTo>
                  <ns0:pt x="332640" y="636198"/>
                </ns0:lnTo>
                <ns0:lnTo>
                  <ns0:pt x="331200" y="635178"/>
                </ns0:lnTo>
                <ns0:lnTo>
                  <ns0:pt x="329760" y="634728"/>
                </ns0:lnTo>
                <ns0:lnTo>
                  <ns0:pt x="328320" y="634852"/>
                </ns0:lnTo>
                <ns0:lnTo>
                  <ns0:pt x="326880" y="635481"/>
                </ns0:lnTo>
                <ns0:lnTo>
                  <ns0:pt x="325440" y="636466"/>
                </ns0:lnTo>
                <ns0:lnTo>
                  <ns0:pt x="324000" y="637571"/>
                </ns0:lnTo>
                <ns0:lnTo>
                  <ns0:pt x="322560" y="638467"/>
                </ns0:lnTo>
                <ns0:lnTo>
                  <ns0:pt x="321120" y="639007"/>
                </ns0:lnTo>
                <ns0:lnTo>
                  <ns0:pt x="319680" y="639146"/>
                </ns0:lnTo>
                <ns0:lnTo>
                  <ns0:pt x="318240" y="639137"/>
                </ns0:lnTo>
                <ns0:lnTo>
                  <ns0:pt x="316800" y="639356"/>
                </ns0:lnTo>
                <ns0:lnTo>
                  <ns0:pt x="315360" y="640135"/>
                </ns0:lnTo>
                <ns0:lnTo>
                  <ns0:pt x="313920" y="641652"/>
                </ns0:lnTo>
                <ns0:lnTo>
                  <ns0:pt x="312480" y="644128"/>
                </ns0:lnTo>
                <ns0:lnTo>
                  <ns0:pt x="311040" y="647885"/>
                </ns0:lnTo>
                <ns0:lnTo>
                  <ns0:pt x="309600" y="653105"/>
                </ns0:lnTo>
                <ns0:lnTo>
                  <ns0:pt x="308160" y="659126"/>
                </ns0:lnTo>
                <ns0:lnTo>
                  <ns0:pt x="306720" y="665628"/>
                </ns0:lnTo>
                <ns0:lnTo>
                  <ns0:pt x="305280" y="671623"/>
                </ns0:lnTo>
                <ns0:lnTo>
                  <ns0:pt x="303840" y="677691"/>
                </ns0:lnTo>
                <ns0:lnTo>
                  <ns0:pt x="302400" y="683448"/>
                </ns0:lnTo>
                <ns0:lnTo>
                  <ns0:pt x="300960" y="688512"/>
                </ns0:lnTo>
                <ns0:lnTo>
                  <ns0:pt x="299520" y="692607"/>
                </ns0:lnTo>
                <ns0:lnTo>
                  <ns0:pt x="298080" y="695579"/>
                </ns0:lnTo>
                <ns0:lnTo>
                  <ns0:pt x="296640" y="697364"/>
                </ns0:lnTo>
                <ns0:lnTo>
                  <ns0:pt x="295200" y="698109"/>
                </ns0:lnTo>
                <ns0:lnTo>
                  <ns0:pt x="293760" y="698059"/>
                </ns0:lnTo>
                <ns0:lnTo>
                  <ns0:pt x="292320" y="697474"/>
                </ns0:lnTo>
                <ns0:lnTo>
                  <ns0:pt x="290880" y="696549"/>
                </ns0:lnTo>
                <ns0:lnTo>
                  <ns0:pt x="289440" y="695441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5" name="wz (rad/s)"/>
          <ns0:cNvSpPr txBox="1"/>
          <ns0:nvPr/>
        </ns0:nvSpPr>
        <ns0:spPr>
          <ns0:xfrm xmlns:ns0="http://schemas.openxmlformats.org/drawingml/2006/main">
            <ns0:off x="4464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26" name="Isaac Sim / PhysX wz native data chart"/>
          <ns0:cNvGraphicFramePr/>
          <ns0:nvPr/>
        </ns0:nvGraphicFramePr>
        <ns0:xfrm>
          <ns0:off xmlns:ns0="http://schemas.openxmlformats.org/drawingml/2006/main" x="4500000" y="161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0="http://schemas.openxmlformats.org/officeDocument/2006/relationships" ns10:id="rId103"/>
          </ns0:graphicData>
        </ns0:graphic>
      </ns0:graphicFrame>
      <ns0:sp>
        <ns0:nvSpPr>
          <ns0:cNvPr id="27" name="MuJoCo vx CWC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66575"/>
                </ns0:lnTo>
                <ns0:lnTo>
                  <ns0:pt x="207771" y="959695"/>
                </ns0:lnTo>
                <ns0:lnTo>
                  <ns0:pt x="208800" y="955593"/>
                </ns0:lnTo>
                <ns0:lnTo>
                  <ns0:pt x="209829" y="954766"/>
                </ns0:lnTo>
                <ns0:lnTo>
                  <ns0:pt x="210857" y="956302"/>
                </ns0:lnTo>
                <ns0:lnTo>
                  <ns0:pt x="211886" y="958836"/>
                </ns0:lnTo>
                <ns0:lnTo>
                  <ns0:pt x="212914" y="959951"/>
                </ns0:lnTo>
                <ns0:lnTo>
                  <ns0:pt x="213943" y="958929"/>
                </ns0:lnTo>
                <ns0:lnTo>
                  <ns0:pt x="214971" y="956306"/>
                </ns0:lnTo>
                <ns0:lnTo>
                  <ns0:pt x="216000" y="952802"/>
                </ns0:lnTo>
                <ns0:lnTo>
                  <ns0:pt x="217029" y="949179"/>
                </ns0:lnTo>
                <ns0:lnTo>
                  <ns0:pt x="218057" y="946001"/>
                </ns0:lnTo>
                <ns0:lnTo>
                  <ns0:pt x="219086" y="943354"/>
                </ns0:lnTo>
                <ns0:lnTo>
                  <ns0:pt x="220114" y="933602"/>
                </ns0:lnTo>
                <ns0:lnTo>
                  <ns0:pt x="221143" y="921387"/>
                </ns0:lnTo>
                <ns0:lnTo>
                  <ns0:pt x="222171" y="906928"/>
                </ns0:lnTo>
                <ns0:lnTo>
                  <ns0:pt x="223200" y="893185"/>
                </ns0:lnTo>
                <ns0:lnTo>
                  <ns0:pt x="224229" y="881796"/>
                </ns0:lnTo>
                <ns0:lnTo>
                  <ns0:pt x="225257" y="873088"/>
                </ns0:lnTo>
                <ns0:lnTo>
                  <ns0:pt x="226286" y="866662"/>
                </ns0:lnTo>
                <ns0:lnTo>
                  <ns0:pt x="227314" y="862105"/>
                </ns0:lnTo>
                <ns0:lnTo>
                  <ns0:pt x="228343" y="859430"/>
                </ns0:lnTo>
                <ns0:lnTo>
                  <ns0:pt x="229371" y="858070"/>
                </ns0:lnTo>
                <ns0:lnTo>
                  <ns0:pt x="230400" y="857282"/>
                </ns0:lnTo>
                <ns0:lnTo>
                  <ns0:pt x="231429" y="856482"/>
                </ns0:lnTo>
                <ns0:lnTo>
                  <ns0:pt x="232457" y="854789"/>
                </ns0:lnTo>
                <ns0:lnTo>
                  <ns0:pt x="233486" y="850783"/>
                </ns0:lnTo>
                <ns0:lnTo>
                  <ns0:pt x="234514" y="842842"/>
                </ns0:lnTo>
                <ns0:lnTo>
                  <ns0:pt x="235543" y="830265"/>
                </ns0:lnTo>
                <ns0:lnTo>
                  <ns0:pt x="236571" y="813242"/>
                </ns0:lnTo>
                <ns0:lnTo>
                  <ns0:pt x="237600" y="792320"/>
                </ns0:lnTo>
                <ns0:lnTo>
                  <ns0:pt x="238629" y="770448"/>
                </ns0:lnTo>
                <ns0:lnTo>
                  <ns0:pt x="239657" y="749910"/>
                </ns0:lnTo>
                <ns0:lnTo>
                  <ns0:pt x="240686" y="732269"/>
                </ns0:lnTo>
                <ns0:lnTo>
                  <ns0:pt x="241714" y="719263"/>
                </ns0:lnTo>
                <ns0:lnTo>
                  <ns0:pt x="242743" y="711953"/>
                </ns0:lnTo>
                <ns0:lnTo>
                  <ns0:pt x="243771" y="710423"/>
                </ns0:lnTo>
                <ns0:lnTo>
                  <ns0:pt x="244800" y="711312"/>
                </ns0:lnTo>
                <ns0:lnTo>
                  <ns0:pt x="245829" y="712658"/>
                </ns0:lnTo>
                <ns0:lnTo>
                  <ns0:pt x="246857" y="713565"/>
                </ns0:lnTo>
                <ns0:lnTo>
                  <ns0:pt x="247886" y="714617"/>
                </ns0:lnTo>
                <ns0:lnTo>
                  <ns0:pt x="248914" y="715616"/>
                </ns0:lnTo>
                <ns0:lnTo>
                  <ns0:pt x="249943" y="716202"/>
                </ns0:lnTo>
                <ns0:lnTo>
                  <ns0:pt x="250971" y="716999"/>
                </ns0:lnTo>
                <ns0:lnTo>
                  <ns0:pt x="252000" y="718659"/>
                </ns0:lnTo>
                <ns0:lnTo>
                  <ns0:pt x="253029" y="721185"/>
                </ns0:lnTo>
                <ns0:lnTo>
                  <ns0:pt x="254057" y="724581"/>
                </ns0:lnTo>
                <ns0:lnTo>
                  <ns0:pt x="255086" y="728973"/>
                </ns0:lnTo>
                <ns0:lnTo>
                  <ns0:pt x="256114" y="733733"/>
                </ns0:lnTo>
                <ns0:lnTo>
                  <ns0:pt x="257143" y="737928"/>
                </ns0:lnTo>
                <ns0:lnTo>
                  <ns0:pt x="258171" y="741298"/>
                </ns0:lnTo>
                <ns0:lnTo>
                  <ns0:pt x="259200" y="743577"/>
                </ns0:lnTo>
                <ns0:lnTo>
                  <ns0:pt x="260229" y="745028"/>
                </ns0:lnTo>
                <ns0:lnTo>
                  <ns0:pt x="261257" y="745190"/>
                </ns0:lnTo>
                <ns0:lnTo>
                  <ns0:pt x="262286" y="744279"/>
                </ns0:lnTo>
                <ns0:lnTo>
                  <ns0:pt x="263314" y="743357"/>
                </ns0:lnTo>
                <ns0:lnTo>
                  <ns0:pt x="264343" y="743129"/>
                </ns0:lnTo>
                <ns0:lnTo>
                  <ns0:pt x="265371" y="743319"/>
                </ns0:lnTo>
                <ns0:lnTo>
                  <ns0:pt x="266400" y="743370"/>
                </ns0:lnTo>
                <ns0:lnTo>
                  <ns0:pt x="267429" y="742560"/>
                </ns0:lnTo>
                <ns0:lnTo>
                  <ns0:pt x="268457" y="741467"/>
                </ns0:lnTo>
                <ns0:lnTo>
                  <ns0:pt x="269486" y="740249"/>
                </ns0:lnTo>
                <ns0:lnTo>
                  <ns0:pt x="270514" y="739489"/>
                </ns0:lnTo>
                <ns0:lnTo>
                  <ns0:pt x="271543" y="739060"/>
                </ns0:lnTo>
                <ns0:lnTo>
                  <ns0:pt x="272571" y="738803"/>
                </ns0:lnTo>
                <ns0:lnTo>
                  <ns0:pt x="273600" y="738420"/>
                </ns0:lnTo>
                <ns0:lnTo>
                  <ns0:pt x="274629" y="738151"/>
                </ns0:lnTo>
                <ns0:lnTo>
                  <ns0:pt x="275657" y="738288"/>
                </ns0:lnTo>
                <ns0:lnTo>
                  <ns0:pt x="276686" y="738315"/>
                </ns0:lnTo>
                <ns0:lnTo>
                  <ns0:pt x="277714" y="737824"/>
                </ns0:lnTo>
                <ns0:lnTo>
                  <ns0:pt x="278743" y="736683"/>
                </ns0:lnTo>
                <ns0:lnTo>
                  <ns0:pt x="279771" y="734744"/>
                </ns0:lnTo>
                <ns0:lnTo>
                  <ns0:pt x="280800" y="731595"/>
                </ns0:lnTo>
                <ns0:lnTo>
                  <ns0:pt x="281829" y="727301"/>
                </ns0:lnTo>
                <ns0:lnTo>
                  <ns0:pt x="282857" y="722541"/>
                </ns0:lnTo>
                <ns0:lnTo>
                  <ns0:pt x="283886" y="717376"/>
                </ns0:lnTo>
                <ns0:lnTo>
                  <ns0:pt x="284914" y="712422"/>
                </ns0:lnTo>
                <ns0:lnTo>
                  <ns0:pt x="285943" y="707307"/>
                </ns0:lnTo>
                <ns0:lnTo>
                  <ns0:pt x="286971" y="703546"/>
                </ns0:lnTo>
                <ns0:lnTo>
                  <ns0:pt x="288000" y="701739"/>
                </ns0:lnTo>
                <ns0:lnTo>
                  <ns0:pt x="289029" y="701152"/>
                </ns0:lnTo>
                <ns0:lnTo>
                  <ns0:pt x="290057" y="700824"/>
                </ns0:lnTo>
                <ns0:lnTo>
                  <ns0:pt x="291086" y="700612"/>
                </ns0:lnTo>
                <ns0:lnTo>
                  <ns0:pt x="292114" y="700807"/>
                </ns0:lnTo>
                <ns0:lnTo>
                  <ns0:pt x="293143" y="701657"/>
                </ns0:lnTo>
                <ns0:lnTo>
                  <ns0:pt x="294171" y="702945"/>
                </ns0:lnTo>
                <ns0:lnTo>
                  <ns0:pt x="295200" y="705006"/>
                </ns0:lnTo>
                <ns0:lnTo>
                  <ns0:pt x="296229" y="706939"/>
                </ns0:lnTo>
                <ns0:lnTo>
                  <ns0:pt x="297257" y="707969"/>
                </ns0:lnTo>
                <ns0:lnTo>
                  <ns0:pt x="298286" y="708338"/>
                </ns0:lnTo>
                <ns0:lnTo>
                  <ns0:pt x="299314" y="708585"/>
                </ns0:lnTo>
                <ns0:lnTo>
                  <ns0:pt x="300343" y="708442"/>
                </ns0:lnTo>
                <ns0:lnTo>
                  <ns0:pt x="301371" y="708239"/>
                </ns0:lnTo>
                <ns0:lnTo>
                  <ns0:pt x="302400" y="708740"/>
                </ns0:lnTo>
                <ns0:lnTo>
                  <ns0:pt x="303429" y="710700"/>
                </ns0:lnTo>
                <ns0:lnTo>
                  <ns0:pt x="304457" y="713026"/>
                </ns0:lnTo>
                <ns0:lnTo>
                  <ns0:pt x="305486" y="714432"/>
                </ns0:lnTo>
                <ns0:lnTo>
                  <ns0:pt x="306514" y="714773"/>
                </ns0:lnTo>
                <ns0:lnTo>
                  <ns0:pt x="307543" y="714719"/>
                </ns0:lnTo>
                <ns0:lnTo>
                  <ns0:pt x="308571" y="714568"/>
                </ns0:lnTo>
                <ns0:lnTo>
                  <ns0:pt x="309600" y="714725"/>
                </ns0:lnTo>
                <ns0:lnTo>
                  <ns0:pt x="310629" y="714926"/>
                </ns0:lnTo>
                <ns0:lnTo>
                  <ns0:pt x="311657" y="715151"/>
                </ns0:lnTo>
                <ns0:lnTo>
                  <ns0:pt x="312686" y="715321"/>
                </ns0:lnTo>
                <ns0:lnTo>
                  <ns0:pt x="313714" y="715089"/>
                </ns0:lnTo>
                <ns0:lnTo>
                  <ns0:pt x="314743" y="714783"/>
                </ns0:lnTo>
                <ns0:lnTo>
                  <ns0:pt x="315771" y="714219"/>
                </ns0:lnTo>
                <ns0:lnTo>
                  <ns0:pt x="316800" y="713950"/>
                </ns0:lnTo>
                <ns0:lnTo>
                  <ns0:pt x="317829" y="714072"/>
                </ns0:lnTo>
                <ns0:lnTo>
                  <ns0:pt x="318857" y="714291"/>
                </ns0:lnTo>
                <ns0:lnTo>
                  <ns0:pt x="319886" y="713982"/>
                </ns0:lnTo>
                <ns0:lnTo>
                  <ns0:pt x="320914" y="712989"/>
                </ns0:lnTo>
                <ns0:lnTo>
                  <ns0:pt x="321943" y="711718"/>
                </ns0:lnTo>
                <ns0:lnTo>
                  <ns0:pt x="322971" y="710893"/>
                </ns0:lnTo>
                <ns0:lnTo>
                  <ns0:pt x="324000" y="710634"/>
                </ns0:lnTo>
                <ns0:lnTo>
                  <ns0:pt x="325029" y="710589"/>
                </ns0:lnTo>
                <ns0:lnTo>
                  <ns0:pt x="326057" y="710492"/>
                </ns0:lnTo>
                <ns0:lnTo>
                  <ns0:pt x="327086" y="709823"/>
                </ns0:lnTo>
                <ns0:lnTo>
                  <ns0:pt x="328114" y="708648"/>
                </ns0:lnTo>
                <ns0:lnTo>
                  <ns0:pt x="329143" y="706430"/>
                </ns0:lnTo>
                <ns0:lnTo>
                  <ns0:pt x="330171" y="703914"/>
                </ns0:lnTo>
                <ns0:lnTo>
                  <ns0:pt x="331200" y="702719"/>
                </ns0:lnTo>
                <ns0:lnTo>
                  <ns0:pt x="332229" y="702310"/>
                </ns0:lnTo>
                <ns0:lnTo>
                  <ns0:pt x="333257" y="701639"/>
                </ns0:lnTo>
                <ns0:lnTo>
                  <ns0:pt x="334286" y="701051"/>
                </ns0:lnTo>
                <ns0:lnTo>
                  <ns0:pt x="335314" y="700439"/>
                </ns0:lnTo>
                <ns0:lnTo>
                  <ns0:pt x="336343" y="699826"/>
                </ns0:lnTo>
                <ns0:lnTo>
                  <ns0:pt x="337371" y="699104"/>
                </ns0:lnTo>
                <ns0:lnTo>
                  <ns0:pt x="338400" y="698081"/>
                </ns0:lnTo>
                <ns0:lnTo>
                  <ns0:pt x="339429" y="696976"/>
                </ns0:lnTo>
                <ns0:lnTo>
                  <ns0:pt x="340457" y="695735"/>
                </ns0:lnTo>
                <ns0:lnTo>
                  <ns0:pt x="341486" y="694575"/>
                </ns0:lnTo>
                <ns0:lnTo>
                  <ns0:pt x="342514" y="693809"/>
                </ns0:lnTo>
                <ns0:lnTo>
                  <ns0:pt x="343543" y="693562"/>
                </ns0:lnTo>
                <ns0:lnTo>
                  <ns0:pt x="344571" y="693735"/>
                </ns0:lnTo>
                <ns0:lnTo>
                  <ns0:pt x="345600" y="694020"/>
                </ns0:lnTo>
                <ns0:lnTo>
                  <ns0:pt x="346629" y="694360"/>
                </ns0:lnTo>
                <ns0:lnTo>
                  <ns0:pt x="347657" y="694505"/>
                </ns0:lnTo>
                <ns0:lnTo>
                  <ns0:pt x="348686" y="694313"/>
                </ns0:lnTo>
                <ns0:lnTo>
                  <ns0:pt x="349714" y="694264"/>
                </ns0:lnTo>
                <ns0:lnTo>
                  <ns0:pt x="350743" y="694230"/>
                </ns0:lnTo>
                <ns0:lnTo>
                  <ns0:pt x="351771" y="694208"/>
                </ns0:lnTo>
                <ns0:lnTo>
                  <ns0:pt x="352800" y="694205"/>
                </ns0:lnTo>
                <ns0:lnTo>
                  <ns0:pt x="353829" y="694062"/>
                </ns0:lnTo>
                <ns0:lnTo>
                  <ns0:pt x="354857" y="693733"/>
                </ns0:lnTo>
                <ns0:lnTo>
                  <ns0:pt x="355886" y="693003"/>
                </ns0:lnTo>
                <ns0:lnTo>
                  <ns0:pt x="356914" y="691436"/>
                </ns0:lnTo>
                <ns0:lnTo>
                  <ns0:pt x="357943" y="689746"/>
                </ns0:lnTo>
                <ns0:lnTo>
                  <ns0:pt x="358971" y="689057"/>
                </ns0:lnTo>
                <ns0:lnTo>
                  <ns0:pt x="360000" y="688608"/>
                </ns0:lnTo>
                <ns0:lnTo>
                  <ns0:pt x="361029" y="688552"/>
                </ns0:lnTo>
                <ns0:lnTo>
                  <ns0:pt x="362057" y="688535"/>
                </ns0:lnTo>
                <ns0:lnTo>
                  <ns0:pt x="363086" y="688399"/>
                </ns0:lnTo>
                <ns0:lnTo>
                  <ns0:pt x="364114" y="688345"/>
                </ns0:lnTo>
                <ns0:lnTo>
                  <ns0:pt x="365143" y="688952"/>
                </ns0:lnTo>
                <ns0:lnTo>
                  <ns0:pt x="366171" y="691244"/>
                </ns0:lnTo>
                <ns0:lnTo>
                  <ns0:pt x="367200" y="694287"/>
                </ns0:lnTo>
                <ns0:lnTo>
                  <ns0:pt x="368229" y="697358"/>
                </ns0:lnTo>
                <ns0:lnTo>
                  <ns0:pt x="369257" y="699477"/>
                </ns0:lnTo>
                <ns0:lnTo>
                  <ns0:pt x="370286" y="700775"/>
                </ns0:lnTo>
                <ns0:lnTo>
                  <ns0:pt x="371314" y="701165"/>
                </ns0:lnTo>
                <ns0:lnTo>
                  <ns0:pt x="372343" y="701196"/>
                </ns0:lnTo>
                <ns0:lnTo>
                  <ns0:pt x="373371" y="701200"/>
                </ns0:lnTo>
                <ns0:lnTo>
                  <ns0:pt x="374400" y="701200"/>
                </ns0:lnTo>
                <ns0:lnTo>
                  <ns0:pt x="375429" y="701202"/>
                </ns0:lnTo>
                <ns0:lnTo>
                  <ns0:pt x="376457" y="701204"/>
                </ns0:lnTo>
                <ns0:lnTo>
                  <ns0:pt x="377486" y="701221"/>
                </ns0:lnTo>
                <ns0:lnTo>
                  <ns0:pt x="378514" y="701345"/>
                </ns0:lnTo>
                <ns0:lnTo>
                  <ns0:pt x="379543" y="701732"/>
                </ns0:lnTo>
                <ns0:lnTo>
                  <ns0:pt x="380571" y="702003"/>
                </ns0:lnTo>
                <ns0:lnTo>
                  <ns0:pt x="381600" y="701909"/>
                </ns0:lnTo>
                <ns0:lnTo>
                  <ns0:pt x="382629" y="701553"/>
                </ns0:lnTo>
                <ns0:lnTo>
                  <ns0:pt x="383657" y="701474"/>
                </ns0:lnTo>
                <ns0:lnTo>
                  <ns0:pt x="384686" y="701456"/>
                </ns0:lnTo>
                <ns0:lnTo>
                  <ns0:pt x="385714" y="701469"/>
                </ns0:lnTo>
                <ns0:lnTo>
                  <ns0:pt x="386743" y="701510"/>
                </ns0:lnTo>
                <ns0:lnTo>
                  <ns0:pt x="387771" y="701560"/>
                </ns0:lnTo>
                <ns0:lnTo>
                  <ns0:pt x="388800" y="701583"/>
                </ns0:lnTo>
                <ns0:lnTo>
                  <ns0:pt x="389829" y="701582"/>
                </ns0:lnTo>
                <ns0:lnTo>
                  <ns0:pt x="390857" y="701498"/>
                </ns0:lnTo>
                <ns0:lnTo>
                  <ns0:pt x="391886" y="700658"/>
                </ns0:lnTo>
                <ns0:lnTo>
                  <ns0:pt x="392914" y="699278"/>
                </ns0:lnTo>
                <ns0:lnTo>
                  <ns0:pt x="393943" y="697656"/>
                </ns0:lnTo>
                <ns0:lnTo>
                  <ns0:pt x="394971" y="696872"/>
                </ns0:lnTo>
                <ns0:lnTo>
                  <ns0:pt x="396000" y="697163"/>
                </ns0:lnTo>
                <ns0:lnTo>
                  <ns0:pt x="397029" y="698119"/>
                </ns0:lnTo>
                <ns0:lnTo>
                  <ns0:pt x="398057" y="699448"/>
                </ns0:lnTo>
                <ns0:lnTo>
                  <ns0:pt x="399086" y="700576"/>
                </ns0:lnTo>
                <ns0:lnTo>
                  <ns0:pt x="400114" y="701340"/>
                </ns0:lnTo>
                <ns0:lnTo>
                  <ns0:pt x="401143" y="701779"/>
                </ns0:lnTo>
                <ns0:lnTo>
                  <ns0:pt x="402171" y="701934"/>
                </ns0:lnTo>
                <ns0:lnTo>
                  <ns0:pt x="403200" y="702001"/>
                </ns0:lnTo>
                <ns0:lnTo>
                  <ns0:pt x="404229" y="701962"/>
                </ns0:lnTo>
                <ns0:lnTo>
                  <ns0:pt x="405257" y="701725"/>
                </ns0:lnTo>
                <ns0:lnTo>
                  <ns0:pt x="406286" y="701409"/>
                </ns0:lnTo>
                <ns0:lnTo>
                  <ns0:pt x="407314" y="701305"/>
                </ns0:lnTo>
                <ns0:lnTo>
                  <ns0:pt x="408343" y="701179"/>
                </ns0:lnTo>
                <ns0:lnTo>
                  <ns0:pt x="409371" y="700951"/>
                </ns0:lnTo>
                <ns0:lnTo>
                  <ns0:pt x="410400" y="700604"/>
                </ns0:lnTo>
                <ns0:lnTo>
                  <ns0:pt x="411429" y="700392"/>
                </ns0:lnTo>
                <ns0:lnTo>
                  <ns0:pt x="412457" y="700723"/>
                </ns0:lnTo>
                <ns0:lnTo>
                  <ns0:pt x="413486" y="701454"/>
                </ns0:lnTo>
                <ns0:lnTo>
                  <ns0:pt x="414514" y="702288"/>
                </ns0:lnTo>
                <ns0:lnTo>
                  <ns0:pt x="415543" y="703288"/>
                </ns0:lnTo>
                <ns0:lnTo>
                  <ns0:pt x="416571" y="703838"/>
                </ns0:lnTo>
                <ns0:lnTo>
                  <ns0:pt x="417600" y="703850"/>
                </ns0:lnTo>
                <ns0:lnTo>
                  <ns0:pt x="418629" y="703353"/>
                </ns0:lnTo>
                <ns0:lnTo>
                  <ns0:pt x="419657" y="702473"/>
                </ns0:lnTo>
                <ns0:lnTo>
                  <ns0:pt x="420686" y="701284"/>
                </ns0:lnTo>
                <ns0:lnTo>
                  <ns0:pt x="421714" y="699496"/>
                </ns0:lnTo>
                <ns0:lnTo>
                  <ns0:pt x="422743" y="697575"/>
                </ns0:lnTo>
                <ns0:lnTo>
                  <ns0:pt x="423771" y="695377"/>
                </ns0:lnTo>
                <ns0:lnTo>
                  <ns0:pt x="424800" y="693299"/>
                </ns0:lnTo>
                <ns0:lnTo>
                  <ns0:pt x="425829" y="691571"/>
                </ns0:lnTo>
                <ns0:lnTo>
                  <ns0:pt x="426857" y="690049"/>
                </ns0:lnTo>
                <ns0:lnTo>
                  <ns0:pt x="427886" y="688984"/>
                </ns0:lnTo>
                <ns0:lnTo>
                  <ns0:pt x="428914" y="688118"/>
                </ns0:lnTo>
                <ns0:lnTo>
                  <ns0:pt x="429943" y="687580"/>
                </ns0:lnTo>
                <ns0:lnTo>
                  <ns0:pt x="430971" y="687397"/>
                </ns0:lnTo>
                <ns0:lnTo>
                  <ns0:pt x="432000" y="687701"/>
                </ns0:lnTo>
                <ns0:lnTo>
                  <ns0:pt x="433029" y="688479"/>
                </ns0:lnTo>
                <ns0:lnTo>
                  <ns0:pt x="434057" y="689927"/>
                </ns0:lnTo>
                <ns0:lnTo>
                  <ns0:pt x="435086" y="692115"/>
                </ns0:lnTo>
                <ns0:lnTo>
                  <ns0:pt x="436114" y="693680"/>
                </ns0:lnTo>
                <ns0:lnTo>
                  <ns0:pt x="437143" y="694624"/>
                </ns0:lnTo>
                <ns0:lnTo>
                  <ns0:pt x="438171" y="694655"/>
                </ns0:lnTo>
                <ns0:lnTo>
                  <ns0:pt x="439200" y="693886"/>
                </ns0:lnTo>
                <ns0:lnTo>
                  <ns0:pt x="440229" y="692748"/>
                </ns0:lnTo>
                <ns0:lnTo>
                  <ns0:pt x="441257" y="691007"/>
                </ns0:lnTo>
                <ns0:lnTo>
                  <ns0:pt x="442286" y="689312"/>
                </ns0:lnTo>
                <ns0:lnTo>
                  <ns0:pt x="443314" y="687920"/>
                </ns0:lnTo>
                <ns0:lnTo>
                  <ns0:pt x="444343" y="687119"/>
                </ns0:lnTo>
                <ns0:lnTo>
                  <ns0:pt x="445371" y="688027"/>
                </ns0:lnTo>
                <ns0:lnTo>
                  <ns0:pt x="446400" y="690535"/>
                </ns0:lnTo>
                <ns0:lnTo>
                  <ns0:pt x="447429" y="693988"/>
                </ns0:lnTo>
                <ns0:lnTo>
                  <ns0:pt x="448457" y="697838"/>
                </ns0:lnTo>
                <ns0:lnTo>
                  <ns0:pt x="449486" y="701810"/>
                </ns0:lnTo>
                <ns0:lnTo>
                  <ns0:pt x="450514" y="704344"/>
                </ns0:lnTo>
                <ns0:lnTo>
                  <ns0:pt x="451543" y="705951"/>
                </ns0:lnTo>
                <ns0:lnTo>
                  <ns0:pt x="452571" y="706905"/>
                </ns0:lnTo>
                <ns0:lnTo>
                  <ns0:pt x="453600" y="707635"/>
                </ns0:lnTo>
                <ns0:lnTo>
                  <ns0:pt x="454629" y="708135"/>
                </ns0:lnTo>
                <ns0:lnTo>
                  <ns0:pt x="455657" y="708578"/>
                </ns0:lnTo>
                <ns0:lnTo>
                  <ns0:pt x="456686" y="708886"/>
                </ns0:lnTo>
                <ns0:lnTo>
                  <ns0:pt x="457714" y="709334"/>
                </ns0:lnTo>
                <ns0:lnTo>
                  <ns0:pt x="458743" y="709885"/>
                </ns0:lnTo>
                <ns0:lnTo>
                  <ns0:pt x="459771" y="710322"/>
                </ns0:lnTo>
                <ns0:lnTo>
                  <ns0:pt x="460800" y="710333"/>
                </ns0:lnTo>
                <ns0:lnTo>
                  <ns0:pt x="461829" y="710721"/>
                </ns0:lnTo>
                <ns0:lnTo>
                  <ns0:pt x="462857" y="711511"/>
                </ns0:lnTo>
                <ns0:lnTo>
                  <ns0:pt x="463886" y="712541"/>
                </ns0:lnTo>
                <ns0:lnTo>
                  <ns0:pt x="464914" y="713180"/>
                </ns0:lnTo>
                <ns0:lnTo>
                  <ns0:pt x="465943" y="713227"/>
                </ns0:lnTo>
                <ns0:lnTo>
                  <ns0:pt x="466971" y="712779"/>
                </ns0:lnTo>
                <ns0:lnTo>
                  <ns0:pt x="468000" y="711936"/>
                </ns0:lnTo>
                <ns0:lnTo>
                  <ns0:pt x="469029" y="711367"/>
                </ns0:lnTo>
                <ns0:lnTo>
                  <ns0:pt x="470057" y="711244"/>
                </ns0:lnTo>
                <ns0:lnTo>
                  <ns0:pt x="471086" y="711433"/>
                </ns0:lnTo>
                <ns0:lnTo>
                  <ns0:pt x="472114" y="710668"/>
                </ns0:lnTo>
                <ns0:lnTo>
                  <ns0:pt x="473143" y="709196"/>
                </ns0:lnTo>
                <ns0:lnTo>
                  <ns0:pt x="474171" y="707303"/>
                </ns0:lnTo>
                <ns0:lnTo>
                  <ns0:pt x="475200" y="704811"/>
                </ns0:lnTo>
                <ns0:lnTo>
                  <ns0:pt x="476229" y="703470"/>
                </ns0:lnTo>
                <ns0:lnTo>
                  <ns0:pt x="477257" y="702625"/>
                </ns0:lnTo>
                <ns0:lnTo>
                  <ns0:pt x="478286" y="702273"/>
                </ns0:lnTo>
                <ns0:lnTo>
                  <ns0:pt x="479314" y="702064"/>
                </ns0:lnTo>
                <ns0:lnTo>
                  <ns0:pt x="480343" y="701966"/>
                </ns0:lnTo>
                <ns0:lnTo>
                  <ns0:pt x="481371" y="701879"/>
                </ns0:lnTo>
                <ns0:lnTo>
                  <ns0:pt x="482400" y="702020"/>
                </ns0:lnTo>
                <ns0:lnTo>
                  <ns0:pt x="483429" y="702499"/>
                </ns0:lnTo>
                <ns0:lnTo>
                  <ns0:pt x="484457" y="702060"/>
                </ns0:lnTo>
                <ns0:lnTo>
                  <ns0:pt x="485486" y="701014"/>
                </ns0:lnTo>
                <ns0:lnTo>
                  <ns0:pt x="486514" y="699644"/>
                </ns0:lnTo>
                <ns0:lnTo>
                  <ns0:pt x="487543" y="698201"/>
                </ns0:lnTo>
                <ns0:lnTo>
                  <ns0:pt x="488571" y="697317"/>
                </ns0:lnTo>
                <ns0:lnTo>
                  <ns0:pt x="489600" y="696415"/>
                </ns0:lnTo>
                <ns0:lnTo>
                  <ns0:pt x="490629" y="695913"/>
                </ns0:lnTo>
                <ns0:lnTo>
                  <ns0:pt x="491657" y="696111"/>
                </ns0:lnTo>
                <ns0:lnTo>
                  <ns0:pt x="492686" y="696466"/>
                </ns0:lnTo>
                <ns0:lnTo>
                  <ns0:pt x="493714" y="696804"/>
                </ns0:lnTo>
                <ns0:lnTo>
                  <ns0:pt x="494743" y="697124"/>
                </ns0:lnTo>
                <ns0:lnTo>
                  <ns0:pt x="495771" y="697532"/>
                </ns0:lnTo>
                <ns0:lnTo>
                  <ns0:pt x="496800" y="698060"/>
                </ns0:lnTo>
                <ns0:lnTo>
                  <ns0:pt x="497829" y="698169"/>
                </ns0:lnTo>
                <ns0:lnTo>
                  <ns0:pt x="498857" y="697991"/>
                </ns0:lnTo>
                <ns0:lnTo>
                  <ns0:pt x="499886" y="697341"/>
                </ns0:lnTo>
                <ns0:lnTo>
                  <ns0:pt x="500914" y="696458"/>
                </ns0:lnTo>
                <ns0:lnTo>
                  <ns0:pt x="501943" y="695806"/>
                </ns0:lnTo>
                <ns0:lnTo>
                  <ns0:pt x="502971" y="696038"/>
                </ns0:lnTo>
                <ns0:lnTo>
                  <ns0:pt x="504000" y="696908"/>
                </ns0:lnTo>
                <ns0:lnTo>
                  <ns0:pt x="505029" y="697889"/>
                </ns0:lnTo>
                <ns0:lnTo>
                  <ns0:pt x="506057" y="699419"/>
                </ns0:lnTo>
                <ns0:lnTo>
                  <ns0:pt x="507086" y="701642"/>
                </ns0:lnTo>
                <ns0:lnTo>
                  <ns0:pt x="508114" y="703424"/>
                </ns0:lnTo>
                <ns0:lnTo>
                  <ns0:pt x="509143" y="703728"/>
                </ns0:lnTo>
                <ns0:lnTo>
                  <ns0:pt x="510171" y="703462"/>
                </ns0:lnTo>
                <ns0:lnTo>
                  <ns0:pt x="511200" y="703169"/>
                </ns0:lnTo>
                <ns0:lnTo>
                  <ns0:pt x="512229" y="703092"/>
                </ns0:lnTo>
                <ns0:lnTo>
                  <ns0:pt x="513257" y="703154"/>
                </ns0:lnTo>
                <ns0:lnTo>
                  <ns0:pt x="514286" y="702759"/>
                </ns0:lnTo>
                <ns0:lnTo>
                  <ns0:pt x="515314" y="702199"/>
                </ns0:lnTo>
                <ns0:lnTo>
                  <ns0:pt x="516343" y="701588"/>
                </ns0:lnTo>
                <ns0:lnTo>
                  <ns0:pt x="517371" y="700729"/>
                </ns0:lnTo>
                <ns0:lnTo>
                  <ns0:pt x="518400" y="699990"/>
                </ns0:lnTo>
                <ns0:lnTo>
                  <ns0:pt x="519429" y="699548"/>
                </ns0:lnTo>
                <ns0:lnTo>
                  <ns0:pt x="520457" y="699383"/>
                </ns0:lnTo>
                <ns0:lnTo>
                  <ns0:pt x="521486" y="699356"/>
                </ns0:lnTo>
                <ns0:lnTo>
                  <ns0:pt x="522514" y="699665"/>
                </ns0:lnTo>
                <ns0:lnTo>
                  <ns0:pt x="523543" y="700608"/>
                </ns0:lnTo>
                <ns0:lnTo>
                  <ns0:pt x="524571" y="702093"/>
                </ns0:lnTo>
                <ns0:lnTo>
                  <ns0:pt x="525600" y="703474"/>
                </ns0:lnTo>
                <ns0:lnTo>
                  <ns0:pt x="526629" y="704523"/>
                </ns0:lnTo>
                <ns0:lnTo>
                  <ns0:pt x="527657" y="705482"/>
                </ns0:lnTo>
                <ns0:lnTo>
                  <ns0:pt x="528686" y="706263"/>
                </ns0:lnTo>
                <ns0:lnTo>
                  <ns0:pt x="529714" y="705984"/>
                </ns0:lnTo>
                <ns0:lnTo>
                  <ns0:pt x="530743" y="705356"/>
                </ns0:lnTo>
                <ns0:lnTo>
                  <ns0:pt x="531771" y="704342"/>
                </ns0:lnTo>
                <ns0:lnTo>
                  <ns0:pt x="532800" y="702911"/>
                </ns0:lnTo>
                <ns0:lnTo>
                  <ns0:pt x="533829" y="702430"/>
                </ns0:lnTo>
                <ns0:lnTo>
                  <ns0:pt x="534857" y="703567"/>
                </ns0:lnTo>
                <ns0:lnTo>
                  <ns0:pt x="535886" y="705345"/>
                </ns0:lnTo>
                <ns0:lnTo>
                  <ns0:pt x="536914" y="706890"/>
                </ns0:lnTo>
                <ns0:lnTo>
                  <ns0:pt x="537943" y="707504"/>
                </ns0:lnTo>
                <ns0:lnTo>
                  <ns0:pt x="538971" y="707614"/>
                </ns0:lnTo>
                <ns0:lnTo>
                  <ns0:pt x="540000" y="707550"/>
                </ns0:lnTo>
                <ns0:lnTo>
                  <ns0:pt x="541029" y="707410"/>
                </ns0:lnTo>
                <ns0:lnTo>
                  <ns0:pt x="542057" y="707304"/>
                </ns0:lnTo>
                <ns0:lnTo>
                  <ns0:pt x="543086" y="707261"/>
                </ns0:lnTo>
                <ns0:lnTo>
                  <ns0:pt x="544114" y="707180"/>
                </ns0:lnTo>
                <ns0:lnTo>
                  <ns0:pt x="545143" y="707161"/>
                </ns0:lnTo>
                <ns0:lnTo>
                  <ns0:pt x="546171" y="707241"/>
                </ns0:lnTo>
                <ns0:lnTo>
                  <ns0:pt x="547200" y="707897"/>
                </ns0:lnTo>
                <ns0:lnTo>
                  <ns0:pt x="548229" y="708509"/>
                </ns0:lnTo>
                <ns0:lnTo>
                  <ns0:pt x="549257" y="708659"/>
                </ns0:lnTo>
                <ns0:lnTo>
                  <ns0:pt x="550286" y="707925"/>
                </ns0:lnTo>
                <ns0:lnTo>
                  <ns0:pt x="551314" y="706636"/>
                </ns0:lnTo>
                <ns0:lnTo>
                  <ns0:pt x="552343" y="705293"/>
                </ns0:lnTo>
                <ns0:lnTo>
                  <ns0:pt x="553371" y="703884"/>
                </ns0:lnTo>
                <ns0:lnTo>
                  <ns0:pt x="554400" y="702705"/>
                </ns0:lnTo>
                <ns0:lnTo>
                  <ns0:pt x="555429" y="703220"/>
                </ns0:lnTo>
                <ns0:lnTo>
                  <ns0:pt x="556457" y="704626"/>
                </ns0:lnTo>
                <ns0:lnTo>
                  <ns0:pt x="557486" y="705994"/>
                </ns0:lnTo>
                <ns0:lnTo>
                  <ns0:pt x="558514" y="706650"/>
                </ns0:lnTo>
                <ns0:lnTo>
                  <ns0:pt x="559543" y="706314"/>
                </ns0:lnTo>
                <ns0:lnTo>
                  <ns0:pt x="560571" y="704590"/>
                </ns0:lnTo>
                <ns0:lnTo>
                  <ns0:pt x="561600" y="702591"/>
                </ns0:lnTo>
                <ns0:lnTo>
                  <ns0:pt x="562629" y="700691"/>
                </ns0:lnTo>
                <ns0:lnTo>
                  <ns0:pt x="563657" y="700261"/>
                </ns0:lnTo>
                <ns0:lnTo>
                  <ns0:pt x="564686" y="701672"/>
                </ns0:lnTo>
                <ns0:lnTo>
                  <ns0:pt x="565714" y="704231"/>
                </ns0:lnTo>
                <ns0:lnTo>
                  <ns0:pt x="566743" y="707406"/>
                </ns0:lnTo>
                <ns0:lnTo>
                  <ns0:pt x="567771" y="709912"/>
                </ns0:lnTo>
                <ns0:lnTo>
                  <ns0:pt x="568800" y="711758"/>
                </ns0:lnTo>
                <ns0:lnTo>
                  <ns0:pt x="569829" y="713379"/>
                </ns0:lnTo>
                <ns0:lnTo>
                  <ns0:pt x="570857" y="714214"/>
                </ns0:lnTo>
                <ns0:lnTo>
                  <ns0:pt x="571886" y="714484"/>
                </ns0:lnTo>
                <ns0:lnTo>
                  <ns0:pt x="572914" y="714579"/>
                </ns0:lnTo>
                <ns0:lnTo>
                  <ns0:pt x="573943" y="714400"/>
                </ns0:lnTo>
                <ns0:lnTo>
                  <ns0:pt x="574971" y="713967"/>
                </ns0:lnTo>
                <ns0:lnTo>
                  <ns0:pt x="576000" y="713449"/>
                </ns0:lnTo>
                <ns0:lnTo>
                  <ns0:pt x="577029" y="713502"/>
                </ns0:lnTo>
                <ns0:lnTo>
                  <ns0:pt x="578057" y="714876"/>
                </ns0:lnTo>
                <ns0:lnTo>
                  <ns0:pt x="579086" y="717453"/>
                </ns0:lnTo>
                <ns0:lnTo>
                  <ns0:pt x="580114" y="720013"/>
                </ns0:lnTo>
                <ns0:lnTo>
                  <ns0:pt x="581143" y="721889"/>
                </ns0:lnTo>
                <ns0:lnTo>
                  <ns0:pt x="582171" y="723187"/>
                </ns0:lnTo>
                <ns0:lnTo>
                  <ns0:pt x="583200" y="724053"/>
                </ns0:lnTo>
                <ns0:lnTo>
                  <ns0:pt x="584229" y="724683"/>
                </ns0:lnTo>
                <ns0:lnTo>
                  <ns0:pt x="585257" y="725003"/>
                </ns0:lnTo>
                <ns0:lnTo>
                  <ns0:pt x="586286" y="725048"/>
                </ns0:lnTo>
                <ns0:lnTo>
                  <ns0:pt x="587314" y="725047"/>
                </ns0:lnTo>
                <ns0:lnTo>
                  <ns0:pt x="588343" y="725128"/>
                </ns0:lnTo>
                <ns0:lnTo>
                  <ns0:pt x="589371" y="725285"/>
                </ns0:lnTo>
                <ns0:lnTo>
                  <ns0:pt x="590400" y="725031"/>
                </ns0:lnTo>
                <ns0:lnTo>
                  <ns0:pt x="591429" y="724167"/>
                </ns0:lnTo>
                <ns0:lnTo>
                  <ns0:pt x="592457" y="722480"/>
                </ns0:lnTo>
                <ns0:lnTo>
                  <ns0:pt x="593486" y="720875"/>
                </ns0:lnTo>
                <ns0:lnTo>
                  <ns0:pt x="594514" y="719485"/>
                </ns0:lnTo>
                <ns0:lnTo>
                  <ns0:pt x="595543" y="718173"/>
                </ns0:lnTo>
                <ns0:lnTo>
                  <ns0:pt x="596571" y="717470"/>
                </ns0:lnTo>
                <ns0:lnTo>
                  <ns0:pt x="597600" y="717317"/>
                </ns0:lnTo>
                <ns0:lnTo>
                  <ns0:pt x="598629" y="717307"/>
                </ns0:lnTo>
                <ns0:lnTo>
                  <ns0:pt x="599657" y="717301"/>
                </ns0:lnTo>
                <ns0:lnTo>
                  <ns0:pt x="600686" y="717229"/>
                </ns0:lnTo>
                <ns0:lnTo>
                  <ns0:pt x="601714" y="716988"/>
                </ns0:lnTo>
                <ns0:lnTo>
                  <ns0:pt x="602743" y="716125"/>
                </ns0:lnTo>
                <ns0:lnTo>
                  <ns0:pt x="603771" y="713956"/>
                </ns0:lnTo>
                <ns0:lnTo>
                  <ns0:pt x="604800" y="710408"/>
                </ns0:lnTo>
                <ns0:lnTo>
                  <ns0:pt x="605829" y="707069"/>
                </ns0:lnTo>
                <ns0:lnTo>
                  <ns0:pt x="606857" y="703461"/>
                </ns0:lnTo>
                <ns0:lnTo>
                  <ns0:pt x="607886" y="699516"/>
                </ns0:lnTo>
                <ns0:lnTo>
                  <ns0:pt x="608914" y="695437"/>
                </ns0:lnTo>
                <ns0:lnTo>
                  <ns0:pt x="609943" y="691185"/>
                </ns0:lnTo>
                <ns0:lnTo>
                  <ns0:pt x="610971" y="687255"/>
                </ns0:lnTo>
                <ns0:lnTo>
                  <ns0:pt x="612000" y="685009"/>
                </ns0:lnTo>
                <ns0:lnTo>
                  <ns0:pt x="613029" y="684346"/>
                </ns0:lnTo>
                <ns0:lnTo>
                  <ns0:pt x="614057" y="684275"/>
                </ns0:lnTo>
                <ns0:lnTo>
                  <ns0:pt x="615086" y="684523"/>
                </ns0:lnTo>
                <ns0:lnTo>
                  <ns0:pt x="616114" y="684939"/>
                </ns0:lnTo>
                <ns0:lnTo>
                  <ns0:pt x="617143" y="685221"/>
                </ns0:lnTo>
                <ns0:lnTo>
                  <ns0:pt x="618171" y="698210"/>
                </ns0:lnTo>
                <ns0:lnTo>
                  <ns0:pt x="619200" y="696410"/>
                </ns0:lnTo>
                <ns0:lnTo>
                  <ns0:pt x="620229" y="694762"/>
                </ns0:lnTo>
                <ns0:lnTo>
                  <ns0:pt x="621257" y="693211"/>
                </ns0:lnTo>
                <ns0:lnTo>
                  <ns0:pt x="622286" y="691770"/>
                </ns0:lnTo>
                <ns0:lnTo>
                  <ns0:pt x="623314" y="690420"/>
                </ns0:lnTo>
                <ns0:lnTo>
                  <ns0:pt x="624343" y="689198"/>
                </ns0:lnTo>
                <ns0:lnTo>
                  <ns0:pt x="625371" y="688093"/>
                </ns0:lnTo>
                <ns0:lnTo>
                  <ns0:pt x="626400" y="686950"/>
                </ns0:lnTo>
                <ns0:lnTo>
                  <ns0:pt x="627429" y="685888"/>
                </ns0:lnTo>
                <ns0:lnTo>
                  <ns0:pt x="628457" y="684966"/>
                </ns0:lnTo>
                <ns0:lnTo>
                  <ns0:pt x="629486" y="684220"/>
                </ns0:lnTo>
                <ns0:lnTo>
                  <ns0:pt x="630514" y="683426"/>
                </ns0:lnTo>
                <ns0:lnTo>
                  <ns0:pt x="631543" y="682211"/>
                </ns0:lnTo>
                <ns0:lnTo>
                  <ns0:pt x="632571" y="680019"/>
                </ns0:lnTo>
                <ns0:lnTo>
                  <ns0:pt x="633600" y="675446"/>
                </ns0:lnTo>
                <ns0:lnTo>
                  <ns0:pt x="634629" y="669458"/>
                </ns0:lnTo>
                <ns0:lnTo>
                  <ns0:pt x="635657" y="662890"/>
                </ns0:lnTo>
                <ns0:lnTo>
                  <ns0:pt x="636686" y="656045"/>
                </ns0:lnTo>
                <ns0:lnTo>
                  <ns0:pt x="637714" y="649656"/>
                </ns0:lnTo>
                <ns0:lnTo>
                  <ns0:pt x="638743" y="644262"/>
                </ns0:lnTo>
                <ns0:lnTo>
                  <ns0:pt x="639771" y="640065"/>
                </ns0:lnTo>
                <ns0:lnTo>
                  <ns0:pt x="640800" y="636888"/>
                </ns0:lnTo>
                <ns0:lnTo>
                  <ns0:pt x="641829" y="634095"/>
                </ns0:lnTo>
                <ns0:lnTo>
                  <ns0:pt x="642857" y="630992"/>
                </ns0:lnTo>
                <ns0:lnTo>
                  <ns0:pt x="643886" y="627152"/>
                </ns0:lnTo>
                <ns0:lnTo>
                  <ns0:pt x="644914" y="622780"/>
                </ns0:lnTo>
                <ns0:lnTo>
                  <ns0:pt x="645943" y="618300"/>
                </ns0:lnTo>
                <ns0:lnTo>
                  <ns0:pt x="646971" y="614117"/>
                </ns0:lnTo>
                <ns0:lnTo>
                  <ns0:pt x="648000" y="609860"/>
                </ns0:lnTo>
                <ns0:lnTo>
                  <ns0:pt x="649029" y="605278"/>
                </ns0:lnTo>
                <ns0:lnTo>
                  <ns0:pt x="650057" y="600865"/>
                </ns0:lnTo>
                <ns0:lnTo>
                  <ns0:pt x="651086" y="596585"/>
                </ns0:lnTo>
                <ns0:lnTo>
                  <ns0:pt x="652114" y="591545"/>
                </ns0:lnTo>
                <ns0:lnTo>
                  <ns0:pt x="653143" y="586317"/>
                </ns0:lnTo>
                <ns0:lnTo>
                  <ns0:pt x="654171" y="581438"/>
                </ns0:lnTo>
                <ns0:lnTo>
                  <ns0:pt x="655200" y="577288"/>
                </ns0:lnTo>
                <ns0:lnTo>
                  <ns0:pt x="656229" y="573550"/>
                </ns0:lnTo>
                <ns0:lnTo>
                  <ns0:pt x="657257" y="571132"/>
                </ns0:lnTo>
                <ns0:lnTo>
                  <ns0:pt x="658286" y="569770"/>
                </ns0:lnTo>
                <ns0:lnTo>
                  <ns0:pt x="659314" y="568938"/>
                </ns0:lnTo>
                <ns0:lnTo>
                  <ns0:pt x="660343" y="568340"/>
                </ns0:lnTo>
                <ns0:lnTo>
                  <ns0:pt x="661371" y="567137"/>
                </ns0:lnTo>
                <ns0:lnTo>
                  <ns0:pt x="662400" y="565556"/>
                </ns0:lnTo>
                <ns0:lnTo>
                  <ns0:pt x="663429" y="563844"/>
                </ns0:lnTo>
                <ns0:lnTo>
                  <ns0:pt x="664457" y="561924"/>
                </ns0:lnTo>
                <ns0:lnTo>
                  <ns0:pt x="665486" y="559533"/>
                </ns0:lnTo>
                <ns0:lnTo>
                  <ns0:pt x="666514" y="556412"/>
                </ns0:lnTo>
                <ns0:lnTo>
                  <ns0:pt x="667543" y="552776"/>
                </ns0:lnTo>
                <ns0:lnTo>
                  <ns0:pt x="668571" y="549480"/>
                </ns0:lnTo>
                <ns0:lnTo>
                  <ns0:pt x="669600" y="547172"/>
                </ns0:lnTo>
                <ns0:lnTo>
                  <ns0:pt x="670629" y="546162"/>
                </ns0:lnTo>
                <ns0:lnTo>
                  <ns0:pt x="671657" y="545890"/>
                </ns0:lnTo>
                <ns0:lnTo>
                  <ns0:pt x="672686" y="545901"/>
                </ns0:lnTo>
                <ns0:lnTo>
                  <ns0:pt x="673714" y="545911"/>
                </ns0:lnTo>
                <ns0:lnTo>
                  <ns0:pt x="674743" y="545918"/>
                </ns0:lnTo>
                <ns0:lnTo>
                  <ns0:pt x="675771" y="546107"/>
                </ns0:lnTo>
                <ns0:lnTo>
                  <ns0:pt x="676800" y="546556"/>
                </ns0:lnTo>
                <ns0:lnTo>
                  <ns0:pt x="677829" y="547216"/>
                </ns0:lnTo>
                <ns0:lnTo>
                  <ns0:pt x="678857" y="547952"/>
                </ns0:lnTo>
                <ns0:lnTo>
                  <ns0:pt x="679886" y="548811"/>
                </ns0:lnTo>
                <ns0:lnTo>
                  <ns0:pt x="680914" y="549609"/>
                </ns0:lnTo>
                <ns0:lnTo>
                  <ns0:pt x="681943" y="549991"/>
                </ns0:lnTo>
                <ns0:lnTo>
                  <ns0:pt x="682971" y="549560"/>
                </ns0:lnTo>
                <ns0:lnTo>
                  <ns0:pt x="684000" y="548340"/>
                </ns0:lnTo>
                <ns0:lnTo>
                  <ns0:pt x="685029" y="546086"/>
                </ns0:lnTo>
                <ns0:lnTo>
                  <ns0:pt x="686057" y="543432"/>
                </ns0:lnTo>
                <ns0:lnTo>
                  <ns0:pt x="687086" y="540768"/>
                </ns0:lnTo>
                <ns0:lnTo>
                  <ns0:pt x="688114" y="538049"/>
                </ns0:lnTo>
                <ns0:lnTo>
                  <ns0:pt x="689143" y="535255"/>
                </ns0:lnTo>
                <ns0:lnTo>
                  <ns0:pt x="690171" y="532172"/>
                </ns0:lnTo>
                <ns0:lnTo>
                  <ns0:pt x="691200" y="530226"/>
                </ns0:lnTo>
                <ns0:lnTo>
                  <ns0:pt x="692229" y="530073"/>
                </ns0:lnTo>
                <ns0:lnTo>
                  <ns0:pt x="693257" y="530992"/>
                </ns0:lnTo>
                <ns0:lnTo>
                  <ns0:pt x="694286" y="531998"/>
                </ns0:lnTo>
                <ns0:lnTo>
                  <ns0:pt x="695314" y="532455"/>
                </ns0:lnTo>
                <ns0:lnTo>
                  <ns0:pt x="696343" y="532551"/>
                </ns0:lnTo>
                <ns0:lnTo>
                  <ns0:pt x="697371" y="532547"/>
                </ns0:lnTo>
                <ns0:lnTo>
                  <ns0:pt x="698400" y="532485"/>
                </ns0:lnTo>
                <ns0:lnTo>
                  <ns0:pt x="699429" y="532437"/>
                </ns0:lnTo>
                <ns0:lnTo>
                  <ns0:pt x="700457" y="532566"/>
                </ns0:lnTo>
                <ns0:lnTo>
                  <ns0:pt x="701486" y="532379"/>
                </ns0:lnTo>
                <ns0:lnTo>
                  <ns0:pt x="702514" y="531434"/>
                </ns0:lnTo>
                <ns0:lnTo>
                  <ns0:pt x="703543" y="529928"/>
                </ns0:lnTo>
                <ns0:lnTo>
                  <ns0:pt x="704571" y="528273"/>
                </ns0:lnTo>
                <ns0:lnTo>
                  <ns0:pt x="705600" y="526167"/>
                </ns0:lnTo>
                <ns0:lnTo>
                  <ns0:pt x="706629" y="523831"/>
                </ns0:lnTo>
                <ns0:lnTo>
                  <ns0:pt x="707657" y="521626"/>
                </ns0:lnTo>
                <ns0:lnTo>
                  <ns0:pt x="708686" y="520366"/>
                </ns0:lnTo>
                <ns0:lnTo>
                  <ns0:pt x="709714" y="520297"/>
                </ns0:lnTo>
                <ns0:lnTo>
                  <ns0:pt x="710743" y="521713"/>
                </ns0:lnTo>
                <ns0:lnTo>
                  <ns0:pt x="711771" y="523131"/>
                </ns0:lnTo>
                <ns0:lnTo>
                  <ns0:pt x="712800" y="523786"/>
                </ns0:lnTo>
                <ns0:lnTo>
                  <ns0:pt x="713829" y="523978"/>
                </ns0:lnTo>
                <ns0:lnTo>
                  <ns0:pt x="714857" y="524155"/>
                </ns0:lnTo>
                <ns0:lnTo>
                  <ns0:pt x="715886" y="524117"/>
                </ns0:lnTo>
                <ns0:lnTo>
                  <ns0:pt x="716914" y="523371"/>
                </ns0:lnTo>
                <ns0:lnTo>
                  <ns0:pt x="717943" y="521758"/>
                </ns0:lnTo>
                <ns0:lnTo>
                  <ns0:pt x="718971" y="519453"/>
                </ns0:lnTo>
                <ns0:lnTo>
                  <ns0:pt x="720000" y="517733"/>
                </ns0:lnTo>
                <ns0:lnTo>
                  <ns0:pt x="721029" y="516985"/>
                </ns0:lnTo>
                <ns0:lnTo>
                  <ns0:pt x="722057" y="516607"/>
                </ns0:lnTo>
                <ns0:lnTo>
                  <ns0:pt x="723086" y="516262"/>
                </ns0:lnTo>
                <ns0:lnTo>
                  <ns0:pt x="724114" y="516233"/>
                </ns0:lnTo>
                <ns0:lnTo>
                  <ns0:pt x="725143" y="517676"/>
                </ns0:lnTo>
                <ns0:lnTo>
                  <ns0:pt x="726171" y="520656"/>
                </ns0:lnTo>
                <ns0:lnTo>
                  <ns0:pt x="727200" y="524692"/>
                </ns0:lnTo>
                <ns0:lnTo>
                  <ns0:pt x="728229" y="529535"/>
                </ns0:lnTo>
                <ns0:lnTo>
                  <ns0:pt x="729257" y="534604"/>
                </ns0:lnTo>
                <ns0:lnTo>
                  <ns0:pt x="730286" y="538168"/>
                </ns0:lnTo>
                <ns0:lnTo>
                  <ns0:pt x="731314" y="539431"/>
                </ns0:lnTo>
                <ns0:lnTo>
                  <ns0:pt x="732343" y="539459"/>
                </ns0:lnTo>
                <ns0:lnTo>
                  <ns0:pt x="733371" y="539171"/>
                </ns0:lnTo>
                <ns0:lnTo>
                  <ns0:pt x="734400" y="538500"/>
                </ns0:lnTo>
                <ns0:lnTo>
                  <ns0:pt x="735429" y="537192"/>
                </ns0:lnTo>
                <ns0:lnTo>
                  <ns0:pt x="736457" y="535524"/>
                </ns0:lnTo>
                <ns0:lnTo>
                  <ns0:pt x="737486" y="534085"/>
                </ns0:lnTo>
                <ns0:lnTo>
                  <ns0:pt x="738514" y="533128"/>
                </ns0:lnTo>
                <ns0:lnTo>
                  <ns0:pt x="739543" y="532449"/>
                </ns0:lnTo>
                <ns0:lnTo>
                  <ns0:pt x="740571" y="531765"/>
                </ns0:lnTo>
                <ns0:lnTo>
                  <ns0:pt x="741600" y="531287"/>
                </ns0:lnTo>
                <ns0:lnTo>
                  <ns0:pt x="742629" y="531186"/>
                </ns0:lnTo>
                <ns0:lnTo>
                  <ns0:pt x="743657" y="531572"/>
                </ns0:lnTo>
                <ns0:lnTo>
                  <ns0:pt x="744686" y="532371"/>
                </ns0:lnTo>
                <ns0:lnTo>
                  <ns0:pt x="745714" y="533038"/>
                </ns0:lnTo>
                <ns0:lnTo>
                  <ns0:pt x="746743" y="533546"/>
                </ns0:lnTo>
                <ns0:lnTo>
                  <ns0:pt x="747771" y="533881"/>
                </ns0:lnTo>
                <ns0:lnTo>
                  <ns0:pt x="748800" y="534043"/>
                </ns0:lnTo>
                <ns0:lnTo>
                  <ns0:pt x="749829" y="533894"/>
                </ns0:lnTo>
                <ns0:lnTo>
                  <ns0:pt x="750857" y="532852"/>
                </ns0:lnTo>
                <ns0:lnTo>
                  <ns0:pt x="751886" y="530627"/>
                </ns0:lnTo>
                <ns0:lnTo>
                  <ns0:pt x="752914" y="527015"/>
                </ns0:lnTo>
                <ns0:lnTo>
                  <ns0:pt x="753943" y="521705"/>
                </ns0:lnTo>
                <ns0:lnTo>
                  <ns0:pt x="754971" y="514528"/>
                </ns0:lnTo>
                <ns0:lnTo>
                  <ns0:pt x="756000" y="507418"/>
                </ns0:lnTo>
                <ns0:lnTo>
                  <ns0:pt x="757029" y="503824"/>
                </ns0:lnTo>
                <ns0:lnTo>
                  <ns0:pt x="758057" y="503399"/>
                </ns0:lnTo>
                <ns0:lnTo>
                  <ns0:pt x="759086" y="504652"/>
                </ns0:lnTo>
                <ns0:lnTo>
                  <ns0:pt x="760114" y="507556"/>
                </ns0:lnTo>
                <ns0:lnTo>
                  <ns0:pt x="761143" y="511310"/>
                </ns0:lnTo>
                <ns0:lnTo>
                  <ns0:pt x="762171" y="514932"/>
                </ns0:lnTo>
                <ns0:lnTo>
                  <ns0:pt x="763200" y="517273"/>
                </ns0:lnTo>
                <ns0:lnTo>
                  <ns0:pt x="764229" y="518600"/>
                </ns0:lnTo>
                <ns0:lnTo>
                  <ns0:pt x="765257" y="519664"/>
                </ns0:lnTo>
                <ns0:lnTo>
                  <ns0:pt x="766286" y="520411"/>
                </ns0:lnTo>
                <ns0:lnTo>
                  <ns0:pt x="767314" y="521014"/>
                </ns0:lnTo>
                <ns0:lnTo>
                  <ns0:pt x="768343" y="521461"/>
                </ns0:lnTo>
                <ns0:lnTo>
                  <ns0:pt x="769371" y="521706"/>
                </ns0:lnTo>
                <ns0:lnTo>
                  <ns0:pt x="770400" y="521554"/>
                </ns0:lnTo>
                <ns0:lnTo>
                  <ns0:pt x="771429" y="521601"/>
                </ns0:lnTo>
                <ns0:lnTo>
                  <ns0:pt x="772457" y="521903"/>
                </ns0:lnTo>
                <ns0:lnTo>
                  <ns0:pt x="773486" y="522514"/>
                </ns0:lnTo>
                <ns0:lnTo>
                  <ns0:pt x="774514" y="523473"/>
                </ns0:lnTo>
                <ns0:lnTo>
                  <ns0:pt x="775543" y="524250"/>
                </ns0:lnTo>
                <ns0:lnTo>
                  <ns0:pt x="776571" y="524983"/>
                </ns0:lnTo>
                <ns0:lnTo>
                  <ns0:pt x="777600" y="525204"/>
                </ns0:lnTo>
                <ns0:lnTo>
                  <ns0:pt x="778629" y="524923"/>
                </ns0:lnTo>
                <ns0:lnTo>
                  <ns0:pt x="779657" y="524296"/>
                </ns0:lnTo>
                <ns0:lnTo>
                  <ns0:pt x="780686" y="523894"/>
                </ns0:lnTo>
                <ns0:lnTo>
                  <ns0:pt x="781714" y="523776"/>
                </ns0:lnTo>
                <ns0:lnTo>
                  <ns0:pt x="782743" y="524268"/>
                </ns0:lnTo>
                <ns0:lnTo>
                  <ns0:pt x="783771" y="525053"/>
                </ns0:lnTo>
                <ns0:lnTo>
                  <ns0:pt x="784800" y="525429"/>
                </ns0:lnTo>
                <ns0:lnTo>
                  <ns0:pt x="785829" y="524922"/>
                </ns0:lnTo>
                <ns0:lnTo>
                  <ns0:pt x="786857" y="523398"/>
                </ns0:lnTo>
                <ns0:lnTo>
                  <ns0:pt x="787886" y="521531"/>
                </ns0:lnTo>
                <ns0:lnTo>
                  <ns0:pt x="788914" y="521121"/>
                </ns0:lnTo>
                <ns0:lnTo>
                  <ns0:pt x="789943" y="521287"/>
                </ns0:lnTo>
                <ns0:lnTo>
                  <ns0:pt x="790971" y="521331"/>
                </ns0:lnTo>
                <ns0:lnTo>
                  <ns0:pt x="792000" y="521513"/>
                </ns0:lnTo>
                <ns0:lnTo>
                  <ns0:pt x="793029" y="521473"/>
                </ns0:lnTo>
                <ns0:lnTo>
                  <ns0:pt x="794057" y="521275"/>
                </ns0:lnTo>
                <ns0:lnTo>
                  <ns0:pt x="795086" y="521237"/>
                </ns0:lnTo>
                <ns0:lnTo>
                  <ns0:pt x="796114" y="521621"/>
                </ns0:lnTo>
                <ns0:lnTo>
                  <ns0:pt x="797143" y="522353"/>
                </ns0:lnTo>
                <ns0:lnTo>
                  <ns0:pt x="798171" y="523087"/>
                </ns0:lnTo>
                <ns0:lnTo>
                  <ns0:pt x="799200" y="524446"/>
                </ns0:lnTo>
                <ns0:lnTo>
                  <ns0:pt x="800229" y="525944"/>
                </ns0:lnTo>
                <ns0:lnTo>
                  <ns0:pt x="801257" y="527377"/>
                </ns0:lnTo>
                <ns0:lnTo>
                  <ns0:pt x="802286" y="528091"/>
                </ns0:lnTo>
                <ns0:lnTo>
                  <ns0:pt x="803314" y="528309"/>
                </ns0:lnTo>
                <ns0:lnTo>
                  <ns0:pt x="804343" y="528221"/>
                </ns0:lnTo>
                <ns0:lnTo>
                  <ns0:pt x="805371" y="528115"/>
                </ns0:lnTo>
                <ns0:lnTo>
                  <ns0:pt x="806400" y="527668"/>
                </ns0:lnTo>
                <ns0:lnTo>
                  <ns0:pt x="807429" y="526989"/>
                </ns0:lnTo>
                <ns0:lnTo>
                  <ns0:pt x="808457" y="525974"/>
                </ns0:lnTo>
                <ns0:lnTo>
                  <ns0:pt x="809486" y="524923"/>
                </ns0:lnTo>
                <ns0:lnTo>
                  <ns0:pt x="810514" y="524111"/>
                </ns0:lnTo>
                <ns0:lnTo>
                  <ns0:pt x="811543" y="523313"/>
                </ns0:lnTo>
                <ns0:lnTo>
                  <ns0:pt x="812571" y="522583"/>
                </ns0:lnTo>
                <ns0:lnTo>
                  <ns0:pt x="813600" y="522104"/>
                </ns0:lnTo>
                <ns0:lnTo>
                  <ns0:pt x="814629" y="521918"/>
                </ns0:lnTo>
                <ns0:lnTo>
                  <ns0:pt x="815657" y="521826"/>
                </ns0:lnTo>
                <ns0:lnTo>
                  <ns0:pt x="816686" y="522094"/>
                </ns0:lnTo>
                <ns0:lnTo>
                  <ns0:pt x="817714" y="523132"/>
                </ns0:lnTo>
                <ns0:lnTo>
                  <ns0:pt x="818743" y="524372"/>
                </ns0:lnTo>
                <ns0:lnTo>
                  <ns0:pt x="819771" y="525712"/>
                </ns0:lnTo>
                <ns0:lnTo>
                  <ns0:pt x="820800" y="526795"/>
                </ns0:lnTo>
                <ns0:lnTo>
                  <ns0:pt x="821829" y="527121"/>
                </ns0:lnTo>
                <ns0:lnTo>
                  <ns0:pt x="822857" y="526466"/>
                </ns0:lnTo>
                <ns0:lnTo>
                  <ns0:pt x="823886" y="525013"/>
                </ns0:lnTo>
                <ns0:lnTo>
                  <ns0:pt x="824914" y="522498"/>
                </ns0:lnTo>
                <ns0:lnTo>
                  <ns0:pt x="825943" y="519475"/>
                </ns0:lnTo>
                <ns0:lnTo>
                  <ns0:pt x="826971" y="516388"/>
                </ns0:lnTo>
                <ns0:lnTo>
                  <ns0:pt x="828000" y="513885"/>
                </ns0:lnTo>
                <ns0:lnTo>
                  <ns0:pt x="829029" y="512079"/>
                </ns0:lnTo>
                <ns0:lnTo>
                  <ns0:pt x="830057" y="511079"/>
                </ns0:lnTo>
                <ns0:lnTo>
                  <ns0:pt x="831086" y="510385"/>
                </ns0:lnTo>
                <ns0:lnTo>
                  <ns0:pt x="832114" y="509997"/>
                </ns0:lnTo>
                <ns0:lnTo>
                  <ns0:pt x="833143" y="509821"/>
                </ns0:lnTo>
                <ns0:lnTo>
                  <ns0:pt x="834171" y="509742"/>
                </ns0:lnTo>
                <ns0:lnTo>
                  <ns0:pt x="835200" y="509776"/>
                </ns0:lnTo>
                <ns0:lnTo>
                  <ns0:pt x="836229" y="509825"/>
                </ns0:lnTo>
                <ns0:lnTo>
                  <ns0:pt x="837257" y="509771"/>
                </ns0:lnTo>
                <ns0:lnTo>
                  <ns0:pt x="838286" y="509814"/>
                </ns0:lnTo>
                <ns0:lnTo>
                  <ns0:pt x="839314" y="510475"/>
                </ns0:lnTo>
                <ns0:lnTo>
                  <ns0:pt x="840343" y="511651"/>
                </ns0:lnTo>
                <ns0:lnTo>
                  <ns0:pt x="841371" y="512991"/>
                </ns0:lnTo>
                <ns0:lnTo>
                  <ns0:pt x="842400" y="514133"/>
                </ns0:lnTo>
                <ns0:lnTo>
                  <ns0:pt x="843429" y="514395"/>
                </ns0:lnTo>
                <ns0:lnTo>
                  <ns0:pt x="844457" y="513905"/>
                </ns0:lnTo>
                <ns0:lnTo>
                  <ns0:pt x="845486" y="512526"/>
                </ns0:lnTo>
                <ns0:lnTo>
                  <ns0:pt x="846514" y="510156"/>
                </ns0:lnTo>
                <ns0:lnTo>
                  <ns0:pt x="847543" y="508014"/>
                </ns0:lnTo>
                <ns0:lnTo>
                  <ns0:pt x="848571" y="506514"/>
                </ns0:lnTo>
                <ns0:lnTo>
                  <ns0:pt x="849600" y="505990"/>
                </ns0:lnTo>
                <ns0:lnTo>
                  <ns0:pt x="850629" y="506027"/>
                </ns0:lnTo>
                <ns0:lnTo>
                  <ns0:pt x="851657" y="506155"/>
                </ns0:lnTo>
                <ns0:lnTo>
                  <ns0:pt x="852686" y="506376"/>
                </ns0:lnTo>
                <ns0:lnTo>
                  <ns0:pt x="853714" y="506503"/>
                </ns0:lnTo>
                <ns0:lnTo>
                  <ns0:pt x="854743" y="506362"/>
                </ns0:lnTo>
                <ns0:lnTo>
                  <ns0:pt x="855771" y="506185"/>
                </ns0:lnTo>
                <ns0:lnTo>
                  <ns0:pt x="856800" y="506085"/>
                </ns0:lnTo>
                <ns0:lnTo>
                  <ns0:pt x="857829" y="506035"/>
                </ns0:lnTo>
                <ns0:lnTo>
                  <ns0:pt x="858857" y="506003"/>
                </ns0:lnTo>
                <ns0:lnTo>
                  <ns0:pt x="859886" y="506003"/>
                </ns0:lnTo>
                <ns0:lnTo>
                  <ns0:pt x="860914" y="505938"/>
                </ns0:lnTo>
                <ns0:lnTo>
                  <ns0:pt x="861943" y="505785"/>
                </ns0:lnTo>
                <ns0:lnTo>
                  <ns0:pt x="862971" y="505839"/>
                </ns0:lnTo>
                <ns0:lnTo>
                  <ns0:pt x="864000" y="505917"/>
                </ns0:lnTo>
                <ns0:lnTo>
                  <ns0:pt x="865029" y="505627"/>
                </ns0:lnTo>
                <ns0:lnTo>
                  <ns0:pt x="866057" y="504920"/>
                </ns0:lnTo>
                <ns0:lnTo>
                  <ns0:pt x="867086" y="504412"/>
                </ns0:lnTo>
                <ns0:lnTo>
                  <ns0:pt x="868114" y="503294"/>
                </ns0:lnTo>
                <ns0:lnTo>
                  <ns0:pt x="869143" y="501839"/>
                </ns0:lnTo>
                <ns0:lnTo>
                  <ns0:pt x="870171" y="501166"/>
                </ns0:lnTo>
                <ns0:lnTo>
                  <ns0:pt x="871200" y="501611"/>
                </ns0:lnTo>
                <ns0:lnTo>
                  <ns0:pt x="872229" y="502778"/>
                </ns0:lnTo>
                <ns0:lnTo>
                  <ns0:pt x="873257" y="503403"/>
                </ns0:lnTo>
                <ns0:lnTo>
                  <ns0:pt x="874286" y="504258"/>
                </ns0:lnTo>
                <ns0:lnTo>
                  <ns0:pt x="875314" y="505491"/>
                </ns0:lnTo>
                <ns0:lnTo>
                  <ns0:pt x="876343" y="507547"/>
                </ns0:lnTo>
                <ns0:lnTo>
                  <ns0:pt x="877371" y="510105"/>
                </ns0:lnTo>
                <ns0:lnTo>
                  <ns0:pt x="878400" y="512484"/>
                </ns0:lnTo>
                <ns0:lnTo>
                  <ns0:pt x="879429" y="514656"/>
                </ns0:lnTo>
                <ns0:lnTo>
                  <ns0:pt x="880457" y="516929"/>
                </ns0:lnTo>
                <ns0:lnTo>
                  <ns0:pt x="881486" y="518889"/>
                </ns0:lnTo>
                <ns0:lnTo>
                  <ns0:pt x="882514" y="520389"/>
                </ns0:lnTo>
                <ns0:lnTo>
                  <ns0:pt x="883543" y="521784"/>
                </ns0:lnTo>
                <ns0:lnTo>
                  <ns0:pt x="884571" y="522552"/>
                </ns0:lnTo>
                <ns0:lnTo>
                  <ns0:pt x="885600" y="522870"/>
                </ns0:lnTo>
                <ns0:lnTo>
                  <ns0:pt x="886629" y="522692"/>
                </ns0:lnTo>
                <ns0:lnTo>
                  <ns0:pt x="887657" y="522301"/>
                </ns0:lnTo>
                <ns0:lnTo>
                  <ns0:pt x="888686" y="521889"/>
                </ns0:lnTo>
                <ns0:lnTo>
                  <ns0:pt x="889714" y="521522"/>
                </ns0:lnTo>
                <ns0:lnTo>
                  <ns0:pt x="890743" y="521374"/>
                </ns0:lnTo>
                <ns0:lnTo>
                  <ns0:pt x="891771" y="521370"/>
                </ns0:lnTo>
                <ns0:lnTo>
                  <ns0:pt x="892800" y="521320"/>
                </ns0:lnTo>
                <ns0:lnTo>
                  <ns0:pt x="893829" y="521366"/>
                </ns0:lnTo>
                <ns0:lnTo>
                  <ns0:pt x="894857" y="521557"/>
                </ns0:lnTo>
                <ns0:lnTo>
                  <ns0:pt x="895886" y="521871"/>
                </ns0:lnTo>
                <ns0:lnTo>
                  <ns0:pt x="896914" y="522693"/>
                </ns0:lnTo>
                <ns0:lnTo>
                  <ns0:pt x="897943" y="523890"/>
                </ns0:lnTo>
                <ns0:lnTo>
                  <ns0:pt x="898971" y="525194"/>
                </ns0:lnTo>
                <ns0:lnTo>
                  <ns0:pt x="900000" y="526209"/>
                </ns0:lnTo>
                <ns0:lnTo>
                  <ns0:pt x="901029" y="526533"/>
                </ns0:lnTo>
                <ns0:lnTo>
                  <ns0:pt x="902057" y="526272"/>
                </ns0:lnTo>
                <ns0:lnTo>
                  <ns0:pt x="903086" y="525732"/>
                </ns0:lnTo>
                <ns0:lnTo>
                  <ns0:pt x="904114" y="525305"/>
                </ns0:lnTo>
                <ns0:lnTo>
                  <ns0:pt x="905143" y="524976"/>
                </ns0:lnTo>
                <ns0:lnTo>
                  <ns0:pt x="906171" y="524116"/>
                </ns0:lnTo>
                <ns0:lnTo>
                  <ns0:pt x="907200" y="523023"/>
                </ns0:lnTo>
                <ns0:lnTo>
                  <ns0:pt x="908229" y="522038"/>
                </ns0:lnTo>
                <ns0:lnTo>
                  <ns0:pt x="909257" y="520739"/>
                </ns0:lnTo>
                <ns0:lnTo>
                  <ns0:pt x="910286" y="520039"/>
                </ns0:lnTo>
                <ns0:lnTo>
                  <ns0:pt x="911314" y="519801"/>
                </ns0:lnTo>
                <ns0:lnTo>
                  <ns0:pt x="912343" y="519881"/>
                </ns0:lnTo>
                <ns0:lnTo>
                  <ns0:pt x="913371" y="520639"/>
                </ns0:lnTo>
                <ns0:lnTo>
                  <ns0:pt x="914400" y="521327"/>
                </ns0:lnTo>
                <ns0:lnTo>
                  <ns0:pt x="915429" y="521460"/>
                </ns0:lnTo>
                <ns0:lnTo>
                  <ns0:pt x="916457" y="521520"/>
                </ns0:lnTo>
                <ns0:lnTo>
                  <ns0:pt x="917486" y="521625"/>
                </ns0:lnTo>
                <ns0:lnTo>
                  <ns0:pt x="918514" y="521963"/>
                </ns0:lnTo>
                <ns0:lnTo>
                  <ns0:pt x="919543" y="523046"/>
                </ns0:lnTo>
                <ns0:lnTo>
                  <ns0:pt x="920571" y="524276"/>
                </ns0:lnTo>
                <ns0:lnTo>
                  <ns0:pt x="921600" y="525369"/>
                </ns0:lnTo>
                <ns0:lnTo>
                  <ns0:pt x="922629" y="525604"/>
                </ns0:lnTo>
                <ns0:lnTo>
                  <ns0:pt x="923657" y="524910"/>
                </ns0:lnTo>
                <ns0:lnTo>
                  <ns0:pt x="924686" y="523442"/>
                </ns0:lnTo>
                <ns0:lnTo>
                  <ns0:pt x="925714" y="521907"/>
                </ns0:lnTo>
                <ns0:lnTo>
                  <ns0:pt x="926743" y="521096"/>
                </ns0:lnTo>
                <ns0:lnTo>
                  <ns0:pt x="927771" y="520942"/>
                </ns0:lnTo>
                <ns0:lnTo>
                  <ns0:pt x="928800" y="521174"/>
                </ns0:lnTo>
                <ns0:lnTo>
                  <ns0:pt x="929829" y="521326"/>
                </ns0:lnTo>
                <ns0:lnTo>
                  <ns0:pt x="930857" y="521207"/>
                </ns0:lnTo>
                <ns0:lnTo>
                  <ns0:pt x="931886" y="521026"/>
                </ns0:lnTo>
                <ns0:lnTo>
                  <ns0:pt x="932914" y="521325"/>
                </ns0:lnTo>
                <ns0:lnTo>
                  <ns0:pt x="933943" y="522466"/>
                </ns0:lnTo>
                <ns0:lnTo>
                  <ns0:pt x="934971" y="524368"/>
                </ns0:lnTo>
                <ns0:lnTo>
                  <ns0:pt x="936000" y="526329"/>
                </ns0:lnTo>
                <ns0:lnTo>
                  <ns0:pt x="937029" y="528171"/>
                </ns0:lnTo>
                <ns0:lnTo>
                  <ns0:pt x="938057" y="529635"/>
                </ns0:lnTo>
                <ns0:lnTo>
                  <ns0:pt x="939086" y="530799"/>
                </ns0:lnTo>
                <ns0:lnTo>
                  <ns0:pt x="940114" y="531627"/>
                </ns0:lnTo>
                <ns0:lnTo>
                  <ns0:pt x="941143" y="532043"/>
                </ns0:lnTo>
                <ns0:lnTo>
                  <ns0:pt x="942171" y="532185"/>
                </ns0:lnTo>
                <ns0:lnTo>
                  <ns0:pt x="943200" y="532271"/>
                </ns0:lnTo>
                <ns0:lnTo>
                  <ns0:pt x="944229" y="532316"/>
                </ns0:lnTo>
                <ns0:lnTo>
                  <ns0:pt x="945257" y="531990"/>
                </ns0:lnTo>
                <ns0:lnTo>
                  <ns0:pt x="946286" y="531670"/>
                </ns0:lnTo>
                <ns0:lnTo>
                  <ns0:pt x="947314" y="531506"/>
                </ns0:lnTo>
                <ns0:lnTo>
                  <ns0:pt x="948343" y="531875"/>
                </ns0:lnTo>
                <ns0:lnTo>
                  <ns0:pt x="949371" y="532402"/>
                </ns0:lnTo>
                <ns0:lnTo>
                  <ns0:pt x="950400" y="532854"/>
                </ns0:lnTo>
                <ns0:lnTo>
                  <ns0:pt x="951429" y="533152"/>
                </ns0:lnTo>
                <ns0:lnTo>
                  <ns0:pt x="952457" y="533253"/>
                </ns0:lnTo>
                <ns0:lnTo>
                  <ns0:pt x="953486" y="533319"/>
                </ns0:lnTo>
                <ns0:lnTo>
                  <ns0:pt x="954514" y="533313"/>
                </ns0:lnTo>
                <ns0:lnTo>
                  <ns0:pt x="955543" y="533141"/>
                </ns0:lnTo>
                <ns0:lnTo>
                  <ns0:pt x="956571" y="533102"/>
                </ns0:lnTo>
                <ns0:lnTo>
                  <ns0:pt x="957600" y="533090"/>
                </ns0:lnTo>
                <ns0:lnTo>
                  <ns0:pt x="958629" y="533327"/>
                </ns0:lnTo>
                <ns0:lnTo>
                  <ns0:pt x="959657" y="533878"/>
                </ns0:lnTo>
                <ns0:lnTo>
                  <ns0:pt x="960686" y="534093"/>
                </ns0:lnTo>
                <ns0:lnTo>
                  <ns0:pt x="961714" y="533349"/>
                </ns0:lnTo>
                <ns0:lnTo>
                  <ns0:pt x="962743" y="532049"/>
                </ns0:lnTo>
                <ns0:lnTo>
                  <ns0:pt x="963771" y="530614"/>
                </ns0:lnTo>
                <ns0:lnTo>
                  <ns0:pt x="964800" y="529032"/>
                </ns0:lnTo>
                <ns0:lnTo>
                  <ns0:pt x="965829" y="527992"/>
                </ns0:lnTo>
                <ns0:lnTo>
                  <ns0:pt x="966857" y="527624"/>
                </ns0:lnTo>
                <ns0:lnTo>
                  <ns0:pt x="967886" y="527776"/>
                </ns0:lnTo>
                <ns0:lnTo>
                  <ns0:pt x="968914" y="528196"/>
                </ns0:lnTo>
                <ns0:lnTo>
                  <ns0:pt x="969943" y="528827"/>
                </ns0:lnTo>
                <ns0:lnTo>
                  <ns0:pt x="970971" y="529088"/>
                </ns0:lnTo>
                <ns0:lnTo>
                  <ns0:pt x="972000" y="528595"/>
                </ns0:lnTo>
                <ns0:lnTo>
                  <ns0:pt x="973029" y="527561"/>
                </ns0:lnTo>
                <ns0:lnTo>
                  <ns0:pt x="974057" y="526369"/>
                </ns0:lnTo>
                <ns0:lnTo>
                  <ns0:pt x="975086" y="525331"/>
                </ns0:lnTo>
                <ns0:lnTo>
                  <ns0:pt x="976114" y="524253"/>
                </ns0:lnTo>
                <ns0:lnTo>
                  <ns0:pt x="977143" y="522801"/>
                </ns0:lnTo>
                <ns0:lnTo>
                  <ns0:pt x="978171" y="521315"/>
                </ns0:lnTo>
                <ns0:lnTo>
                  <ns0:pt x="979200" y="519510"/>
                </ns0:lnTo>
                <ns0:lnTo>
                  <ns0:pt x="980229" y="518411"/>
                </ns0:lnTo>
                <ns0:lnTo>
                  <ns0:pt x="981257" y="518359"/>
                </ns0:lnTo>
                <ns0:lnTo>
                  <ns0:pt x="982286" y="519192"/>
                </ns0:lnTo>
                <ns0:lnTo>
                  <ns0:pt x="983314" y="520146"/>
                </ns0:lnTo>
                <ns0:lnTo>
                  <ns0:pt x="984343" y="521099"/>
                </ns0:lnTo>
                <ns0:lnTo>
                  <ns0:pt x="985371" y="521703"/>
                </ns0:lnTo>
                <ns0:lnTo>
                  <ns0:pt x="986400" y="521737"/>
                </ns0:lnTo>
                <ns0:lnTo>
                  <ns0:pt x="987429" y="521736"/>
                </ns0:lnTo>
                <ns0:lnTo>
                  <ns0:pt x="988457" y="521721"/>
                </ns0:lnTo>
                <ns0:lnTo>
                  <ns0:pt x="989486" y="521642"/>
                </ns0:lnTo>
                <ns0:lnTo>
                  <ns0:pt x="990514" y="521317"/>
                </ns0:lnTo>
                <ns0:lnTo>
                  <ns0:pt x="991543" y="520575"/>
                </ns0:lnTo>
                <ns0:lnTo>
                  <ns0:pt x="992571" y="519846"/>
                </ns0:lnTo>
                <ns0:lnTo>
                  <ns0:pt x="993600" y="518598"/>
                </ns0:lnTo>
                <ns0:lnTo>
                  <ns0:pt x="994629" y="516863"/>
                </ns0:lnTo>
                <ns0:lnTo>
                  <ns0:pt x="995657" y="514694"/>
                </ns0:lnTo>
                <ns0:lnTo>
                  <ns0:pt x="996686" y="512711"/>
                </ns0:lnTo>
                <ns0:lnTo>
                  <ns0:pt x="997714" y="511382"/>
                </ns0:lnTo>
                <ns0:lnTo>
                  <ns0:pt x="998743" y="511380"/>
                </ns0:lnTo>
                <ns0:lnTo>
                  <ns0:pt x="999771" y="512009"/>
                </ns0:lnTo>
                <ns0:lnTo>
                  <ns0:pt x="1000800" y="512931"/>
                </ns0:lnTo>
                <ns0:lnTo>
                  <ns0:pt x="1001829" y="514131"/>
                </ns0:lnTo>
                <ns0:lnTo>
                  <ns0:pt x="1002857" y="515661"/>
                </ns0:lnTo>
                <ns0:lnTo>
                  <ns0:pt x="1003886" y="517121"/>
                </ns0:lnTo>
                <ns0:lnTo>
                  <ns0:pt x="1004914" y="518375"/>
                </ns0:lnTo>
                <ns0:lnTo>
                  <ns0:pt x="1005943" y="518976"/>
                </ns0:lnTo>
                <ns0:lnTo>
                  <ns0:pt x="1006971" y="519333"/>
                </ns0:lnTo>
                <ns0:lnTo>
                  <ns0:pt x="1008000" y="518269"/>
                </ns0:lnTo>
                <ns0:lnTo>
                  <ns0:pt x="1009029" y="516637"/>
                </ns0:lnTo>
                <ns0:lnTo>
                  <ns0:pt x="1010057" y="515374"/>
                </ns0:lnTo>
                <ns0:lnTo>
                  <ns0:pt x="1011086" y="514949"/>
                </ns0:lnTo>
                <ns0:lnTo>
                  <ns0:pt x="1012114" y="515015"/>
                </ns0:lnTo>
                <ns0:lnTo>
                  <ns0:pt x="1013143" y="515037"/>
                </ns0:lnTo>
                <ns0:lnTo>
                  <ns0:pt x="1014171" y="515158"/>
                </ns0:lnTo>
                <ns0:lnTo>
                  <ns0:pt x="1015200" y="515432"/>
                </ns0:lnTo>
                <ns0:lnTo>
                  <ns0:pt x="1016229" y="515715"/>
                </ns0:lnTo>
                <ns0:lnTo>
                  <ns0:pt x="1017257" y="516051"/>
                </ns0:lnTo>
                <ns0:lnTo>
                  <ns0:pt x="1018286" y="516398"/>
                </ns0:lnTo>
                <ns0:lnTo>
                  <ns0:pt x="1019314" y="516860"/>
                </ns0:lnTo>
                <ns0:lnTo>
                  <ns0:pt x="1020343" y="517358"/>
                </ns0:lnTo>
                <ns0:lnTo>
                  <ns0:pt x="1021371" y="517627"/>
                </ns0:lnTo>
                <ns0:lnTo>
                  <ns0:pt x="1022400" y="517909"/>
                </ns0:lnTo>
                <ns0:lnTo>
                  <ns0:pt x="1023429" y="518042"/>
                </ns0:lnTo>
                <ns0:lnTo>
                  <ns0:pt x="1024457" y="518495"/>
                </ns0:lnTo>
                <ns0:lnTo>
                  <ns0:pt x="1025486" y="518939"/>
                </ns0:lnTo>
                <ns0:lnTo>
                  <ns0:pt x="1026514" y="519055"/>
                </ns0:lnTo>
                <ns0:lnTo>
                  <ns0:pt x="1027543" y="518660"/>
                </ns0:lnTo>
                <ns0:lnTo>
                  <ns0:pt x="1028571" y="517499"/>
                </ns0:lnTo>
                <ns0:lnTo>
                  <ns0:pt x="1029600" y="521859"/>
                </ns0:lnTo>
                <ns0:lnTo>
                  <ns0:pt x="1030629" y="523332"/>
                </ns0:lnTo>
                <ns0:lnTo>
                  <ns0:pt x="1031657" y="524436"/>
                </ns0:lnTo>
                <ns0:lnTo>
                  <ns0:pt x="1032686" y="524251"/>
                </ns0:lnTo>
                <ns0:lnTo>
                  <ns0:pt x="1033714" y="522854"/>
                </ns0:lnTo>
                <ns0:lnTo>
                  <ns0:pt x="1034743" y="521246"/>
                </ns0:lnTo>
                <ns0:lnTo>
                  <ns0:pt x="1035771" y="519717"/>
                </ns0:lnTo>
                <ns0:lnTo>
                  <ns0:pt x="1036800" y="518294"/>
                </ns0:lnTo>
                <ns0:lnTo>
                  <ns0:pt x="1037829" y="516943"/>
                </ns0:lnTo>
                <ns0:lnTo>
                  <ns0:pt x="1038857" y="515662"/>
                </ns0:lnTo>
                <ns0:lnTo>
                  <ns0:pt x="1039886" y="514569"/>
                </ns0:lnTo>
                <ns0:lnTo>
                  <ns0:pt x="1040914" y="513868"/>
                </ns0:lnTo>
                <ns0:lnTo>
                  <ns0:pt x="1041943" y="513744"/>
                </ns0:lnTo>
                <ns0:lnTo>
                  <ns0:pt x="1042971" y="512920"/>
                </ns0:lnTo>
                <ns0:lnTo>
                  <ns0:pt x="1044000" y="511994"/>
                </ns0:lnTo>
                <ns0:lnTo>
                  <ns0:pt x="1045029" y="510590"/>
                </ns0:lnTo>
                <ns0:lnTo>
                  <ns0:pt x="1046057" y="508901"/>
                </ns0:lnTo>
                <ns0:lnTo>
                  <ns0:pt x="1047086" y="505750"/>
                </ns0:lnTo>
                <ns0:lnTo>
                  <ns0:pt x="1048114" y="501274"/>
                </ns0:lnTo>
                <ns0:lnTo>
                  <ns0:pt x="1049143" y="495363"/>
                </ns0:lnTo>
                <ns0:lnTo>
                  <ns0:pt x="1050171" y="488240"/>
                </ns0:lnTo>
                <ns0:lnTo>
                  <ns0:pt x="1051200" y="479875"/>
                </ns0:lnTo>
                <ns0:lnTo>
                  <ns0:pt x="1052229" y="471397"/>
                </ns0:lnTo>
                <ns0:lnTo>
                  <ns0:pt x="1053257" y="463176"/>
                </ns0:lnTo>
                <ns0:lnTo>
                  <ns0:pt x="1054286" y="455688"/>
                </ns0:lnTo>
                <ns0:lnTo>
                  <ns0:pt x="1055314" y="449494"/>
                </ns0:lnTo>
                <ns0:lnTo>
                  <ns0:pt x="1056343" y="444769"/>
                </ns0:lnTo>
                <ns0:lnTo>
                  <ns0:pt x="1057371" y="441118"/>
                </ns0:lnTo>
                <ns0:lnTo>
                  <ns0:pt x="1058400" y="437455"/>
                </ns0:lnTo>
                <ns0:lnTo>
                  <ns0:pt x="1059429" y="432183"/>
                </ns0:lnTo>
                <ns0:lnTo>
                  <ns0:pt x="1060457" y="425136"/>
                </ns0:lnTo>
                <ns0:lnTo>
                  <ns0:pt x="1061486" y="416829"/>
                </ns0:lnTo>
                <ns0:lnTo>
                  <ns0:pt x="1062514" y="407206"/>
                </ns0:lnTo>
                <ns0:lnTo>
                  <ns0:pt x="1063543" y="396623"/>
                </ns0:lnTo>
                <ns0:lnTo>
                  <ns0:pt x="1064571" y="386113"/>
                </ns0:lnTo>
                <ns0:lnTo>
                  <ns0:pt x="1065600" y="376058"/>
                </ns0:lnTo>
                <ns0:lnTo>
                  <ns0:pt x="1066629" y="367038"/>
                </ns0:lnTo>
                <ns0:lnTo>
                  <ns0:pt x="1067657" y="359339"/>
                </ns0:lnTo>
                <ns0:lnTo>
                  <ns0:pt x="1068686" y="352556"/>
                </ns0:lnTo>
                <ns0:lnTo>
                  <ns0:pt x="1069714" y="346317"/>
                </ns0:lnTo>
                <ns0:lnTo>
                  <ns0:pt x="1070743" y="340290"/>
                </ns0:lnTo>
                <ns0:lnTo>
                  <ns0:pt x="1071771" y="334677"/>
                </ns0:lnTo>
                <ns0:lnTo>
                  <ns0:pt x="1072800" y="328794"/>
                </ns0:lnTo>
                <ns0:lnTo>
                  <ns0:pt x="1073829" y="323077"/>
                </ns0:lnTo>
                <ns0:lnTo>
                  <ns0:pt x="1074857" y="317901"/>
                </ns0:lnTo>
                <ns0:lnTo>
                  <ns0:pt x="1075886" y="312543"/>
                </ns0:lnTo>
                <ns0:lnTo>
                  <ns0:pt x="1076914" y="307027"/>
                </ns0:lnTo>
                <ns0:lnTo>
                  <ns0:pt x="1077943" y="300622"/>
                </ns0:lnTo>
                <ns0:lnTo>
                  <ns0:pt x="1078971" y="292338"/>
                </ns0:lnTo>
                <ns0:lnTo>
                  <ns0:pt x="1080000" y="283206"/>
                </ns0:lnTo>
                <ns0:lnTo>
                  <ns0:pt x="1081029" y="274380"/>
                </ns0:lnTo>
                <ns0:lnTo>
                  <ns0:pt x="1082057" y="267172"/>
                </ns0:lnTo>
                <ns0:lnTo>
                  <ns0:pt x="1083086" y="262037"/>
                </ns0:lnTo>
                <ns0:lnTo>
                  <ns0:pt x="1084114" y="258599"/>
                </ns0:lnTo>
                <ns0:lnTo>
                  <ns0:pt x="1085143" y="255957"/>
                </ns0:lnTo>
                <ns0:lnTo>
                  <ns0:pt x="1086171" y="254134"/>
                </ns0:lnTo>
                <ns0:lnTo>
                  <ns0:pt x="1087200" y="253242"/>
                </ns0:lnTo>
                <ns0:lnTo>
                  <ns0:pt x="1088229" y="253377"/>
                </ns0:lnTo>
                <ns0:lnTo>
                  <ns0:pt x="1089257" y="254231"/>
                </ns0:lnTo>
                <ns0:lnTo>
                  <ns0:pt x="1090286" y="255414"/>
                </ns0:lnTo>
                <ns0:lnTo>
                  <ns0:pt x="1091314" y="256303"/>
                </ns0:lnTo>
                <ns0:lnTo>
                  <ns0:pt x="1092343" y="256666"/>
                </ns0:lnTo>
                <ns0:lnTo>
                  <ns0:pt x="1093371" y="256841"/>
                </ns0:lnTo>
                <ns0:lnTo>
                  <ns0:pt x="1094400" y="256884"/>
                </ns0:lnTo>
                <ns0:lnTo>
                  <ns0:pt x="1095429" y="257070"/>
                </ns0:lnTo>
                <ns0:lnTo>
                  <ns0:pt x="1096457" y="257575"/>
                </ns0:lnTo>
                <ns0:lnTo>
                  <ns0:pt x="1097486" y="258415"/>
                </ns0:lnTo>
                <ns0:lnTo>
                  <ns0:pt x="1098514" y="259282"/>
                </ns0:lnTo>
                <ns0:lnTo>
                  <ns0:pt x="1099543" y="260165"/>
                </ns0:lnTo>
                <ns0:lnTo>
                  <ns0:pt x="1100571" y="260851"/>
                </ns0:lnTo>
                <ns0:lnTo>
                  <ns0:pt x="1101600" y="260740"/>
                </ns0:lnTo>
                <ns0:lnTo>
                  <ns0:pt x="1102629" y="259458"/>
                </ns0:lnTo>
                <ns0:lnTo>
                  <ns0:pt x="1103657" y="257385"/>
                </ns0:lnTo>
                <ns0:lnTo>
                  <ns0:pt x="1104686" y="255658"/>
                </ns0:lnTo>
                <ns0:lnTo>
                  <ns0:pt x="1105714" y="254850"/>
                </ns0:lnTo>
                <ns0:lnTo>
                  <ns0:pt x="1106743" y="254990"/>
                </ns0:lnTo>
                <ns0:lnTo>
                  <ns0:pt x="1107771" y="255294"/>
                </ns0:lnTo>
                <ns0:lnTo>
                  <ns0:pt x="1108800" y="255291"/>
                </ns0:lnTo>
                <ns0:lnTo>
                  <ns0:pt x="1109829" y="255119"/>
                </ns0:lnTo>
                <ns0:lnTo>
                  <ns0:pt x="1110857" y="255642"/>
                </ns0:lnTo>
                <ns0:lnTo>
                  <ns0:pt x="1111886" y="257166"/>
                </ns0:lnTo>
                <ns0:lnTo>
                  <ns0:pt x="1112914" y="259104"/>
                </ns0:lnTo>
                <ns0:lnTo>
                  <ns0:pt x="1113943" y="260475"/>
                </ns0:lnTo>
                <ns0:lnTo>
                  <ns0:pt x="1114971" y="260935"/>
                </ns0:lnTo>
                <ns0:lnTo>
                  <ns0:pt x="1116000" y="260833"/>
                </ns0:lnTo>
                <ns0:lnTo>
                  <ns0:pt x="1117029" y="260864"/>
                </ns0:lnTo>
                <ns0:lnTo>
                  <ns0:pt x="1118057" y="261030"/>
                </ns0:lnTo>
                <ns0:lnTo>
                  <ns0:pt x="1119086" y="260997"/>
                </ns0:lnTo>
                <ns0:lnTo>
                  <ns0:pt x="1120114" y="260977"/>
                </ns0:lnTo>
                <ns0:lnTo>
                  <ns0:pt x="1121143" y="260871"/>
                </ns0:lnTo>
                <ns0:lnTo>
                  <ns0:pt x="1122171" y="260347"/>
                </ns0:lnTo>
                <ns0:lnTo>
                  <ns0:pt x="1123200" y="259424"/>
                </ns0:lnTo>
                <ns0:lnTo>
                  <ns0:pt x="1124229" y="258621"/>
                </ns0:lnTo>
                <ns0:lnTo>
                  <ns0:pt x="1125257" y="258265"/>
                </ns0:lnTo>
                <ns0:lnTo>
                  <ns0:pt x="1126286" y="258440"/>
                </ns0:lnTo>
                <ns0:lnTo>
                  <ns0:pt x="1127314" y="259219"/>
                </ns0:lnTo>
                <ns0:lnTo>
                  <ns0:pt x="1128343" y="260027"/>
                </ns0:lnTo>
                <ns0:lnTo>
                  <ns0:pt x="1129371" y="261176"/>
                </ns0:lnTo>
                <ns0:lnTo>
                  <ns0:pt x="1130400" y="262204"/>
                </ns0:lnTo>
                <ns0:lnTo>
                  <ns0:pt x="1131429" y="262880"/>
                </ns0:lnTo>
                <ns0:lnTo>
                  <ns0:pt x="1132457" y="262975"/>
                </ns0:lnTo>
                <ns0:lnTo>
                  <ns0:pt x="1133486" y="262592"/>
                </ns0:lnTo>
                <ns0:lnTo>
                  <ns0:pt x="1134514" y="262244"/>
                </ns0:lnTo>
                <ns0:lnTo>
                  <ns0:pt x="1135543" y="262179"/>
                </ns0:lnTo>
                <ns0:lnTo>
                  <ns0:pt x="1136571" y="261962"/>
                </ns0:lnTo>
                <ns0:lnTo>
                  <ns0:pt x="1137600" y="260803"/>
                </ns0:lnTo>
                <ns0:lnTo>
                  <ns0:pt x="1138629" y="258655"/>
                </ns0:lnTo>
                <ns0:lnTo>
                  <ns0:pt x="1139657" y="256297"/>
                </ns0:lnTo>
                <ns0:lnTo>
                  <ns0:pt x="1140686" y="254398"/>
                </ns0:lnTo>
                <ns0:lnTo>
                  <ns0:pt x="1141714" y="252968"/>
                </ns0:lnTo>
                <ns0:lnTo>
                  <ns0:pt x="1142743" y="251979"/>
                </ns0:lnTo>
                <ns0:lnTo>
                  <ns0:pt x="1143771" y="251400"/>
                </ns0:lnTo>
                <ns0:lnTo>
                  <ns0:pt x="1144800" y="251325"/>
                </ns0:lnTo>
                <ns0:lnTo>
                  <ns0:pt x="1145829" y="251449"/>
                </ns0:lnTo>
                <ns0:lnTo>
                  <ns0:pt x="1146857" y="251447"/>
                </ns0:lnTo>
                <ns0:lnTo>
                  <ns0:pt x="1147886" y="251521"/>
                </ns0:lnTo>
                <ns0:lnTo>
                  <ns0:pt x="1148914" y="251497"/>
                </ns0:lnTo>
                <ns0:lnTo>
                  <ns0:pt x="1149943" y="251086"/>
                </ns0:lnTo>
                <ns0:lnTo>
                  <ns0:pt x="1150971" y="249772"/>
                </ns0:lnTo>
                <ns0:lnTo>
                  <ns0:pt x="1152000" y="247386"/>
                </ns0:lnTo>
                <ns0:lnTo>
                  <ns0:pt x="1153029" y="244228"/>
                </ns0:lnTo>
                <ns0:lnTo>
                  <ns0:pt x="1154057" y="241251"/>
                </ns0:lnTo>
                <ns0:lnTo>
                  <ns0:pt x="1155086" y="238683"/>
                </ns0:lnTo>
                <ns0:lnTo>
                  <ns0:pt x="1156114" y="237001"/>
                </ns0:lnTo>
                <ns0:lnTo>
                  <ns0:pt x="1157143" y="235649"/>
                </ns0:lnTo>
                <ns0:lnTo>
                  <ns0:pt x="1158171" y="234956"/>
                </ns0:lnTo>
                <ns0:lnTo>
                  <ns0:pt x="1159200" y="234643"/>
                </ns0:lnTo>
                <ns0:lnTo>
                  <ns0:pt x="1160229" y="234305"/>
                </ns0:lnTo>
                <ns0:lnTo>
                  <ns0:pt x="1161257" y="233977"/>
                </ns0:lnTo>
                <ns0:lnTo>
                  <ns0:pt x="1162286" y="233465"/>
                </ns0:lnTo>
                <ns0:lnTo>
                  <ns0:pt x="1163314" y="232926"/>
                </ns0:lnTo>
                <ns0:lnTo>
                  <ns0:pt x="1164343" y="232739"/>
                </ns0:lnTo>
                <ns0:lnTo>
                  <ns0:pt x="1165371" y="232823"/>
                </ns0:lnTo>
                <ns0:lnTo>
                  <ns0:pt x="1166400" y="232927"/>
                </ns0:lnTo>
                <ns0:lnTo>
                  <ns0:pt x="1167429" y="233027"/>
                </ns0:lnTo>
                <ns0:lnTo>
                  <ns0:pt x="1168457" y="233100"/>
                </ns0:lnTo>
                <ns0:lnTo>
                  <ns0:pt x="1169486" y="232841"/>
                </ns0:lnTo>
                <ns0:lnTo>
                  <ns0:pt x="1170514" y="232694"/>
                </ns0:lnTo>
                <ns0:lnTo>
                  <ns0:pt x="1171543" y="233057"/>
                </ns0:lnTo>
                <ns0:lnTo>
                  <ns0:pt x="1172571" y="233767"/>
                </ns0:lnTo>
                <ns0:lnTo>
                  <ns0:pt x="1173600" y="234383"/>
                </ns0:lnTo>
                <ns0:lnTo>
                  <ns0:pt x="1174629" y="234564"/>
                </ns0:lnTo>
                <ns0:lnTo>
                  <ns0:pt x="1175657" y="234544"/>
                </ns0:lnTo>
                <ns0:lnTo>
                  <ns0:pt x="1176686" y="234190"/>
                </ns0:lnTo>
                <ns0:lnTo>
                  <ns0:pt x="1177714" y="233526"/>
                </ns0:lnTo>
                <ns0:lnTo>
                  <ns0:pt x="1178743" y="232440"/>
                </ns0:lnTo>
                <ns0:lnTo>
                  <ns0:pt x="1179771" y="230729"/>
                </ns0:lnTo>
                <ns0:lnTo>
                  <ns0:pt x="1180800" y="228655"/>
                </ns0:lnTo>
                <ns0:lnTo>
                  <ns0:pt x="1181829" y="226318"/>
                </ns0:lnTo>
                <ns0:lnTo>
                  <ns0:pt x="1182857" y="224809"/>
                </ns0:lnTo>
                <ns0:lnTo>
                  <ns0:pt x="1183886" y="223589"/>
                </ns0:lnTo>
                <ns0:lnTo>
                  <ns0:pt x="1184914" y="222515"/>
                </ns0:lnTo>
                <ns0:lnTo>
                  <ns0:pt x="1185943" y="221962"/>
                </ns0:lnTo>
                <ns0:lnTo>
                  <ns0:pt x="1186971" y="222100"/>
                </ns0:lnTo>
                <ns0:lnTo>
                  <ns0:pt x="1188000" y="222628"/>
                </ns0:lnTo>
                <ns0:lnTo>
                  <ns0:pt x="1189029" y="223409"/>
                </ns0:lnTo>
                <ns0:lnTo>
                  <ns0:pt x="1190057" y="224076"/>
                </ns0:lnTo>
                <ns0:lnTo>
                  <ns0:pt x="1191086" y="224667"/>
                </ns0:lnTo>
                <ns0:lnTo>
                  <ns0:pt x="1192114" y="225490"/>
                </ns0:lnTo>
                <ns0:lnTo>
                  <ns0:pt x="1193143" y="225884"/>
                </ns0:lnTo>
                <ns0:lnTo>
                  <ns0:pt x="1194171" y="225065"/>
                </ns0:lnTo>
                <ns0:lnTo>
                  <ns0:pt x="1195200" y="224132"/>
                </ns0:lnTo>
                <ns0:lnTo>
                  <ns0:pt x="1196229" y="223963"/>
                </ns0:lnTo>
                <ns0:lnTo>
                  <ns0:pt x="1197257" y="223885"/>
                </ns0:lnTo>
                <ns0:lnTo>
                  <ns0:pt x="1198286" y="223007"/>
                </ns0:lnTo>
                <ns0:lnTo>
                  <ns0:pt x="1199314" y="221605"/>
                </ns0:lnTo>
                <ns0:lnTo>
                  <ns0:pt x="1200343" y="220708"/>
                </ns0:lnTo>
                <ns0:lnTo>
                  <ns0:pt x="1201371" y="219779"/>
                </ns0:lnTo>
                <ns0:lnTo>
                  <ns0:pt x="1202400" y="218992"/>
                </ns0:lnTo>
                <ns0:lnTo>
                  <ns0:pt x="1203429" y="219080"/>
                </ns0:lnTo>
                <ns0:lnTo>
                  <ns0:pt x="1204457" y="220312"/>
                </ns0:lnTo>
                <ns0:lnTo>
                  <ns0:pt x="1205486" y="221570"/>
                </ns0:lnTo>
                <ns0:lnTo>
                  <ns0:pt x="1206514" y="222475"/>
                </ns0:lnTo>
                <ns0:lnTo>
                  <ns0:pt x="1207543" y="223085"/>
                </ns0:lnTo>
                <ns0:lnTo>
                  <ns0:pt x="1208571" y="223518"/>
                </ns0:lnTo>
                <ns0:lnTo>
                  <ns0:pt x="1209600" y="224041"/>
                </ns0:lnTo>
                <ns0:lnTo>
                  <ns0:pt x="1210629" y="224940"/>
                </ns0:lnTo>
                <ns0:lnTo>
                  <ns0:pt x="1211657" y="225874"/>
                </ns0:lnTo>
                <ns0:lnTo>
                  <ns0:pt x="1212686" y="226239"/>
                </ns0:lnTo>
                <ns0:lnTo>
                  <ns0:pt x="1213714" y="226251"/>
                </ns0:lnTo>
                <ns0:lnTo>
                  <ns0:pt x="1214743" y="226267"/>
                </ns0:lnTo>
                <ns0:lnTo>
                  <ns0:pt x="1215771" y="226643"/>
                </ns0:lnTo>
                <ns0:lnTo>
                  <ns0:pt x="1216800" y="227066"/>
                </ns0:lnTo>
                <ns0:lnTo>
                  <ns0:pt x="1217829" y="226879"/>
                </ns0:lnTo>
                <ns0:lnTo>
                  <ns0:pt x="1218857" y="226190"/>
                </ns0:lnTo>
                <ns0:lnTo>
                  <ns0:pt x="1219886" y="226016"/>
                </ns0:lnTo>
                <ns0:lnTo>
                  <ns0:pt x="1220914" y="226381"/>
                </ns0:lnTo>
                <ns0:lnTo>
                  <ns0:pt x="1221943" y="227350"/>
                </ns0:lnTo>
                <ns0:lnTo>
                  <ns0:pt x="1222971" y="228813"/>
                </ns0:lnTo>
                <ns0:lnTo>
                  <ns0:pt x="1224000" y="230355"/>
                </ns0:lnTo>
                <ns0:lnTo>
                  <ns0:pt x="1225029" y="231615"/>
                </ns0:lnTo>
                <ns0:lnTo>
                  <ns0:pt x="1226057" y="232618"/>
                </ns0:lnTo>
                <ns0:lnTo>
                  <ns0:pt x="1227086" y="233076"/>
                </ns0:lnTo>
                <ns0:lnTo>
                  <ns0:pt x="1228114" y="233069"/>
                </ns0:lnTo>
                <ns0:lnTo>
                  <ns0:pt x="1229143" y="232738"/>
                </ns0:lnTo>
                <ns0:lnTo>
                  <ns0:pt x="1230171" y="232047"/>
                </ns0:lnTo>
                <ns0:lnTo>
                  <ns0:pt x="1231200" y="231390"/>
                </ns0:lnTo>
                <ns0:lnTo>
                  <ns0:pt x="1232229" y="230653"/>
                </ns0:lnTo>
                <ns0:lnTo>
                  <ns0:pt x="1233257" y="229931"/>
                </ns0:lnTo>
                <ns0:lnTo>
                  <ns0:pt x="1234286" y="229321"/>
                </ns0:lnTo>
                <ns0:lnTo>
                  <ns0:pt x="1235314" y="228703"/>
                </ns0:lnTo>
                <ns0:lnTo>
                  <ns0:pt x="1236343" y="228494"/>
                </ns0:lnTo>
                <ns0:lnTo>
                  <ns0:pt x="1237371" y="229346"/>
                </ns0:lnTo>
                <ns0:lnTo>
                  <ns0:pt x="1238400" y="231233"/>
                </ns0:lnTo>
                <ns0:lnTo>
                  <ns0:pt x="1239429" y="233395"/>
                </ns0:lnTo>
                <ns0:lnTo>
                  <ns0:pt x="1240457" y="235242"/>
                </ns0:lnTo>
                <ns0:lnTo>
                  <ns0:pt x="1241486" y="236372"/>
                </ns0:lnTo>
                <ns0:lnTo>
                  <ns0:pt x="1242514" y="236648"/>
                </ns0:lnTo>
                <ns0:lnTo>
                  <ns0:pt x="1243543" y="236707"/>
                </ns0:lnTo>
                <ns0:lnTo>
                  <ns0:pt x="1244571" y="236715"/>
                </ns0:lnTo>
                <ns0:lnTo>
                  <ns0:pt x="1245600" y="236669"/>
                </ns0:lnTo>
                <ns0:lnTo>
                  <ns0:pt x="1246629" y="236598"/>
                </ns0:lnTo>
                <ns0:lnTo>
                  <ns0:pt x="1247657" y="236437"/>
                </ns0:lnTo>
                <ns0:lnTo>
                  <ns0:pt x="1248686" y="236133"/>
                </ns0:lnTo>
                <ns0:lnTo>
                  <ns0:pt x="1249714" y="235754"/>
                </ns0:lnTo>
                <ns0:lnTo>
                  <ns0:pt x="1250743" y="235994"/>
                </ns0:lnTo>
                <ns0:lnTo>
                  <ns0:pt x="1251771" y="237076"/>
                </ns0:lnTo>
                <ns0:lnTo>
                  <ns0:pt x="1252800" y="239202"/>
                </ns0:lnTo>
                <ns0:lnTo>
                  <ns0:pt x="1253829" y="241634"/>
                </ns0:lnTo>
                <ns0:lnTo>
                  <ns0:pt x="1254857" y="243334"/>
                </ns0:lnTo>
                <ns0:lnTo>
                  <ns0:pt x="1255886" y="244276"/>
                </ns0:lnTo>
                <ns0:lnTo>
                  <ns0:pt x="1256914" y="244586"/>
                </ns0:lnTo>
                <ns0:lnTo>
                  <ns0:pt x="1257943" y="244734"/>
                </ns0:lnTo>
                <ns0:lnTo>
                  <ns0:pt x="1258971" y="245543"/>
                </ns0:lnTo>
                <ns0:lnTo>
                  <ns0:pt x="1260000" y="246611"/>
                </ns0:lnTo>
                <ns0:lnTo>
                  <ns0:pt x="1261029" y="247877"/>
                </ns0:lnTo>
                <ns0:lnTo>
                  <ns0:pt x="1262057" y="249340"/>
                </ns0:lnTo>
                <ns0:lnTo>
                  <ns0:pt x="1263086" y="249760"/>
                </ns0:lnTo>
                <ns0:lnTo>
                  <ns0:pt x="1264114" y="249365"/>
                </ns0:lnTo>
                <ns0:lnTo>
                  <ns0:pt x="1265143" y="248658"/>
                </ns0:lnTo>
                <ns0:lnTo>
                  <ns0:pt x="1266171" y="248184"/>
                </ns0:lnTo>
                <ns0:lnTo>
                  <ns0:pt x="1267200" y="248079"/>
                </ns0:lnTo>
                <ns0:lnTo>
                  <ns0:pt x="1268229" y="248171"/>
                </ns0:lnTo>
                <ns0:lnTo>
                  <ns0:pt x="1269257" y="248181"/>
                </ns0:lnTo>
                <ns0:lnTo>
                  <ns0:pt x="1270286" y="248105"/>
                </ns0:lnTo>
                <ns0:lnTo>
                  <ns0:pt x="1271314" y="248164"/>
                </ns0:lnTo>
                <ns0:lnTo>
                  <ns0:pt x="1272343" y="248755"/>
                </ns0:lnTo>
                <ns0:lnTo>
                  <ns0:pt x="1273371" y="249625"/>
                </ns0:lnTo>
                <ns0:lnTo>
                  <ns0:pt x="1274400" y="250237"/>
                </ns0:lnTo>
                <ns0:lnTo>
                  <ns0:pt x="1275429" y="250728"/>
                </ns0:lnTo>
                <ns0:lnTo>
                  <ns0:pt x="1276457" y="251075"/>
                </ns0:lnTo>
                <ns0:lnTo>
                  <ns0:pt x="1277486" y="251175"/>
                </ns0:lnTo>
                <ns0:lnTo>
                  <ns0:pt x="1278514" y="251105"/>
                </ns0:lnTo>
                <ns0:lnTo>
                  <ns0:pt x="1279543" y="250925"/>
                </ns0:lnTo>
                <ns0:lnTo>
                  <ns0:pt x="1280571" y="251014"/>
                </ns0:lnTo>
                <ns0:lnTo>
                  <ns0:pt x="1281600" y="250821"/>
                </ns0:lnTo>
                <ns0:lnTo>
                  <ns0:pt x="1282629" y="250736"/>
                </ns0:lnTo>
                <ns0:lnTo>
                  <ns0:pt x="1283657" y="250900"/>
                </ns0:lnTo>
                <ns0:lnTo>
                  <ns0:pt x="1284686" y="251356"/>
                </ns0:lnTo>
                <ns0:lnTo>
                  <ns0:pt x="1285714" y="251696"/>
                </ns0:lnTo>
                <ns0:lnTo>
                  <ns0:pt x="1286743" y="252016"/>
                </ns0:lnTo>
                <ns0:lnTo>
                  <ns0:pt x="1287771" y="252319"/>
                </ns0:lnTo>
                <ns0:lnTo>
                  <ns0:pt x="1288800" y="252578"/>
                </ns0:lnTo>
                <ns0:lnTo>
                  <ns0:pt x="1289829" y="252684"/>
                </ns0:lnTo>
                <ns0:lnTo>
                  <ns0:pt x="1290857" y="252786"/>
                </ns0:lnTo>
                <ns0:lnTo>
                  <ns0:pt x="1291886" y="252635"/>
                </ns0:lnTo>
                <ns0:lnTo>
                  <ns0:pt x="1292914" y="252230"/>
                </ns0:lnTo>
                <ns0:lnTo>
                  <ns0:pt x="1293943" y="251798"/>
                </ns0:lnTo>
                <ns0:lnTo>
                  <ns0:pt x="1294971" y="251697"/>
                </ns0:lnTo>
                <ns0:lnTo>
                  <ns0:pt x="1296000" y="251832"/>
                </ns0:lnTo>
                <ns0:lnTo>
                  <ns0:pt x="1297029" y="251811"/>
                </ns0:lnTo>
                <ns0:lnTo>
                  <ns0:pt x="1298057" y="251524"/>
                </ns0:lnTo>
                <ns0:lnTo>
                  <ns0:pt x="1299086" y="251141"/>
                </ns0:lnTo>
                <ns0:lnTo>
                  <ns0:pt x="1300114" y="251021"/>
                </ns0:lnTo>
                <ns0:lnTo>
                  <ns0:pt x="1301143" y="251215"/>
                </ns0:lnTo>
                <ns0:lnTo>
                  <ns0:pt x="1302171" y="251311"/>
                </ns0:lnTo>
                <ns0:lnTo>
                  <ns0:pt x="1303200" y="250839"/>
                </ns0:lnTo>
                <ns0:lnTo>
                  <ns0:pt x="1304229" y="249841"/>
                </ns0:lnTo>
                <ns0:lnTo>
                  <ns0:pt x="1305257" y="248819"/>
                </ns0:lnTo>
                <ns0:lnTo>
                  <ns0:pt x="1306286" y="248191"/>
                </ns0:lnTo>
                <ns0:lnTo>
                  <ns0:pt x="1307314" y="248155"/>
                </ns0:lnTo>
                <ns0:lnTo>
                  <ns0:pt x="1308343" y="248046"/>
                </ns0:lnTo>
                <ns0:lnTo>
                  <ns0:pt x="1309371" y="247608"/>
                </ns0:lnTo>
                <ns0:lnTo>
                  <ns0:pt x="1310400" y="247190"/>
                </ns0:lnTo>
                <ns0:lnTo>
                  <ns0:pt x="1311429" y="247728"/>
                </ns0:lnTo>
                <ns0:lnTo>
                  <ns0:pt x="1312457" y="248087"/>
                </ns0:lnTo>
                <ns0:lnTo>
                  <ns0:pt x="1313486" y="247644"/>
                </ns0:lnTo>
                <ns0:lnTo>
                  <ns0:pt x="1314514" y="246949"/>
                </ns0:lnTo>
                <ns0:lnTo>
                  <ns0:pt x="1315543" y="246442"/>
                </ns0:lnTo>
                <ns0:lnTo>
                  <ns0:pt x="1316571" y="246202"/>
                </ns0:lnTo>
                <ns0:lnTo>
                  <ns0:pt x="1317600" y="246078"/>
                </ns0:lnTo>
                <ns0:lnTo>
                  <ns0:pt x="1318629" y="246109"/>
                </ns0:lnTo>
                <ns0:lnTo>
                  <ns0:pt x="1319657" y="246121"/>
                </ns0:lnTo>
                <ns0:lnTo>
                  <ns0:pt x="1320686" y="246099"/>
                </ns0:lnTo>
                <ns0:lnTo>
                  <ns0:pt x="1321714" y="246246"/>
                </ns0:lnTo>
                <ns0:lnTo>
                  <ns0:pt x="1322743" y="246696"/>
                </ns0:lnTo>
                <ns0:lnTo>
                  <ns0:pt x="1323771" y="247227"/>
                </ns0:lnTo>
                <ns0:lnTo>
                  <ns0:pt x="1324800" y="247797"/>
                </ns0:lnTo>
                <ns0:lnTo>
                  <ns0:pt x="1325829" y="248202"/>
                </ns0:lnTo>
                <ns0:lnTo>
                  <ns0:pt x="1326857" y="248447"/>
                </ns0:lnTo>
                <ns0:lnTo>
                  <ns0:pt x="1327886" y="248360"/>
                </ns0:lnTo>
                <ns0:lnTo>
                  <ns0:pt x="1328914" y="248445"/>
                </ns0:lnTo>
                <ns0:lnTo>
                  <ns0:pt x="1329943" y="248451"/>
                </ns0:lnTo>
                <ns0:lnTo>
                  <ns0:pt x="1330971" y="248450"/>
                </ns0:lnTo>
                <ns0:lnTo>
                  <ns0:pt x="1332000" y="248614"/>
                </ns0:lnTo>
                <ns0:lnTo>
                  <ns0:pt x="1333029" y="248846"/>
                </ns0:lnTo>
                <ns0:lnTo>
                  <ns0:pt x="1334057" y="248982"/>
                </ns0:lnTo>
                <ns0:lnTo>
                  <ns0:pt x="1335086" y="248894"/>
                </ns0:lnTo>
                <ns0:lnTo>
                  <ns0:pt x="1336114" y="247888"/>
                </ns0:lnTo>
                <ns0:lnTo>
                  <ns0:pt x="1337143" y="246079"/>
                </ns0:lnTo>
                <ns0:lnTo>
                  <ns0:pt x="1338171" y="244691"/>
                </ns0:lnTo>
                <ns0:lnTo>
                  <ns0:pt x="1339200" y="244186"/>
                </ns0:lnTo>
                <ns0:lnTo>
                  <ns0:pt x="1340229" y="244524"/>
                </ns0:lnTo>
                <ns0:lnTo>
                  <ns0:pt x="1341257" y="245032"/>
                </ns0:lnTo>
                <ns0:lnTo>
                  <ns0:pt x="1342286" y="245379"/>
                </ns0:lnTo>
                <ns0:lnTo>
                  <ns0:pt x="1343314" y="245756"/>
                </ns0:lnTo>
                <ns0:lnTo>
                  <ns0:pt x="1344343" y="245734"/>
                </ns0:lnTo>
                <ns0:lnTo>
                  <ns0:pt x="1345371" y="245813"/>
                </ns0:lnTo>
                <ns0:lnTo>
                  <ns0:pt x="1346400" y="246033"/>
                </ns0:lnTo>
                <ns0:lnTo>
                  <ns0:pt x="1347429" y="245772"/>
                </ns0:lnTo>
                <ns0:lnTo>
                  <ns0:pt x="1348457" y="244993"/>
                </ns0:lnTo>
                <ns0:lnTo>
                  <ns0:pt x="1349486" y="244150"/>
                </ns0:lnTo>
                <ns0:lnTo>
                  <ns0:pt x="1350514" y="243151"/>
                </ns0:lnTo>
                <ns0:lnTo>
                  <ns0:pt x="1351543" y="242163"/>
                </ns0:lnTo>
                <ns0:lnTo>
                  <ns0:pt x="1352571" y="240846"/>
                </ns0:lnTo>
                <ns0:lnTo>
                  <ns0:pt x="1353600" y="239602"/>
                </ns0:lnTo>
                <ns0:lnTo>
                  <ns0:pt x="1354629" y="238513"/>
                </ns0:lnTo>
                <ns0:lnTo>
                  <ns0:pt x="1355657" y="237971"/>
                </ns0:lnTo>
                <ns0:lnTo>
                  <ns0:pt x="1356686" y="238005"/>
                </ns0:lnTo>
                <ns0:lnTo>
                  <ns0:pt x="1357714" y="238375"/>
                </ns0:lnTo>
                <ns0:lnTo>
                  <ns0:pt x="1358743" y="239339"/>
                </ns0:lnTo>
                <ns0:lnTo>
                  <ns0:pt x="1359771" y="240685"/>
                </ns0:lnTo>
                <ns0:lnTo>
                  <ns0:pt x="1360800" y="241549"/>
                </ns0:lnTo>
                <ns0:lnTo>
                  <ns0:pt x="1361829" y="241821"/>
                </ns0:lnTo>
                <ns0:lnTo>
                  <ns0:pt x="1362857" y="241325"/>
                </ns0:lnTo>
                <ns0:lnTo>
                  <ns0:pt x="1363886" y="240105"/>
                </ns0:lnTo>
                <ns0:lnTo>
                  <ns0:pt x="1364914" y="238536"/>
                </ns0:lnTo>
                <ns0:lnTo>
                  <ns0:pt x="1365943" y="237296"/>
                </ns0:lnTo>
                <ns0:lnTo>
                  <ns0:pt x="1366971" y="236544"/>
                </ns0:lnTo>
                <ns0:lnTo>
                  <ns0:pt x="1368000" y="236019"/>
                </ns0:lnTo>
                <ns0:lnTo>
                  <ns0:pt x="1369029" y="235416"/>
                </ns0:lnTo>
                <ns0:lnTo>
                  <ns0:pt x="1370057" y="235323"/>
                </ns0:lnTo>
                <ns0:lnTo>
                  <ns0:pt x="1371086" y="235493"/>
                </ns0:lnTo>
                <ns0:lnTo>
                  <ns0:pt x="1372114" y="235491"/>
                </ns0:lnTo>
                <ns0:lnTo>
                  <ns0:pt x="1373143" y="235571"/>
                </ns0:lnTo>
                <ns0:lnTo>
                  <ns0:pt x="1374171" y="235983"/>
                </ns0:lnTo>
                <ns0:lnTo>
                  <ns0:pt x="1375200" y="237019"/>
                </ns0:lnTo>
                <ns0:lnTo>
                  <ns0:pt x="1376229" y="239403"/>
                </ns0:lnTo>
                <ns0:lnTo>
                  <ns0:pt x="1377257" y="242612"/>
                </ns0:lnTo>
                <ns0:lnTo>
                  <ns0:pt x="1378286" y="245884"/>
                </ns0:lnTo>
                <ns0:lnTo>
                  <ns0:pt x="1379314" y="249025"/>
                </ns0:lnTo>
                <ns0:lnTo>
                  <ns0:pt x="1380343" y="250957"/>
                </ns0:lnTo>
                <ns0:lnTo>
                  <ns0:pt x="1381371" y="252128"/>
                </ns0:lnTo>
                <ns0:lnTo>
                  <ns0:pt x="1382400" y="252691"/>
                </ns0:lnTo>
                <ns0:lnTo>
                  <ns0:pt x="1383429" y="252464"/>
                </ns0:lnTo>
                <ns0:lnTo>
                  <ns0:pt x="1384457" y="251334"/>
                </ns0:lnTo>
                <ns0:lnTo>
                  <ns0:pt x="1385486" y="249722"/>
                </ns0:lnTo>
                <ns0:lnTo>
                  <ns0:pt x="1386514" y="248385"/>
                </ns0:lnTo>
                <ns0:lnTo>
                  <ns0:pt x="1387543" y="247679"/>
                </ns0:lnTo>
                <ns0:lnTo>
                  <ns0:pt x="1388571" y="247796"/>
                </ns0:lnTo>
                <ns0:lnTo>
                  <ns0:pt x="1389600" y="248352"/>
                </ns0:lnTo>
                <ns0:lnTo>
                  <ns0:pt x="1390629" y="248983"/>
                </ns0:lnTo>
                <ns0:lnTo>
                  <ns0:pt x="1391657" y="249553"/>
                </ns0:lnTo>
                <ns0:lnTo>
                  <ns0:pt x="1392686" y="249766"/>
                </ns0:lnTo>
                <ns0:lnTo>
                  <ns0:pt x="1393714" y="249740"/>
                </ns0:lnTo>
                <ns0:lnTo>
                  <ns0:pt x="1394743" y="249564"/>
                </ns0:lnTo>
                <ns0:lnTo>
                  <ns0:pt x="1395771" y="249409"/>
                </ns0:lnTo>
                <ns0:lnTo>
                  <ns0:pt x="1396800" y="249352"/>
                </ns0:lnTo>
                <ns0:lnTo>
                  <ns0:pt x="1397829" y="249410"/>
                </ns0:lnTo>
                <ns0:lnTo>
                  <ns0:pt x="1398857" y="249289"/>
                </ns0:lnTo>
                <ns0:lnTo>
                  <ns0:pt x="1399886" y="248926"/>
                </ns0:lnTo>
                <ns0:lnTo>
                  <ns0:pt x="1400914" y="248711"/>
                </ns0:lnTo>
                <ns0:lnTo>
                  <ns0:pt x="1401943" y="248023"/>
                </ns0:lnTo>
                <ns0:lnTo>
                  <ns0:pt x="1402971" y="246901"/>
                </ns0:lnTo>
                <ns0:lnTo>
                  <ns0:pt x="1404000" y="246033"/>
                </ns0:lnTo>
                <ns0:lnTo>
                  <ns0:pt x="1405029" y="245010"/>
                </ns0:lnTo>
                <ns0:lnTo>
                  <ns0:pt x="1406057" y="245112"/>
                </ns0:lnTo>
                <ns0:lnTo>
                  <ns0:pt x="1407086" y="245416"/>
                </ns0:lnTo>
                <ns0:lnTo>
                  <ns0:pt x="1408114" y="245707"/>
                </ns0:lnTo>
                <ns0:lnTo>
                  <ns0:pt x="1409143" y="246107"/>
                </ns0:lnTo>
                <ns0:lnTo>
                  <ns0:pt x="1410171" y="246623"/>
                </ns0:lnTo>
                <ns0:lnTo>
                  <ns0:pt x="1411200" y="246869"/>
                </ns0:lnTo>
                <ns0:lnTo>
                  <ns0:pt x="1412229" y="246843"/>
                </ns0:lnTo>
                <ns0:lnTo>
                  <ns0:pt x="1413257" y="246699"/>
                </ns0:lnTo>
                <ns0:lnTo>
                  <ns0:pt x="1414286" y="246207"/>
                </ns0:lnTo>
                <ns0:lnTo>
                  <ns0:pt x="1415314" y="245367"/>
                </ns0:lnTo>
                <ns0:lnTo>
                  <ns0:pt x="1416343" y="244642"/>
                </ns0:lnTo>
                <ns0:lnTo>
                  <ns0:pt x="1417371" y="244047"/>
                </ns0:lnTo>
                <ns0:lnTo>
                  <ns0:pt x="1418400" y="243738"/>
                </ns0:lnTo>
                <ns0:lnTo>
                  <ns0:pt x="1419429" y="243751"/>
                </ns0:lnTo>
                <ns0:lnTo>
                  <ns0:pt x="1420457" y="243858"/>
                </ns0:lnTo>
                <ns0:lnTo>
                  <ns0:pt x="1421486" y="243857"/>
                </ns0:lnTo>
                <ns0:lnTo>
                  <ns0:pt x="1422514" y="243926"/>
                </ns0:lnTo>
                <ns0:lnTo>
                  <ns0:pt x="1423543" y="244364"/>
                </ns0:lnTo>
                <ns0:lnTo>
                  <ns0:pt x="1424571" y="245165"/>
                </ns0:lnTo>
                <ns0:lnTo>
                  <ns0:pt x="1425600" y="246365"/>
                </ns0:lnTo>
                <ns0:lnTo>
                  <ns0:pt x="1426629" y="247274"/>
                </ns0:lnTo>
                <ns0:lnTo>
                  <ns0:pt x="1427657" y="247236"/>
                </ns0:lnTo>
                <ns0:lnTo>
                  <ns0:pt x="1428686" y="245282"/>
                </ns0:lnTo>
                <ns0:lnTo>
                  <ns0:pt x="1429714" y="242532"/>
                </ns0:lnTo>
                <ns0:lnTo>
                  <ns0:pt x="1430743" y="239786"/>
                </ns0:lnTo>
                <ns0:lnTo>
                  <ns0:pt x="1431771" y="236993"/>
                </ns0:lnTo>
                <ns0:lnTo>
                  <ns0:pt x="1432800" y="234772"/>
                </ns0:lnTo>
                <ns0:lnTo>
                  <ns0:pt x="1433829" y="233202"/>
                </ns0:lnTo>
                <ns0:lnTo>
                  <ns0:pt x="1434857" y="232223"/>
                </ns0:lnTo>
                <ns0:lnTo>
                  <ns0:pt x="1435886" y="231407"/>
                </ns0:lnTo>
                <ns0:lnTo>
                  <ns0:pt x="1436914" y="231307"/>
                </ns0:lnTo>
                <ns0:lnTo>
                  <ns0:pt x="1437943" y="232175"/>
                </ns0:lnTo>
                <ns0:lnTo>
                  <ns0:pt x="1438971" y="233381"/>
                </ns0:lnTo>
                <ns0:lnTo>
                  <ns0:pt x="1440000" y="234798"/>
                </ns0:lnTo>
                <ns0:lnTo>
                  <ns0:pt x="1440000" y="189739"/>
                </ns0:lnTo>
                <ns0:lnTo>
                  <ns0:pt x="1440000" y="189739"/>
                </ns0:lnTo>
                <ns0:lnTo>
                  <ns0:pt x="1438971" y="189600"/>
                </ns0:lnTo>
                <ns0:lnTo>
                  <ns0:pt x="1437943" y="189664"/>
                </ns0:lnTo>
                <ns0:lnTo>
                  <ns0:pt x="1436914" y="190114"/>
                </ns0:lnTo>
                <ns0:lnTo>
                  <ns0:pt x="1435886" y="191175"/>
                </ns0:lnTo>
                <ns0:lnTo>
                  <ns0:pt x="1434857" y="192307"/>
                </ns0:lnTo>
                <ns0:lnTo>
                  <ns0:pt x="1433829" y="193384"/>
                </ns0:lnTo>
                <ns0:lnTo>
                  <ns0:pt x="1432800" y="194381"/>
                </ns0:lnTo>
                <ns0:lnTo>
                  <ns0:pt x="1431771" y="195240"/>
                </ns0:lnTo>
                <ns0:lnTo>
                  <ns0:pt x="1430743" y="195949"/>
                </ns0:lnTo>
                <ns0:lnTo>
                  <ns0:pt x="1429714" y="196673"/>
                </ns0:lnTo>
                <ns0:lnTo>
                  <ns0:pt x="1428686" y="197397"/>
                </ns0:lnTo>
                <ns0:lnTo>
                  <ns0:pt x="1427657" y="198289"/>
                </ns0:lnTo>
                <ns0:lnTo>
                  <ns0:pt x="1426629" y="198287"/>
                </ns0:lnTo>
                <ns0:lnTo>
                  <ns0:pt x="1425600" y="198234"/>
                </ns0:lnTo>
                <ns0:lnTo>
                  <ns0:pt x="1424571" y="197593"/>
                </ns0:lnTo>
                <ns0:lnTo>
                  <ns0:pt x="1423543" y="196227"/>
                </ns0:lnTo>
                <ns0:lnTo>
                  <ns0:pt x="1422514" y="194524"/>
                </ns0:lnTo>
                <ns0:lnTo>
                  <ns0:pt x="1421486" y="193270"/>
                </ns0:lnTo>
                <ns0:lnTo>
                  <ns0:pt x="1420457" y="193251"/>
                </ns0:lnTo>
                <ns0:lnTo>
                  <ns0:pt x="1419429" y="194491"/>
                </ns0:lnTo>
                <ns0:lnTo>
                  <ns0:pt x="1418400" y="195922"/>
                </ns0:lnTo>
                <ns0:lnTo>
                  <ns0:pt x="1417371" y="197204"/>
                </ns0:lnTo>
                <ns0:lnTo>
                  <ns0:pt x="1416343" y="198188"/>
                </ns0:lnTo>
                <ns0:lnTo>
                  <ns0:pt x="1415314" y="199401"/>
                </ns0:lnTo>
                <ns0:lnTo>
                  <ns0:pt x="1414286" y="200947"/>
                </ns0:lnTo>
                <ns0:lnTo>
                  <ns0:pt x="1413257" y="202355"/>
                </ns0:lnTo>
                <ns0:lnTo>
                  <ns0:pt x="1412229" y="203205"/>
                </ns0:lnTo>
                <ns0:lnTo>
                  <ns0:pt x="1411200" y="203385"/>
                </ns0:lnTo>
                <ns0:lnTo>
                  <ns0:pt x="1410171" y="202724"/>
                </ns0:lnTo>
                <ns0:lnTo>
                  <ns0:pt x="1409143" y="202043"/>
                </ns0:lnTo>
                <ns0:lnTo>
                  <ns0:pt x="1408114" y="201755"/>
                </ns0:lnTo>
                <ns0:lnTo>
                  <ns0:pt x="1407086" y="201681"/>
                </ns0:lnTo>
                <ns0:lnTo>
                  <ns0:pt x="1406057" y="201679"/>
                </ns0:lnTo>
                <ns0:lnTo>
                  <ns0:pt x="1405029" y="201697"/>
                </ns0:lnTo>
                <ns0:lnTo>
                  <ns0:pt x="1404000" y="201413"/>
                </ns0:lnTo>
                <ns0:lnTo>
                  <ns0:pt x="1402971" y="201160"/>
                </ns0:lnTo>
                <ns0:lnTo>
                  <ns0:pt x="1401943" y="200889"/>
                </ns0:lnTo>
                <ns0:lnTo>
                  <ns0:pt x="1400914" y="200805"/>
                </ns0:lnTo>
                <ns0:lnTo>
                  <ns0:pt x="1399886" y="200855"/>
                </ns0:lnTo>
                <ns0:lnTo>
                  <ns0:pt x="1398857" y="201301"/>
                </ns0:lnTo>
                <ns0:lnTo>
                  <ns0:pt x="1397829" y="202197"/>
                </ns0:lnTo>
                <ns0:lnTo>
                  <ns0:pt x="1396800" y="202587"/>
                </ns0:lnTo>
                <ns0:lnTo>
                  <ns0:pt x="1395771" y="202356"/>
                </ns0:lnTo>
                <ns0:lnTo>
                  <ns0:pt x="1394743" y="201661"/>
                </ns0:lnTo>
                <ns0:lnTo>
                  <ns0:pt x="1393714" y="200647"/>
                </ns0:lnTo>
                <ns0:lnTo>
                  <ns0:pt x="1392686" y="199825"/>
                </ns0:lnTo>
                <ns0:lnTo>
                  <ns0:pt x="1391657" y="198546"/>
                </ns0:lnTo>
                <ns0:lnTo>
                  <ns0:pt x="1390629" y="197207"/>
                </ns0:lnTo>
                <ns0:lnTo>
                  <ns0:pt x="1389600" y="196363"/>
                </ns0:lnTo>
                <ns0:lnTo>
                  <ns0:pt x="1388571" y="195914"/>
                </ns0:lnTo>
                <ns0:lnTo>
                  <ns0:pt x="1387543" y="195813"/>
                </ns0:lnTo>
                <ns0:lnTo>
                  <ns0:pt x="1386514" y="196438"/>
                </ns0:lnTo>
                <ns0:lnTo>
                  <ns0:pt x="1385486" y="197546"/>
                </ns0:lnTo>
                <ns0:lnTo>
                  <ns0:pt x="1384457" y="198830"/>
                </ns0:lnTo>
                <ns0:lnTo>
                  <ns0:pt x="1383429" y="199832"/>
                </ns0:lnTo>
                <ns0:lnTo>
                  <ns0:pt x="1382400" y="200063"/>
                </ns0:lnTo>
                <ns0:lnTo>
                  <ns0:pt x="1381371" y="199566"/>
                </ns0:lnTo>
                <ns0:lnTo>
                  <ns0:pt x="1380343" y="198815"/>
                </ns0:lnTo>
                <ns0:lnTo>
                  <ns0:pt x="1379314" y="198211"/>
                </ns0:lnTo>
                <ns0:lnTo>
                  <ns0:pt x="1378286" y="198203"/>
                </ns0:lnTo>
                <ns0:lnTo>
                  <ns0:pt x="1377257" y="198635"/>
                </ns0:lnTo>
                <ns0:lnTo>
                  <ns0:pt x="1376229" y="199277"/>
                </ns0:lnTo>
                <ns0:lnTo>
                  <ns0:pt x="1375200" y="199693"/>
                </ns0:lnTo>
                <ns0:lnTo>
                  <ns0:pt x="1374171" y="199639"/>
                </ns0:lnTo>
                <ns0:lnTo>
                  <ns0:pt x="1373143" y="199437"/>
                </ns0:lnTo>
                <ns0:lnTo>
                  <ns0:pt x="1372114" y="199296"/>
                </ns0:lnTo>
                <ns0:lnTo>
                  <ns0:pt x="1371086" y="199863"/>
                </ns0:lnTo>
                <ns0:lnTo>
                  <ns0:pt x="1370057" y="201904"/>
                </ns0:lnTo>
                <ns0:lnTo>
                  <ns0:pt x="1369029" y="204927"/>
                </ns0:lnTo>
                <ns0:lnTo>
                  <ns0:pt x="1368000" y="208361"/>
                </ns0:lnTo>
                <ns0:lnTo>
                  <ns0:pt x="1366971" y="211090"/>
                </ns0:lnTo>
                <ns0:lnTo>
                  <ns0:pt x="1365943" y="213676"/>
                </ns0:lnTo>
                <ns0:lnTo>
                  <ns0:pt x="1364914" y="215915"/>
                </ns0:lnTo>
                <ns0:lnTo>
                  <ns0:pt x="1363886" y="217345"/>
                </ns0:lnTo>
                <ns0:lnTo>
                  <ns0:pt x="1362857" y="218177"/>
                </ns0:lnTo>
                <ns0:lnTo>
                  <ns0:pt x="1361829" y="218757"/>
                </ns0:lnTo>
                <ns0:lnTo>
                  <ns0:pt x="1360800" y="218340"/>
                </ns0:lnTo>
                <ns0:lnTo>
                  <ns0:pt x="1359771" y="216948"/>
                </ns0:lnTo>
                <ns0:lnTo>
                  <ns0:pt x="1358743" y="215364"/>
                </ns0:lnTo>
                <ns0:lnTo>
                  <ns0:pt x="1357714" y="213473"/>
                </ns0:lnTo>
                <ns0:lnTo>
                  <ns0:pt x="1356686" y="212155"/>
                </ns0:lnTo>
                <ns0:lnTo>
                  <ns0:pt x="1355657" y="212083"/>
                </ns0:lnTo>
                <ns0:lnTo>
                  <ns0:pt x="1354629" y="212595"/>
                </ns0:lnTo>
                <ns0:lnTo>
                  <ns0:pt x="1353600" y="213039"/>
                </ns0:lnTo>
                <ns0:lnTo>
                  <ns0:pt x="1352571" y="213230"/>
                </ns0:lnTo>
                <ns0:lnTo>
                  <ns0:pt x="1351543" y="213222"/>
                </ns0:lnTo>
                <ns0:lnTo>
                  <ns0:pt x="1350514" y="213251"/>
                </ns0:lnTo>
                <ns0:lnTo>
                  <ns0:pt x="1349486" y="213349"/>
                </ns0:lnTo>
                <ns0:lnTo>
                  <ns0:pt x="1348457" y="213705"/>
                </ns0:lnTo>
                <ns0:lnTo>
                  <ns0:pt x="1347429" y="214482"/>
                </ns0:lnTo>
                <ns0:lnTo>
                  <ns0:pt x="1346400" y="215729"/>
                </ns0:lnTo>
                <ns0:lnTo>
                  <ns0:pt x="1345371" y="217331"/>
                </ns0:lnTo>
                <ns0:lnTo>
                  <ns0:pt x="1344343" y="218407"/>
                </ns0:lnTo>
                <ns0:lnTo>
                  <ns0:pt x="1343314" y="218482"/>
                </ns0:lnTo>
                <ns0:lnTo>
                  <ns0:pt x="1342286" y="218067"/>
                </ns0:lnTo>
                <ns0:lnTo>
                  <ns0:pt x="1341257" y="217571"/>
                </ns0:lnTo>
                <ns0:lnTo>
                  <ns0:pt x="1340229" y="217206"/>
                </ns0:lnTo>
                <ns0:lnTo>
                  <ns0:pt x="1339200" y="217181"/>
                </ns0:lnTo>
                <ns0:lnTo>
                  <ns0:pt x="1338171" y="217097"/>
                </ns0:lnTo>
                <ns0:lnTo>
                  <ns0:pt x="1337143" y="216855"/>
                </ns0:lnTo>
                <ns0:lnTo>
                  <ns0:pt x="1336114" y="216847"/>
                </ns0:lnTo>
                <ns0:lnTo>
                  <ns0:pt x="1335086" y="217643"/>
                </ns0:lnTo>
                <ns0:lnTo>
                  <ns0:pt x="1334057" y="218810"/>
                </ns0:lnTo>
                <ns0:lnTo>
                  <ns0:pt x="1333029" y="219570"/>
                </ns0:lnTo>
                <ns0:lnTo>
                  <ns0:pt x="1332000" y="220378"/>
                </ns0:lnTo>
                <ns0:lnTo>
                  <ns0:pt x="1330971" y="220998"/>
                </ns0:lnTo>
                <ns0:lnTo>
                  <ns0:pt x="1329943" y="221227"/>
                </ns0:lnTo>
                <ns0:lnTo>
                  <ns0:pt x="1328914" y="221218"/>
                </ns0:lnTo>
                <ns0:lnTo>
                  <ns0:pt x="1327886" y="221181"/>
                </ns0:lnTo>
                <ns0:lnTo>
                  <ns0:pt x="1326857" y="221189"/>
                </ns0:lnTo>
                <ns0:lnTo>
                  <ns0:pt x="1325829" y="221189"/>
                </ns0:lnTo>
                <ns0:lnTo>
                  <ns0:pt x="1324800" y="221145"/>
                </ns0:lnTo>
                <ns0:lnTo>
                  <ns0:pt x="1323771" y="221047"/>
                </ns0:lnTo>
                <ns0:lnTo>
                  <ns0:pt x="1322743" y="220755"/>
                </ns0:lnTo>
                <ns0:lnTo>
                  <ns0:pt x="1321714" y="220343"/>
                </ns0:lnTo>
                <ns0:lnTo>
                  <ns0:pt x="1320686" y="219599"/>
                </ns0:lnTo>
                <ns0:lnTo>
                  <ns0:pt x="1319657" y="219172"/>
                </ns0:lnTo>
                <ns0:lnTo>
                  <ns0:pt x="1318629" y="218991"/>
                </ns0:lnTo>
                <ns0:lnTo>
                  <ns0:pt x="1317600" y="218853"/>
                </ns0:lnTo>
                <ns0:lnTo>
                  <ns0:pt x="1316571" y="219083"/>
                </ns0:lnTo>
                <ns0:lnTo>
                  <ns0:pt x="1315543" y="219563"/>
                </ns0:lnTo>
                <ns0:lnTo>
                  <ns0:pt x="1314514" y="220022"/>
                </ns0:lnTo>
                <ns0:lnTo>
                  <ns0:pt x="1313486" y="220087"/>
                </ns0:lnTo>
                <ns0:lnTo>
                  <ns0:pt x="1312457" y="219999"/>
                </ns0:lnTo>
                <ns0:lnTo>
                  <ns0:pt x="1311429" y="220086"/>
                </ns0:lnTo>
                <ns0:lnTo>
                  <ns0:pt x="1310400" y="220212"/>
                </ns0:lnTo>
                <ns0:lnTo>
                  <ns0:pt x="1309371" y="220197"/>
                </ns0:lnTo>
                <ns0:lnTo>
                  <ns0:pt x="1308343" y="220655"/>
                </ns0:lnTo>
                <ns0:lnTo>
                  <ns0:pt x="1307314" y="221690"/>
                </ns0:lnTo>
                <ns0:lnTo>
                  <ns0:pt x="1306286" y="223421"/>
                </ns0:lnTo>
                <ns0:lnTo>
                  <ns0:pt x="1305257" y="225449"/>
                </ns0:lnTo>
                <ns0:lnTo>
                  <ns0:pt x="1304229" y="226666"/>
                </ns0:lnTo>
                <ns0:lnTo>
                  <ns0:pt x="1303200" y="227234"/>
                </ns0:lnTo>
                <ns0:lnTo>
                  <ns0:pt x="1302171" y="227443"/>
                </ns0:lnTo>
                <ns0:lnTo>
                  <ns0:pt x="1301143" y="227416"/>
                </ns0:lnTo>
                <ns0:lnTo>
                  <ns0:pt x="1300114" y="227351"/>
                </ns0:lnTo>
                <ns0:lnTo>
                  <ns0:pt x="1299086" y="227406"/>
                </ns0:lnTo>
                <ns0:lnTo>
                  <ns0:pt x="1298057" y="227607"/>
                </ns0:lnTo>
                <ns0:lnTo>
                  <ns0:pt x="1297029" y="228055"/>
                </ns0:lnTo>
                <ns0:lnTo>
                  <ns0:pt x="1296000" y="228273"/>
                </ns0:lnTo>
                <ns0:lnTo>
                  <ns0:pt x="1294971" y="228849"/>
                </ns0:lnTo>
                <ns0:lnTo>
                  <ns0:pt x="1293943" y="228584"/>
                </ns0:lnTo>
                <ns0:lnTo>
                  <ns0:pt x="1292914" y="227375"/>
                </ns0:lnTo>
                <ns0:lnTo>
                  <ns0:pt x="1291886" y="225941"/>
                </ns0:lnTo>
                <ns0:lnTo>
                  <ns0:pt x="1290857" y="224416"/>
                </ns0:lnTo>
                <ns0:lnTo>
                  <ns0:pt x="1289829" y="223941"/>
                </ns0:lnTo>
                <ns0:lnTo>
                  <ns0:pt x="1288800" y="223840"/>
                </ns0:lnTo>
                <ns0:lnTo>
                  <ns0:pt x="1287771" y="223790"/>
                </ns0:lnTo>
                <ns0:lnTo>
                  <ns0:pt x="1286743" y="223820"/>
                </ns0:lnTo>
                <ns0:lnTo>
                  <ns0:pt x="1285714" y="223835"/>
                </ns0:lnTo>
                <ns0:lnTo>
                  <ns0:pt x="1284686" y="223829"/>
                </ns0:lnTo>
                <ns0:lnTo>
                  <ns0:pt x="1283657" y="223763"/>
                </ns0:lnTo>
                <ns0:lnTo>
                  <ns0:pt x="1282629" y="223602"/>
                </ns0:lnTo>
                <ns0:lnTo>
                  <ns0:pt x="1281600" y="223777"/>
                </ns0:lnTo>
                <ns0:lnTo>
                  <ns0:pt x="1280571" y="223993"/>
                </ns0:lnTo>
                <ns0:lnTo>
                  <ns0:pt x="1279543" y="223973"/>
                </ns0:lnTo>
                <ns0:lnTo>
                  <ns0:pt x="1278514" y="223968"/>
                </ns0:lnTo>
                <ns0:lnTo>
                  <ns0:pt x="1277486" y="223966"/>
                </ns0:lnTo>
                <ns0:lnTo>
                  <ns0:pt x="1276457" y="223949"/>
                </ns0:lnTo>
                <ns0:lnTo>
                  <ns0:pt x="1275429" y="223779"/>
                </ns0:lnTo>
                <ns0:lnTo>
                  <ns0:pt x="1274400" y="223337"/>
                </ns0:lnTo>
                <ns0:lnTo>
                  <ns0:pt x="1273371" y="222826"/>
                </ns0:lnTo>
                <ns0:lnTo>
                  <ns0:pt x="1272343" y="222012"/>
                </ns0:lnTo>
                <ns0:lnTo>
                  <ns0:pt x="1271314" y="220654"/>
                </ns0:lnTo>
                <ns0:lnTo>
                  <ns0:pt x="1270286" y="218966"/>
                </ns0:lnTo>
                <ns0:lnTo>
                  <ns0:pt x="1269257" y="217651"/>
                </ns0:lnTo>
                <ns0:lnTo>
                  <ns0:pt x="1268229" y="217738"/>
                </ns0:lnTo>
                <ns0:lnTo>
                  <ns0:pt x="1267200" y="218597"/>
                </ns0:lnTo>
                <ns0:lnTo>
                  <ns0:pt x="1266171" y="220259"/>
                </ns0:lnTo>
                <ns0:lnTo>
                  <ns0:pt x="1265143" y="221949"/>
                </ns0:lnTo>
                <ns0:lnTo>
                  <ns0:pt x="1264114" y="222738"/>
                </ns0:lnTo>
                <ns0:lnTo>
                  <ns0:pt x="1263086" y="222924"/>
                </ns0:lnTo>
                <ns0:lnTo>
                  <ns0:pt x="1262057" y="222766"/>
                </ns0:lnTo>
                <ns0:lnTo>
                  <ns0:pt x="1261029" y="222005"/>
                </ns0:lnTo>
                <ns0:lnTo>
                  <ns0:pt x="1260000" y="220092"/>
                </ns0:lnTo>
                <ns0:lnTo>
                  <ns0:pt x="1258971" y="217708"/>
                </ns0:lnTo>
                <ns0:lnTo>
                  <ns0:pt x="1257943" y="215138"/>
                </ns0:lnTo>
                <ns0:lnTo>
                  <ns0:pt x="1256914" y="212032"/>
                </ns0:lnTo>
                <ns0:lnTo>
                  <ns0:pt x="1255886" y="209080"/>
                </ns0:lnTo>
                <ns0:lnTo>
                  <ns0:pt x="1254857" y="206566"/>
                </ns0:lnTo>
                <ns0:lnTo>
                  <ns0:pt x="1253829" y="204850"/>
                </ns0:lnTo>
                <ns0:lnTo>
                  <ns0:pt x="1252800" y="204405"/>
                </ns0:lnTo>
                <ns0:lnTo>
                  <ns0:pt x="1251771" y="204507"/>
                </ns0:lnTo>
                <ns0:lnTo>
                  <ns0:pt x="1250743" y="204629"/>
                </ns0:lnTo>
                <ns0:lnTo>
                  <ns0:pt x="1249714" y="204639"/>
                </ns0:lnTo>
                <ns0:lnTo>
                  <ns0:pt x="1248686" y="204659"/>
                </ns0:lnTo>
                <ns0:lnTo>
                  <ns0:pt x="1247657" y="204696"/>
                </ns0:lnTo>
                <ns0:lnTo>
                  <ns0:pt x="1246629" y="204764"/>
                </ns0:lnTo>
                <ns0:lnTo>
                  <ns0:pt x="1245600" y="204859"/>
                </ns0:lnTo>
                <ns0:lnTo>
                  <ns0:pt x="1244571" y="205044"/>
                </ns0:lnTo>
                <ns0:lnTo>
                  <ns0:pt x="1243543" y="204493"/>
                </ns0:lnTo>
                <ns0:lnTo>
                  <ns0:pt x="1242514" y="203068"/>
                </ns0:lnTo>
                <ns0:lnTo>
                  <ns0:pt x="1241486" y="201367"/>
                </ns0:lnTo>
                <ns0:lnTo>
                  <ns0:pt x="1240457" y="199852"/>
                </ns0:lnTo>
                <ns0:lnTo>
                  <ns0:pt x="1239429" y="199138"/>
                </ns0:lnTo>
                <ns0:lnTo>
                  <ns0:pt x="1238400" y="198945"/>
                </ns0:lnTo>
                <ns0:lnTo>
                  <ns0:pt x="1237371" y="199151"/>
                </ns0:lnTo>
                <ns0:lnTo>
                  <ns0:pt x="1236343" y="199277"/>
                </ns0:lnTo>
                <ns0:lnTo>
                  <ns0:pt x="1235314" y="199289"/>
                </ns0:lnTo>
                <ns0:lnTo>
                  <ns0:pt x="1234286" y="199665"/>
                </ns0:lnTo>
                <ns0:lnTo>
                  <ns0:pt x="1233257" y="200358"/>
                </ns0:lnTo>
                <ns0:lnTo>
                  <ns0:pt x="1232229" y="201378"/>
                </ns0:lnTo>
                <ns0:lnTo>
                  <ns0:pt x="1231200" y="203190"/>
                </ns0:lnTo>
                <ns0:lnTo>
                  <ns0:pt x="1230171" y="205310"/>
                </ns0:lnTo>
                <ns0:lnTo>
                  <ns0:pt x="1229143" y="207329"/>
                </ns0:lnTo>
                <ns0:lnTo>
                  <ns0:pt x="1228114" y="208650"/>
                </ns0:lnTo>
                <ns0:lnTo>
                  <ns0:pt x="1227086" y="208663"/>
                </ns0:lnTo>
                <ns0:lnTo>
                  <ns0:pt x="1226057" y="208298"/>
                </ns0:lnTo>
                <ns0:lnTo>
                  <ns0:pt x="1225029" y="207978"/>
                </ns0:lnTo>
                <ns0:lnTo>
                  <ns0:pt x="1224000" y="207604"/>
                </ns0:lnTo>
                <ns0:lnTo>
                  <ns0:pt x="1222971" y="207093"/>
                </ns0:lnTo>
                <ns0:lnTo>
                  <ns0:pt x="1221943" y="206601"/>
                </ns0:lnTo>
                <ns0:lnTo>
                  <ns0:pt x="1220914" y="205689"/>
                </ns0:lnTo>
                <ns0:lnTo>
                  <ns0:pt x="1219886" y="205150"/>
                </ns0:lnTo>
                <ns0:lnTo>
                  <ns0:pt x="1218857" y="205347"/>
                </ns0:lnTo>
                <ns0:lnTo>
                  <ns0:pt x="1217829" y="206537"/>
                </ns0:lnTo>
                <ns0:lnTo>
                  <ns0:pt x="1216800" y="208495"/>
                </ns0:lnTo>
                <ns0:lnTo>
                  <ns0:pt x="1215771" y="210610"/>
                </ns0:lnTo>
                <ns0:lnTo>
                  <ns0:pt x="1214743" y="212219"/>
                </ns0:lnTo>
                <ns0:lnTo>
                  <ns0:pt x="1213714" y="212801"/>
                </ns0:lnTo>
                <ns0:lnTo>
                  <ns0:pt x="1212686" y="212597"/>
                </ns0:lnTo>
                <ns0:lnTo>
                  <ns0:pt x="1211657" y="211907"/>
                </ns0:lnTo>
                <ns0:lnTo>
                  <ns0:pt x="1210629" y="211376"/>
                </ns0:lnTo>
                <ns0:lnTo>
                  <ns0:pt x="1209600" y="210800"/>
                </ns0:lnTo>
                <ns0:lnTo>
                  <ns0:pt x="1208571" y="209953"/>
                </ns0:lnTo>
                <ns0:lnTo>
                  <ns0:pt x="1207543" y="209188"/>
                </ns0:lnTo>
                <ns0:lnTo>
                  <ns0:pt x="1206514" y="208246"/>
                </ns0:lnTo>
                <ns0:lnTo>
                  <ns0:pt x="1205486" y="207211"/>
                </ns0:lnTo>
                <ns0:lnTo>
                  <ns0:pt x="1204457" y="206991"/>
                </ns0:lnTo>
                <ns0:lnTo>
                  <ns0:pt x="1203429" y="207320"/>
                </ns0:lnTo>
                <ns0:lnTo>
                  <ns0:pt x="1202400" y="207342"/>
                </ns0:lnTo>
                <ns0:lnTo>
                  <ns0:pt x="1201371" y="207231"/>
                </ns0:lnTo>
                <ns0:lnTo>
                  <ns0:pt x="1200343" y="207121"/>
                </ns0:lnTo>
                <ns0:lnTo>
                  <ns0:pt x="1199314" y="207016"/>
                </ns0:lnTo>
                <ns0:lnTo>
                  <ns0:pt x="1198286" y="206910"/>
                </ns0:lnTo>
                <ns0:lnTo>
                  <ns0:pt x="1197257" y="207254"/>
                </ns0:lnTo>
                <ns0:lnTo>
                  <ns0:pt x="1196229" y="207444"/>
                </ns0:lnTo>
                <ns0:lnTo>
                  <ns0:pt x="1195200" y="206741"/>
                </ns0:lnTo>
                <ns0:lnTo>
                  <ns0:pt x="1194171" y="203868"/>
                </ns0:lnTo>
                <ns0:lnTo>
                  <ns0:pt x="1193143" y="199639"/>
                </ns0:lnTo>
                <ns0:lnTo>
                  <ns0:pt x="1192114" y="196097"/>
                </ns0:lnTo>
                <ns0:lnTo>
                  <ns0:pt x="1191086" y="193736"/>
                </ns0:lnTo>
                <ns0:lnTo>
                  <ns0:pt x="1190057" y="191857"/>
                </ns0:lnTo>
                <ns0:lnTo>
                  <ns0:pt x="1189029" y="190518"/>
                </ns0:lnTo>
                <ns0:lnTo>
                  <ns0:pt x="1188000" y="189537"/>
                </ns0:lnTo>
                <ns0:lnTo>
                  <ns0:pt x="1186971" y="188982"/>
                </ns0:lnTo>
                <ns0:lnTo>
                  <ns0:pt x="1185943" y="188892"/>
                </ns0:lnTo>
                <ns0:lnTo>
                  <ns0:pt x="1184914" y="189031"/>
                </ns0:lnTo>
                <ns0:lnTo>
                  <ns0:pt x="1183886" y="189221"/>
                </ns0:lnTo>
                <ns0:lnTo>
                  <ns0:pt x="1182857" y="189558"/>
                </ns0:lnTo>
                <ns0:lnTo>
                  <ns0:pt x="1181829" y="189915"/>
                </ns0:lnTo>
                <ns0:lnTo>
                  <ns0:pt x="1180800" y="190336"/>
                </ns0:lnTo>
                <ns0:lnTo>
                  <ns0:pt x="1179771" y="191051"/>
                </ns0:lnTo>
                <ns0:lnTo>
                  <ns0:pt x="1178743" y="191503"/>
                </ns0:lnTo>
                <ns0:lnTo>
                  <ns0:pt x="1177714" y="191699"/>
                </ns0:lnTo>
                <ns0:lnTo>
                  <ns0:pt x="1176686" y="191820"/>
                </ns0:lnTo>
                <ns0:lnTo>
                  <ns0:pt x="1175657" y="191880"/>
                </ns0:lnTo>
                <ns0:lnTo>
                  <ns0:pt x="1174629" y="191884"/>
                </ns0:lnTo>
                <ns0:lnTo>
                  <ns0:pt x="1173600" y="191843"/>
                </ns0:lnTo>
                <ns0:lnTo>
                  <ns0:pt x="1172571" y="191720"/>
                </ns0:lnTo>
                <ns0:lnTo>
                  <ns0:pt x="1171543" y="191383"/>
                </ns0:lnTo>
                <ns0:lnTo>
                  <ns0:pt x="1170514" y="190867"/>
                </ns0:lnTo>
                <ns0:lnTo>
                  <ns0:pt x="1169486" y="191286"/>
                </ns0:lnTo>
                <ns0:lnTo>
                  <ns0:pt x="1168457" y="193152"/>
                </ns0:lnTo>
                <ns0:lnTo>
                  <ns0:pt x="1167429" y="196273"/>
                </ns0:lnTo>
                <ns0:lnTo>
                  <ns0:pt x="1166400" y="199717"/>
                </ns0:lnTo>
                <ns0:lnTo>
                  <ns0:pt x="1165371" y="202559"/>
                </ns0:lnTo>
                <ns0:lnTo>
                  <ns0:pt x="1164343" y="205576"/>
                </ns0:lnTo>
                <ns0:lnTo>
                  <ns0:pt x="1163314" y="208448"/>
                </ns0:lnTo>
                <ns0:lnTo>
                  <ns0:pt x="1162286" y="211121"/>
                </ns0:lnTo>
                <ns0:lnTo>
                  <ns0:pt x="1161257" y="213417"/>
                </ns0:lnTo>
                <ns0:lnTo>
                  <ns0:pt x="1160229" y="214760"/>
                </ns0:lnTo>
                <ns0:lnTo>
                  <ns0:pt x="1159200" y="215127"/>
                </ns0:lnTo>
                <ns0:lnTo>
                  <ns0:pt x="1158171" y="215269"/>
                </ns0:lnTo>
                <ns0:lnTo>
                  <ns0:pt x="1157143" y="215422"/>
                </ns0:lnTo>
                <ns0:lnTo>
                  <ns0:pt x="1156114" y="215314"/>
                </ns0:lnTo>
                <ns0:lnTo>
                  <ns0:pt x="1155086" y="214847"/>
                </ns0:lnTo>
                <ns0:lnTo>
                  <ns0:pt x="1154057" y="214175"/>
                </ns0:lnTo>
                <ns0:lnTo>
                  <ns0:pt x="1153029" y="213506"/>
                </ns0:lnTo>
                <ns0:lnTo>
                  <ns0:pt x="1152000" y="213038"/>
                </ns0:lnTo>
                <ns0:lnTo>
                  <ns0:pt x="1150971" y="213105"/>
                </ns0:lnTo>
                <ns0:lnTo>
                  <ns0:pt x="1149943" y="213517"/>
                </ns0:lnTo>
                <ns0:lnTo>
                  <ns0:pt x="1148914" y="213926"/>
                </ns0:lnTo>
                <ns0:lnTo>
                  <ns0:pt x="1147886" y="213980"/>
                </ns0:lnTo>
                <ns0:lnTo>
                  <ns0:pt x="1146857" y="213542"/>
                </ns0:lnTo>
                <ns0:lnTo>
                  <ns0:pt x="1145829" y="213435"/>
                </ns0:lnTo>
                <ns0:lnTo>
                  <ns0:pt x="1144800" y="214697"/>
                </ns0:lnTo>
                <ns0:lnTo>
                  <ns0:pt x="1143771" y="216475"/>
                </ns0:lnTo>
                <ns0:lnTo>
                  <ns0:pt x="1142743" y="218315"/>
                </ns0:lnTo>
                <ns0:lnTo>
                  <ns0:pt x="1141714" y="220189"/>
                </ns0:lnTo>
                <ns0:lnTo>
                  <ns0:pt x="1140686" y="221756"/>
                </ns0:lnTo>
                <ns0:lnTo>
                  <ns0:pt x="1139657" y="223487"/>
                </ns0:lnTo>
                <ns0:lnTo>
                  <ns0:pt x="1138629" y="224889"/>
                </ns0:lnTo>
                <ns0:lnTo>
                  <ns0:pt x="1137600" y="225996"/>
                </ns0:lnTo>
                <ns0:lnTo>
                  <ns0:pt x="1136571" y="226862"/>
                </ns0:lnTo>
                <ns0:lnTo>
                  <ns0:pt x="1135543" y="227338"/>
                </ns0:lnTo>
                <ns0:lnTo>
                  <ns0:pt x="1134514" y="226530"/>
                </ns0:lnTo>
                <ns0:lnTo>
                  <ns0:pt x="1133486" y="224470"/>
                </ns0:lnTo>
                <ns0:lnTo>
                  <ns0:pt x="1132457" y="221710"/>
                </ns0:lnTo>
                <ns0:lnTo>
                  <ns0:pt x="1131429" y="219458"/>
                </ns0:lnTo>
                <ns0:lnTo>
                  <ns0:pt x="1130400" y="217965"/>
                </ns0:lnTo>
                <ns0:lnTo>
                  <ns0:pt x="1129371" y="217214"/>
                </ns0:lnTo>
                <ns0:lnTo>
                  <ns0:pt x="1128343" y="216925"/>
                </ns0:lnTo>
                <ns0:lnTo>
                  <ns0:pt x="1127314" y="216943"/>
                </ns0:lnTo>
                <ns0:lnTo>
                  <ns0:pt x="1126286" y="217028"/>
                </ns0:lnTo>
                <ns0:lnTo>
                  <ns0:pt x="1125257" y="217042"/>
                </ns0:lnTo>
                <ns0:lnTo>
                  <ns0:pt x="1124229" y="217076"/>
                </ns0:lnTo>
                <ns0:lnTo>
                  <ns0:pt x="1123200" y="217475"/>
                </ns0:lnTo>
                <ns0:lnTo>
                  <ns0:pt x="1122171" y="218469"/>
                </ns0:lnTo>
                <ns0:lnTo>
                  <ns0:pt x="1121143" y="220086"/>
                </ns0:lnTo>
                <ns0:lnTo>
                  <ns0:pt x="1120114" y="221773"/>
                </ns0:lnTo>
                <ns0:lnTo>
                  <ns0:pt x="1119086" y="222707"/>
                </ns0:lnTo>
                <ns0:lnTo>
                  <ns0:pt x="1118057" y="222853"/>
                </ns0:lnTo>
                <ns0:lnTo>
                  <ns0:pt x="1117029" y="222608"/>
                </ns0:lnTo>
                <ns0:lnTo>
                  <ns0:pt x="1116000" y="222592"/>
                </ns0:lnTo>
                <ns0:lnTo>
                  <ns0:pt x="1114971" y="222607"/>
                </ns0:lnTo>
                <ns0:lnTo>
                  <ns0:pt x="1113943" y="222592"/>
                </ns0:lnTo>
                <ns0:lnTo>
                  <ns0:pt x="1112914" y="222601"/>
                </ns0:lnTo>
                <ns0:lnTo>
                  <ns0:pt x="1111886" y="222429"/>
                </ns0:lnTo>
                <ns0:lnTo>
                  <ns0:pt x="1110857" y="221625"/>
                </ns0:lnTo>
                <ns0:lnTo>
                  <ns0:pt x="1109829" y="220155"/>
                </ns0:lnTo>
                <ns0:lnTo>
                  <ns0:pt x="1108800" y="219023"/>
                </ns0:lnTo>
                <ns0:lnTo>
                  <ns0:pt x="1107771" y="219012"/>
                </ns0:lnTo>
                <ns0:lnTo>
                  <ns0:pt x="1106743" y="220200"/>
                </ns0:lnTo>
                <ns0:lnTo>
                  <ns0:pt x="1105714" y="222060"/>
                </ns0:lnTo>
                <ns0:lnTo>
                  <ns0:pt x="1104686" y="223648"/>
                </ns0:lnTo>
                <ns0:lnTo>
                  <ns0:pt x="1103657" y="224349"/>
                </ns0:lnTo>
                <ns0:lnTo>
                  <ns0:pt x="1102629" y="224468"/>
                </ns0:lnTo>
                <ns0:lnTo>
                  <ns0:pt x="1101600" y="224370"/>
                </ns0:lnTo>
                <ns0:lnTo>
                  <ns0:pt x="1100571" y="224372"/>
                </ns0:lnTo>
                <ns0:lnTo>
                  <ns0:pt x="1099543" y="224275"/>
                </ns0:lnTo>
                <ns0:lnTo>
                  <ns0:pt x="1098514" y="223919"/>
                </ns0:lnTo>
                <ns0:lnTo>
                  <ns0:pt x="1097486" y="223187"/>
                </ns0:lnTo>
                <ns0:lnTo>
                  <ns0:pt x="1096457" y="222111"/>
                </ns0:lnTo>
                <ns0:lnTo>
                  <ns0:pt x="1095429" y="220819"/>
                </ns0:lnTo>
                <ns0:lnTo>
                  <ns0:pt x="1094400" y="219373"/>
                </ns0:lnTo>
                <ns0:lnTo>
                  <ns0:pt x="1093371" y="217929"/>
                </ns0:lnTo>
                <ns0:lnTo>
                  <ns0:pt x="1092343" y="216762"/>
                </ns0:lnTo>
                <ns0:lnTo>
                  <ns0:pt x="1091314" y="215794"/>
                </ns0:lnTo>
                <ns0:lnTo>
                  <ns0:pt x="1090286" y="215101"/>
                </ns0:lnTo>
                <ns0:lnTo>
                  <ns0:pt x="1089257" y="214848"/>
                </ns0:lnTo>
                <ns0:lnTo>
                  <ns0:pt x="1088229" y="214774"/>
                </ns0:lnTo>
                <ns0:lnTo>
                  <ns0:pt x="1087200" y="214764"/>
                </ns0:lnTo>
                <ns0:lnTo>
                  <ns0:pt x="1086171" y="214902"/>
                </ns0:lnTo>
                <ns0:lnTo>
                  <ns0:pt x="1085143" y="215504"/>
                </ns0:lnTo>
                <ns0:lnTo>
                  <ns0:pt x="1084114" y="216929"/>
                </ns0:lnTo>
                <ns0:lnTo>
                  <ns0:pt x="1083086" y="219260"/>
                </ns0:lnTo>
                <ns0:lnTo>
                  <ns0:pt x="1082057" y="221296"/>
                </ns0:lnTo>
                <ns0:lnTo>
                  <ns0:pt x="1081029" y="222352"/>
                </ns0:lnTo>
                <ns0:lnTo>
                  <ns0:pt x="1080000" y="221928"/>
                </ns0:lnTo>
                <ns0:lnTo>
                  <ns0:pt x="1078971" y="220696"/>
                </ns0:lnTo>
                <ns0:lnTo>
                  <ns0:pt x="1077943" y="219649"/>
                </ns0:lnTo>
                <ns0:lnTo>
                  <ns0:pt x="1076914" y="219326"/>
                </ns0:lnTo>
                <ns0:lnTo>
                  <ns0:pt x="1075886" y="219547"/>
                </ns0:lnTo>
                <ns0:lnTo>
                  <ns0:pt x="1074857" y="220521"/>
                </ns0:lnTo>
                <ns0:lnTo>
                  <ns0:pt x="1073829" y="222332"/>
                </ns0:lnTo>
                <ns0:lnTo>
                  <ns0:pt x="1072800" y="224947"/>
                </ns0:lnTo>
                <ns0:lnTo>
                  <ns0:pt x="1071771" y="228541"/>
                </ns0:lnTo>
                <ns0:lnTo>
                  <ns0:pt x="1070743" y="233093"/>
                </ns0:lnTo>
                <ns0:lnTo>
                  <ns0:pt x="1069714" y="238564"/>
                </ns0:lnTo>
                <ns0:lnTo>
                  <ns0:pt x="1068686" y="245144"/>
                </ns0:lnTo>
                <ns0:lnTo>
                  <ns0:pt x="1067657" y="252644"/>
                </ns0:lnTo>
                <ns0:lnTo>
                  <ns0:pt x="1066629" y="260292"/>
                </ns0:lnTo>
                <ns0:lnTo>
                  <ns0:pt x="1065600" y="267851"/>
                </ns0:lnTo>
                <ns0:lnTo>
                  <ns0:pt x="1064571" y="274972"/>
                </ns0:lnTo>
                <ns0:lnTo>
                  <ns0:pt x="1063543" y="281767"/>
                </ns0:lnTo>
                <ns0:lnTo>
                  <ns0:pt x="1062514" y="288837"/>
                </ns0:lnTo>
                <ns0:lnTo>
                  <ns0:pt x="1061486" y="296637"/>
                </ns0:lnTo>
                <ns0:lnTo>
                  <ns0:pt x="1060457" y="305167"/>
                </ns0:lnTo>
                <ns0:lnTo>
                  <ns0:pt x="1059429" y="314311"/>
                </ns0:lnTo>
                <ns0:lnTo>
                  <ns0:pt x="1058400" y="323781"/>
                </ns0:lnTo>
                <ns0:lnTo>
                  <ns0:pt x="1057371" y="333012"/>
                </ns0:lnTo>
                <ns0:lnTo>
                  <ns0:pt x="1056343" y="341074"/>
                </ns0:lnTo>
                <ns0:lnTo>
                  <ns0:pt x="1055314" y="347705"/>
                </ns0:lnTo>
                <ns0:lnTo>
                  <ns0:pt x="1054286" y="352954"/>
                </ns0:lnTo>
                <ns0:lnTo>
                  <ns0:pt x="1053257" y="357270"/>
                </ns0:lnTo>
                <ns0:lnTo>
                  <ns0:pt x="1052229" y="361505"/>
                </ns0:lnTo>
                <ns0:lnTo>
                  <ns0:pt x="1051200" y="366835"/>
                </ns0:lnTo>
                <ns0:lnTo>
                  <ns0:pt x="1050171" y="373252"/>
                </ns0:lnTo>
                <ns0:lnTo>
                  <ns0:pt x="1049143" y="380893"/>
                </ns0:lnTo>
                <ns0:lnTo>
                  <ns0:pt x="1048114" y="389724"/>
                </ns0:lnTo>
                <ns0:lnTo>
                  <ns0:pt x="1047086" y="398770"/>
                </ns0:lnTo>
                <ns0:lnTo>
                  <ns0:pt x="1046057" y="408163"/>
                </ns0:lnTo>
                <ns0:lnTo>
                  <ns0:pt x="1045029" y="418280"/>
                </ns0:lnTo>
                <ns0:lnTo>
                  <ns0:pt x="1044000" y="428105"/>
                </ns0:lnTo>
                <ns0:lnTo>
                  <ns0:pt x="1042971" y="437671"/>
                </ns0:lnTo>
                <ns0:lnTo>
                  <ns0:pt x="1041943" y="446319"/>
                </ns0:lnTo>
                <ns0:lnTo>
                  <ns0:pt x="1040914" y="452370"/>
                </ns0:lnTo>
                <ns0:lnTo>
                  <ns0:pt x="1039886" y="456622"/>
                </ns0:lnTo>
                <ns0:lnTo>
                  <ns0:pt x="1038857" y="459404"/>
                </ns0:lnTo>
                <ns0:lnTo>
                  <ns0:pt x="1037829" y="461207"/>
                </ns0:lnTo>
                <ns0:lnTo>
                  <ns0:pt x="1036800" y="462209"/>
                </ns0:lnTo>
                <ns0:lnTo>
                  <ns0:pt x="1035771" y="463179"/>
                </ns0:lnTo>
                <ns0:lnTo>
                  <ns0:pt x="1034743" y="464547"/>
                </ns0:lnTo>
                <ns0:lnTo>
                  <ns0:pt x="1033714" y="466493"/>
                </ns0:lnTo>
                <ns0:lnTo>
                  <ns0:pt x="1032686" y="470357"/>
                </ns0:lnTo>
                <ns0:lnTo>
                  <ns0:pt x="1031657" y="477749"/>
                </ns0:lnTo>
                <ns0:lnTo>
                  <ns0:pt x="1030629" y="487112"/>
                </ns0:lnTo>
                <ns0:lnTo>
                  <ns0:pt x="1029600" y="495833"/>
                </ns0:lnTo>
                <ns0:lnTo>
                  <ns0:pt x="1028571" y="500064"/>
                </ns0:lnTo>
                <ns0:lnTo>
                  <ns0:pt x="1027543" y="500680"/>
                </ns0:lnTo>
                <ns0:lnTo>
                  <ns0:pt x="1026514" y="501286"/>
                </ns0:lnTo>
                <ns0:lnTo>
                  <ns0:pt x="1025486" y="501696"/>
                </ns0:lnTo>
                <ns0:lnTo>
                  <ns0:pt x="1024457" y="501655"/>
                </ns0:lnTo>
                <ns0:lnTo>
                  <ns0:pt x="1023429" y="500770"/>
                </ns0:lnTo>
                <ns0:lnTo>
                  <ns0:pt x="1022400" y="498722"/>
                </ns0:lnTo>
                <ns0:lnTo>
                  <ns0:pt x="1021371" y="497018"/>
                </ns0:lnTo>
                <ns0:lnTo>
                  <ns0:pt x="1020343" y="495215"/>
                </ns0:lnTo>
                <ns0:lnTo>
                  <ns0:pt x="1019314" y="494378"/>
                </ns0:lnTo>
                <ns0:lnTo>
                  <ns0:pt x="1018286" y="494213"/>
                </ns0:lnTo>
                <ns0:lnTo>
                  <ns0:pt x="1017257" y="494298"/>
                </ns0:lnTo>
                <ns0:lnTo>
                  <ns0:pt x="1016229" y="494358"/>
                </ns0:lnTo>
                <ns0:lnTo>
                  <ns0:pt x="1015200" y="493989"/>
                </ns0:lnTo>
                <ns0:lnTo>
                  <ns0:pt x="1014171" y="493360"/>
                </ns0:lnTo>
                <ns0:lnTo>
                  <ns0:pt x="1013143" y="492698"/>
                </ns0:lnTo>
                <ns0:lnTo>
                  <ns0:pt x="1012114" y="492280"/>
                </ns0:lnTo>
                <ns0:lnTo>
                  <ns0:pt x="1011086" y="492122"/>
                </ns0:lnTo>
                <ns0:lnTo>
                  <ns0:pt x="1010057" y="492273"/>
                </ns0:lnTo>
                <ns0:lnTo>
                  <ns0:pt x="1009029" y="492415"/>
                </ns0:lnTo>
                <ns0:lnTo>
                  <ns0:pt x="1008000" y="492816"/>
                </ns0:lnTo>
                <ns0:lnTo>
                  <ns0:pt x="1006971" y="492926"/>
                </ns0:lnTo>
                <ns0:lnTo>
                  <ns0:pt x="1005943" y="492930"/>
                </ns0:lnTo>
                <ns0:lnTo>
                  <ns0:pt x="1004914" y="492806"/>
                </ns0:lnTo>
                <ns0:lnTo>
                  <ns0:pt x="1003886" y="492222"/>
                </ns0:lnTo>
                <ns0:lnTo>
                  <ns0:pt x="1002857" y="491076"/>
                </ns0:lnTo>
                <ns0:lnTo>
                  <ns0:pt x="1001829" y="489880"/>
                </ns0:lnTo>
                <ns0:lnTo>
                  <ns0:pt x="1000800" y="488231"/>
                </ns0:lnTo>
                <ns0:lnTo>
                  <ns0:pt x="999771" y="486557"/>
                </ns0:lnTo>
                <ns0:lnTo>
                  <ns0:pt x="998743" y="485399"/>
                </ns0:lnTo>
                <ns0:lnTo>
                  <ns0:pt x="997714" y="485401"/>
                </ns0:lnTo>
                <ns0:lnTo>
                  <ns0:pt x="996686" y="486214"/>
                </ns0:lnTo>
                <ns0:lnTo>
                  <ns0:pt x="995657" y="487020"/>
                </ns0:lnTo>
                <ns0:lnTo>
                  <ns0:pt x="994629" y="488144"/>
                </ns0:lnTo>
                <ns0:lnTo>
                  <ns0:pt x="993600" y="489022"/>
                </ns0:lnTo>
                <ns0:lnTo>
                  <ns0:pt x="992571" y="489597"/>
                </ns0:lnTo>
                <ns0:lnTo>
                  <ns0:pt x="991543" y="490006"/>
                </ns0:lnTo>
                <ns0:lnTo>
                  <ns0:pt x="990514" y="490464"/>
                </ns0:lnTo>
                <ns0:lnTo>
                  <ns0:pt x="989486" y="490886"/>
                </ns0:lnTo>
                <ns0:lnTo>
                  <ns0:pt x="988457" y="491208"/>
                </ns0:lnTo>
                <ns0:lnTo>
                  <ns0:pt x="987429" y="491452"/>
                </ns0:lnTo>
                <ns0:lnTo>
                  <ns0:pt x="986400" y="491437"/>
                </ns0:lnTo>
                <ns0:lnTo>
                  <ns0:pt x="985371" y="490640"/>
                </ns0:lnTo>
                <ns0:lnTo>
                  <ns0:pt x="984343" y="489922"/>
                </ns0:lnTo>
                <ns0:lnTo>
                  <ns0:pt x="983314" y="489716"/>
                </ns0:lnTo>
                <ns0:lnTo>
                  <ns0:pt x="982286" y="489700"/>
                </ns0:lnTo>
                <ns0:lnTo>
                  <ns0:pt x="981257" y="489691"/>
                </ns0:lnTo>
                <ns0:lnTo>
                  <ns0:pt x="980229" y="489693"/>
                </ns0:lnTo>
                <ns0:lnTo>
                  <ns0:pt x="979200" y="489769"/>
                </ns0:lnTo>
                <ns0:lnTo>
                  <ns0:pt x="978171" y="490340"/>
                </ns0:lnTo>
                <ns0:lnTo>
                  <ns0:pt x="977143" y="491719"/>
                </ns0:lnTo>
                <ns0:lnTo>
                  <ns0:pt x="976114" y="493418"/>
                </ns0:lnTo>
                <ns0:lnTo>
                  <ns0:pt x="975086" y="495897"/>
                </ns0:lnTo>
                <ns0:lnTo>
                  <ns0:pt x="974057" y="498819"/>
                </ns0:lnTo>
                <ns0:lnTo>
                  <ns0:pt x="973029" y="501543"/>
                </ns0:lnTo>
                <ns0:lnTo>
                  <ns0:pt x="972000" y="502936"/>
                </ns0:lnTo>
                <ns0:lnTo>
                  <ns0:pt x="970971" y="503187"/>
                </ns0:lnTo>
                <ns0:lnTo>
                  <ns0:pt x="969943" y="503070"/>
                </ns0:lnTo>
                <ns0:lnTo>
                  <ns0:pt x="968914" y="502818"/>
                </ns0:lnTo>
                <ns0:lnTo>
                  <ns0:pt x="967886" y="502642"/>
                </ns0:lnTo>
                <ns0:lnTo>
                  <ns0:pt x="966857" y="502573"/>
                </ns0:lnTo>
                <ns0:lnTo>
                  <ns0:pt x="965829" y="502746"/>
                </ns0:lnTo>
                <ns0:lnTo>
                  <ns0:pt x="964800" y="502941"/>
                </ns0:lnTo>
                <ns0:lnTo>
                  <ns0:pt x="963771" y="503551"/>
                </ns0:lnTo>
                <ns0:lnTo>
                  <ns0:pt x="962743" y="505010"/>
                </ns0:lnTo>
                <ns0:lnTo>
                  <ns0:pt x="961714" y="507135"/>
                </ns0:lnTo>
                <ns0:lnTo>
                  <ns0:pt x="960686" y="510069"/>
                </ns0:lnTo>
                <ns0:lnTo>
                  <ns0:pt x="959657" y="514081"/>
                </ns0:lnTo>
                <ns0:lnTo>
                  <ns0:pt x="958629" y="517079"/>
                </ns0:lnTo>
                <ns0:lnTo>
                  <ns0:pt x="957600" y="518042"/>
                </ns0:lnTo>
                <ns0:lnTo>
                  <ns0:pt x="956571" y="517996"/>
                </ns0:lnTo>
                <ns0:lnTo>
                  <ns0:pt x="955543" y="517847"/>
                </ns0:lnTo>
                <ns0:lnTo>
                  <ns0:pt x="954514" y="516974"/>
                </ns0:lnTo>
                <ns0:lnTo>
                  <ns0:pt x="953486" y="515659"/>
                </ns0:lnTo>
                <ns0:lnTo>
                  <ns0:pt x="952457" y="513697"/>
                </ns0:lnTo>
                <ns0:lnTo>
                  <ns0:pt x="951429" y="512037"/>
                </ns0:lnTo>
                <ns0:lnTo>
                  <ns0:pt x="950400" y="510432"/>
                </ns0:lnTo>
                <ns0:lnTo>
                  <ns0:pt x="949371" y="509501"/>
                </ns0:lnTo>
                <ns0:lnTo>
                  <ns0:pt x="948343" y="509244"/>
                </ns0:lnTo>
                <ns0:lnTo>
                  <ns0:pt x="947314" y="509221"/>
                </ns0:lnTo>
                <ns0:lnTo>
                  <ns0:pt x="946286" y="509237"/>
                </ns0:lnTo>
                <ns0:lnTo>
                  <ns0:pt x="945257" y="509318"/>
                </ns0:lnTo>
                <ns0:lnTo>
                  <ns0:pt x="944229" y="509572"/>
                </ns0:lnTo>
                <ns0:lnTo>
                  <ns0:pt x="943200" y="509407"/>
                </ns0:lnTo>
                <ns0:lnTo>
                  <ns0:pt x="942171" y="508601"/>
                </ns0:lnTo>
                <ns0:lnTo>
                  <ns0:pt x="941143" y="507536"/>
                </ns0:lnTo>
                <ns0:lnTo>
                  <ns0:pt x="940114" y="506663"/>
                </ns0:lnTo>
                <ns0:lnTo>
                  <ns0:pt x="939086" y="506408"/>
                </ns0:lnTo>
                <ns0:lnTo>
                  <ns0:pt x="938057" y="506299"/>
                </ns0:lnTo>
                <ns0:lnTo>
                  <ns0:pt x="937029" y="505932"/>
                </ns0:lnTo>
                <ns0:lnTo>
                  <ns0:pt x="936000" y="505610"/>
                </ns0:lnTo>
                <ns0:lnTo>
                  <ns0:pt x="934971" y="505133"/>
                </ns0:lnTo>
                <ns0:lnTo>
                  <ns0:pt x="933943" y="504598"/>
                </ns0:lnTo>
                <ns0:lnTo>
                  <ns0:pt x="932914" y="503712"/>
                </ns0:lnTo>
                <ns0:lnTo>
                  <ns0:pt x="931886" y="502277"/>
                </ns0:lnTo>
                <ns0:lnTo>
                  <ns0:pt x="930857" y="499969"/>
                </ns0:lnTo>
                <ns0:lnTo>
                  <ns0:pt x="929829" y="497572"/>
                </ns0:lnTo>
                <ns0:lnTo>
                  <ns0:pt x="928800" y="496131"/>
                </ns0:lnTo>
                <ns0:lnTo>
                  <ns0:pt x="927771" y="495526"/>
                </ns0:lnTo>
                <ns0:lnTo>
                  <ns0:pt x="926743" y="495782"/>
                </ns0:lnTo>
                <ns0:lnTo>
                  <ns0:pt x="925714" y="496314"/>
                </ns0:lnTo>
                <ns0:lnTo>
                  <ns0:pt x="924686" y="496865"/>
                </ns0:lnTo>
                <ns0:lnTo>
                  <ns0:pt x="923657" y="497153"/>
                </ns0:lnTo>
                <ns0:lnTo>
                  <ns0:pt x="922629" y="497179"/>
                </ns0:lnTo>
                <ns0:lnTo>
                  <ns0:pt x="921600" y="497187"/>
                </ns0:lnTo>
                <ns0:lnTo>
                  <ns0:pt x="920571" y="497132"/>
                </ns0:lnTo>
                <ns0:lnTo>
                  <ns0:pt x="919543" y="497017"/>
                </ns0:lnTo>
                <ns0:lnTo>
                  <ns0:pt x="918514" y="496745"/>
                </ns0:lnTo>
                <ns0:lnTo>
                  <ns0:pt x="917486" y="496377"/>
                </ns0:lnTo>
                <ns0:lnTo>
                  <ns0:pt x="916457" y="496109"/>
                </ns0:lnTo>
                <ns0:lnTo>
                  <ns0:pt x="915429" y="495895"/>
                </ns0:lnTo>
                <ns0:lnTo>
                  <ns0:pt x="914400" y="495643"/>
                </ns0:lnTo>
                <ns0:lnTo>
                  <ns0:pt x="913371" y="495270"/>
                </ns0:lnTo>
                <ns0:lnTo>
                  <ns0:pt x="912343" y="495010"/>
                </ns0:lnTo>
                <ns0:lnTo>
                  <ns0:pt x="911314" y="494975"/>
                </ns0:lnTo>
                <ns0:lnTo>
                  <ns0:pt x="910286" y="495073"/>
                </ns0:lnTo>
                <ns0:lnTo>
                  <ns0:pt x="909257" y="495390"/>
                </ns0:lnTo>
                <ns0:lnTo>
                  <ns0:pt x="908229" y="495823"/>
                </ns0:lnTo>
                <ns0:lnTo>
                  <ns0:pt x="907200" y="496496"/>
                </ns0:lnTo>
                <ns0:lnTo>
                  <ns0:pt x="906171" y="497704"/>
                </ns0:lnTo>
                <ns0:lnTo>
                  <ns0:pt x="905143" y="500000"/>
                </ns0:lnTo>
                <ns0:lnTo>
                  <ns0:pt x="904114" y="502949"/>
                </ns0:lnTo>
                <ns0:lnTo>
                  <ns0:pt x="903086" y="505419"/>
                </ns0:lnTo>
                <ns0:lnTo>
                  <ns0:pt x="902057" y="507049"/>
                </ns0:lnTo>
                <ns0:lnTo>
                  <ns0:pt x="901029" y="507650"/>
                </ns0:lnTo>
                <ns0:lnTo>
                  <ns0:pt x="900000" y="507067"/>
                </ns0:lnTo>
                <ns0:lnTo>
                  <ns0:pt x="898971" y="506053"/>
                </ns0:lnTo>
                <ns0:lnTo>
                  <ns0:pt x="897943" y="505055"/>
                </ns0:lnTo>
                <ns0:lnTo>
                  <ns0:pt x="896914" y="504698"/>
                </ns0:lnTo>
                <ns0:lnTo>
                  <ns0:pt x="895886" y="504476"/>
                </ns0:lnTo>
                <ns0:lnTo>
                  <ns0:pt x="894857" y="504062"/>
                </ns0:lnTo>
                <ns0:lnTo>
                  <ns0:pt x="893829" y="503510"/>
                </ns0:lnTo>
                <ns0:lnTo>
                  <ns0:pt x="892800" y="503361"/>
                </ns0:lnTo>
                <ns0:lnTo>
                  <ns0:pt x="891771" y="503635"/>
                </ns0:lnTo>
                <ns0:lnTo>
                  <ns0:pt x="890743" y="503607"/>
                </ns0:lnTo>
                <ns0:lnTo>
                  <ns0:pt x="889714" y="503021"/>
                </ns0:lnTo>
                <ns0:lnTo>
                  <ns0:pt x="888686" y="501596"/>
                </ns0:lnTo>
                <ns0:lnTo>
                  <ns0:pt x="887657" y="499547"/>
                </ns0:lnTo>
                <ns0:lnTo>
                  <ns0:pt x="886629" y="496981"/>
                </ns0:lnTo>
                <ns0:lnTo>
                  <ns0:pt x="885600" y="493974"/>
                </ns0:lnTo>
                <ns0:lnTo>
                  <ns0:pt x="884571" y="491256"/>
                </ns0:lnTo>
                <ns0:lnTo>
                  <ns0:pt x="883543" y="488509"/>
                </ns0:lnTo>
                <ns0:lnTo>
                  <ns0:pt x="882514" y="485377"/>
                </ns0:lnTo>
                <ns0:lnTo>
                  <ns0:pt x="881486" y="482976"/>
                </ns0:lnTo>
                <ns0:lnTo>
                  <ns0:pt x="880457" y="481496"/>
                </ns0:lnTo>
                <ns0:lnTo>
                  <ns0:pt x="879429" y="480470"/>
                </ns0:lnTo>
                <ns0:lnTo>
                  <ns0:pt x="878400" y="480041"/>
                </ns0:lnTo>
                <ns0:lnTo>
                  <ns0:pt x="877371" y="479926"/>
                </ns0:lnTo>
                <ns0:lnTo>
                  <ns0:pt x="876343" y="479906"/>
                </ns0:lnTo>
                <ns0:lnTo>
                  <ns0:pt x="875314" y="479758"/>
                </ns0:lnTo>
                <ns0:lnTo>
                  <ns0:pt x="874286" y="479280"/>
                </ns0:lnTo>
                <ns0:lnTo>
                  <ns0:pt x="873257" y="478832"/>
                </ns0:lnTo>
                <ns0:lnTo>
                  <ns0:pt x="872229" y="478604"/>
                </ns0:lnTo>
                <ns0:lnTo>
                  <ns0:pt x="871200" y="478594"/>
                </ns0:lnTo>
                <ns0:lnTo>
                  <ns0:pt x="870171" y="478716"/>
                </ns0:lnTo>
                <ns0:lnTo>
                  <ns0:pt x="869143" y="478529"/>
                </ns0:lnTo>
                <ns0:lnTo>
                  <ns0:pt x="868114" y="478169"/>
                </ns0:lnTo>
                <ns0:lnTo>
                  <ns0:pt x="867086" y="477906"/>
                </ns0:lnTo>
                <ns0:lnTo>
                  <ns0:pt x="866057" y="477811"/>
                </ns0:lnTo>
                <ns0:lnTo>
                  <ns0:pt x="865029" y="477814"/>
                </ns0:lnTo>
                <ns0:lnTo>
                  <ns0:pt x="864000" y="477945"/>
                </ns0:lnTo>
                <ns0:lnTo>
                  <ns0:pt x="862971" y="477797"/>
                </ns0:lnTo>
                <ns0:lnTo>
                  <ns0:pt x="861943" y="476893"/>
                </ns0:lnTo>
                <ns0:lnTo>
                  <ns0:pt x="860914" y="475496"/>
                </ns0:lnTo>
                <ns0:lnTo>
                  <ns0:pt x="859886" y="474784"/>
                </ns0:lnTo>
                <ns0:lnTo>
                  <ns0:pt x="858857" y="474440"/>
                </ns0:lnTo>
                <ns0:lnTo>
                  <ns0:pt x="857829" y="474782"/>
                </ns0:lnTo>
                <ns0:lnTo>
                  <ns0:pt x="856800" y="475928"/>
                </ns0:lnTo>
                <ns0:lnTo>
                  <ns0:pt x="855771" y="476791"/>
                </ns0:lnTo>
                <ns0:lnTo>
                  <ns0:pt x="854743" y="477256"/>
                </ns0:lnTo>
                <ns0:lnTo>
                  <ns0:pt x="853714" y="477540"/>
                </ns0:lnTo>
                <ns0:lnTo>
                  <ns0:pt x="852686" y="477374"/>
                </ns0:lnTo>
                <ns0:lnTo>
                  <ns0:pt x="851657" y="477143"/>
                </ns0:lnTo>
                <ns0:lnTo>
                  <ns0:pt x="850629" y="477001"/>
                </ns0:lnTo>
                <ns0:lnTo>
                  <ns0:pt x="849600" y="476957"/>
                </ns0:lnTo>
                <ns0:lnTo>
                  <ns0:pt x="848571" y="477391"/>
                </ns0:lnTo>
                <ns0:lnTo>
                  <ns0:pt x="847543" y="477902"/>
                </ns0:lnTo>
                <ns0:lnTo>
                  <ns0:pt x="846514" y="478131"/>
                </ns0:lnTo>
                <ns0:lnTo>
                  <ns0:pt x="845486" y="478228"/>
                </ns0:lnTo>
                <ns0:lnTo>
                  <ns0:pt x="844457" y="478128"/>
                </ns0:lnTo>
                <ns0:lnTo>
                  <ns0:pt x="843429" y="478101"/>
                </ns0:lnTo>
                <ns0:lnTo>
                  <ns0:pt x="842400" y="478112"/>
                </ns0:lnTo>
                <ns0:lnTo>
                  <ns0:pt x="841371" y="477941"/>
                </ns0:lnTo>
                <ns0:lnTo>
                  <ns0:pt x="840343" y="477296"/>
                </ns0:lnTo>
                <ns0:lnTo>
                  <ns0:pt x="839314" y="476499"/>
                </ns0:lnTo>
                <ns0:lnTo>
                  <ns0:pt x="838286" y="475331"/>
                </ns0:lnTo>
                <ns0:lnTo>
                  <ns0:pt x="837257" y="473652"/>
                </ns0:lnTo>
                <ns0:lnTo>
                  <ns0:pt x="836229" y="473070"/>
                </ns0:lnTo>
                <ns0:lnTo>
                  <ns0:pt x="835200" y="473381"/>
                </ns0:lnTo>
                <ns0:lnTo>
                  <ns0:pt x="834171" y="473820"/>
                </ns0:lnTo>
                <ns0:lnTo>
                  <ns0:pt x="833143" y="474562"/>
                </ns0:lnTo>
                <ns0:lnTo>
                  <ns0:pt x="832114" y="475067"/>
                </ns0:lnTo>
                <ns0:lnTo>
                  <ns0:pt x="831086" y="475607"/>
                </ns0:lnTo>
                <ns0:lnTo>
                  <ns0:pt x="830057" y="476258"/>
                </ns0:lnTo>
                <ns0:lnTo>
                  <ns0:pt x="829029" y="476826"/>
                </ns0:lnTo>
                <ns0:lnTo>
                  <ns0:pt x="828000" y="477389"/>
                </ns0:lnTo>
                <ns0:lnTo>
                  <ns0:pt x="826971" y="478010"/>
                </ns0:lnTo>
                <ns0:lnTo>
                  <ns0:pt x="825943" y="478599"/>
                </ns0:lnTo>
                <ns0:lnTo>
                  <ns0:pt x="824914" y="479346"/>
                </ns0:lnTo>
                <ns0:lnTo>
                  <ns0:pt x="823886" y="480303"/>
                </ns0:lnTo>
                <ns0:lnTo>
                  <ns0:pt x="822857" y="480933"/>
                </ns0:lnTo>
                <ns0:lnTo>
                  <ns0:pt x="821829" y="481101"/>
                </ns0:lnTo>
                <ns0:lnTo>
                  <ns0:pt x="820800" y="481026"/>
                </ns0:lnTo>
                <ns0:lnTo>
                  <ns0:pt x="819771" y="480746"/>
                </ns0:lnTo>
                <ns0:lnTo>
                  <ns0:pt x="818743" y="480201"/>
                </ns0:lnTo>
                <ns0:lnTo>
                  <ns0:pt x="817714" y="479380"/>
                </ns0:lnTo>
                <ns0:lnTo>
                  <ns0:pt x="816686" y="478444"/>
                </ns0:lnTo>
                <ns0:lnTo>
                  <ns0:pt x="815657" y="478080"/>
                </ns0:lnTo>
                <ns0:lnTo>
                  <ns0:pt x="814629" y="478311"/>
                </ns0:lnTo>
                <ns0:lnTo>
                  <ns0:pt x="813600" y="478861"/>
                </ns0:lnTo>
                <ns0:lnTo>
                  <ns0:pt x="812571" y="480428"/>
                </ns0:lnTo>
                <ns0:lnTo>
                  <ns0:pt x="811543" y="483687"/>
                </ns0:lnTo>
                <ns0:lnTo>
                  <ns0:pt x="810514" y="487099"/>
                </ns0:lnTo>
                <ns0:lnTo>
                  <ns0:pt x="809486" y="490677"/>
                </ns0:lnTo>
                <ns0:lnTo>
                  <ns0:pt x="808457" y="493986"/>
                </ns0:lnTo>
                <ns0:lnTo>
                  <ns0:pt x="807429" y="496433"/>
                </ns0:lnTo>
                <ns0:lnTo>
                  <ns0:pt x="806400" y="498445"/>
                </ns0:lnTo>
                <ns0:lnTo>
                  <ns0:pt x="805371" y="499729"/>
                </ns0:lnTo>
                <ns0:lnTo>
                  <ns0:pt x="804343" y="500152"/>
                </ns0:lnTo>
                <ns0:lnTo>
                  <ns0:pt x="803314" y="500310"/>
                </ns0:lnTo>
                <ns0:lnTo>
                  <ns0:pt x="802286" y="500164"/>
                </ns0:lnTo>
                <ns0:lnTo>
                  <ns0:pt x="801257" y="499953"/>
                </ns0:lnTo>
                <ns0:lnTo>
                  <ns0:pt x="800229" y="499860"/>
                </ns0:lnTo>
                <ns0:lnTo>
                  <ns0:pt x="799200" y="499995"/>
                </ns0:lnTo>
                <ns0:lnTo>
                  <ns0:pt x="798171" y="500083"/>
                </ns0:lnTo>
                <ns0:lnTo>
                  <ns0:pt x="797143" y="499978"/>
                </ns0:lnTo>
                <ns0:lnTo>
                  <ns0:pt x="796114" y="499737"/>
                </ns0:lnTo>
                <ns0:lnTo>
                  <ns0:pt x="795086" y="499416"/>
                </ns0:lnTo>
                <ns0:lnTo>
                  <ns0:pt x="794057" y="499465"/>
                </ns0:lnTo>
                <ns0:lnTo>
                  <ns0:pt x="793029" y="500046"/>
                </ns0:lnTo>
                <ns0:lnTo>
                  <ns0:pt x="792000" y="501280"/>
                </ns0:lnTo>
                <ns0:lnTo>
                  <ns0:pt x="790971" y="503160"/>
                </ns0:lnTo>
                <ns0:lnTo>
                  <ns0:pt x="789943" y="504928"/>
                </ns0:lnTo>
                <ns0:lnTo>
                  <ns0:pt x="788914" y="507010"/>
                </ns0:lnTo>
                <ns0:lnTo>
                  <ns0:pt x="787886" y="509171"/>
                </ns0:lnTo>
                <ns0:lnTo>
                  <ns0:pt x="786857" y="509919"/>
                </ns0:lnTo>
                <ns0:lnTo>
                  <ns0:pt x="785829" y="509929"/>
                </ns0:lnTo>
                <ns0:lnTo>
                  <ns0:pt x="784800" y="510026"/>
                </ns0:lnTo>
                <ns0:lnTo>
                  <ns0:pt x="783771" y="509763"/>
                </ns0:lnTo>
                <ns0:lnTo>
                  <ns0:pt x="782743" y="508610"/>
                </ns0:lnTo>
                <ns0:lnTo>
                  <ns0:pt x="781714" y="506700"/>
                </ns0:lnTo>
                <ns0:lnTo>
                  <ns0:pt x="780686" y="503810"/>
                </ns0:lnTo>
                <ns0:lnTo>
                  <ns0:pt x="779657" y="500491"/>
                </ns0:lnTo>
                <ns0:lnTo>
                  <ns0:pt x="778629" y="497268"/>
                </ns0:lnTo>
                <ns0:lnTo>
                  <ns0:pt x="777600" y="493963"/>
                </ns0:lnTo>
                <ns0:lnTo>
                  <ns0:pt x="776571" y="490988"/>
                </ns0:lnTo>
                <ns0:lnTo>
                  <ns0:pt x="775543" y="489335"/>
                </ns0:lnTo>
                <ns0:lnTo>
                  <ns0:pt x="774514" y="488407"/>
                </ns0:lnTo>
                <ns0:lnTo>
                  <ns0:pt x="773486" y="487792"/>
                </ns0:lnTo>
                <ns0:lnTo>
                  <ns0:pt x="772457" y="487536"/>
                </ns0:lnTo>
                <ns0:lnTo>
                  <ns0:pt x="771429" y="487416"/>
                </ns0:lnTo>
                <ns0:lnTo>
                  <ns0:pt x="770400" y="487392"/>
                </ns0:lnTo>
                <ns0:lnTo>
                  <ns0:pt x="769371" y="487486"/>
                </ns0:lnTo>
                <ns0:lnTo>
                  <ns0:pt x="768343" y="487300"/>
                </ns0:lnTo>
                <ns0:lnTo>
                  <ns0:pt x="767314" y="486879"/>
                </ns0:lnTo>
                <ns0:lnTo>
                  <ns0:pt x="766286" y="485869"/>
                </ns0:lnTo>
                <ns0:lnTo>
                  <ns0:pt x="765257" y="484380"/>
                </ns0:lnTo>
                <ns0:lnTo>
                  <ns0:pt x="764229" y="482900"/>
                </ns0:lnTo>
                <ns0:lnTo>
                  <ns0:pt x="763200" y="481462"/>
                </ns0:lnTo>
                <ns0:lnTo>
                  <ns0:pt x="762171" y="480176"/>
                </ns0:lnTo>
                <ns0:lnTo>
                  <ns0:pt x="761143" y="479883"/>
                </ns0:lnTo>
                <ns0:lnTo>
                  <ns0:pt x="760114" y="480211"/>
                </ns0:lnTo>
                <ns0:lnTo>
                  <ns0:pt x="759086" y="480719"/>
                </ns0:lnTo>
                <ns0:lnTo>
                  <ns0:pt x="758057" y="480914"/>
                </ns0:lnTo>
                <ns0:lnTo>
                  <ns0:pt x="757029" y="480877"/>
                </ns0:lnTo>
                <ns0:lnTo>
                  <ns0:pt x="756000" y="480042"/>
                </ns0:lnTo>
                <ns0:lnTo>
                  <ns0:pt x="754971" y="478343"/>
                </ns0:lnTo>
                <ns0:lnTo>
                  <ns0:pt x="753943" y="477725"/>
                </ns0:lnTo>
                <ns0:lnTo>
                  <ns0:pt x="752914" y="478821"/>
                </ns0:lnTo>
                <ns0:lnTo>
                  <ns0:pt x="751886" y="481021"/>
                </ns0:lnTo>
                <ns0:lnTo>
                  <ns0:pt x="750857" y="483640"/>
                </ns0:lnTo>
                <ns0:lnTo>
                  <ns0:pt x="749829" y="485347"/>
                </ns0:lnTo>
                <ns0:lnTo>
                  <ns0:pt x="748800" y="485786"/>
                </ns0:lnTo>
                <ns0:lnTo>
                  <ns0:pt x="747771" y="484584"/>
                </ns0:lnTo>
                <ns0:lnTo>
                  <ns0:pt x="746743" y="482192"/>
                </ns0:lnTo>
                <ns0:lnTo>
                  <ns0:pt x="745714" y="479441"/>
                </ns0:lnTo>
                <ns0:lnTo>
                  <ns0:pt x="744686" y="476909"/>
                </ns0:lnTo>
                <ns0:lnTo>
                  <ns0:pt x="743657" y="475489"/>
                </ns0:lnTo>
                <ns0:lnTo>
                  <ns0:pt x="742629" y="474935"/>
                </ns0:lnTo>
                <ns0:lnTo>
                  <ns0:pt x="741600" y="475056"/>
                </ns0:lnTo>
                <ns0:lnTo>
                  <ns0:pt x="740571" y="475826"/>
                </ns0:lnTo>
                <ns0:lnTo>
                  <ns0:pt x="739543" y="477154"/>
                </ns0:lnTo>
                <ns0:lnTo>
                  <ns0:pt x="738514" y="478569"/>
                </ns0:lnTo>
                <ns0:lnTo>
                  <ns0:pt x="737486" y="480290"/>
                </ns0:lnTo>
                <ns0:lnTo>
                  <ns0:pt x="736457" y="482393"/>
                </ns0:lnTo>
                <ns0:lnTo>
                  <ns0:pt x="735429" y="484266"/>
                </ns0:lnTo>
                <ns0:lnTo>
                  <ns0:pt x="734400" y="485851"/>
                </ns0:lnTo>
                <ns0:lnTo>
                  <ns0:pt x="733371" y="486875"/>
                </ns0:lnTo>
                <ns0:lnTo>
                  <ns0:pt x="732343" y="487360"/>
                </ns0:lnTo>
                <ns0:lnTo>
                  <ns0:pt x="731314" y="487316"/>
                </ns0:lnTo>
                <ns0:lnTo>
                  <ns0:pt x="730286" y="486388"/>
                </ns0:lnTo>
                <ns0:lnTo>
                  <ns0:pt x="729257" y="485689"/>
                </ns0:lnTo>
                <ns0:lnTo>
                  <ns0:pt x="728229" y="485313"/>
                </ns0:lnTo>
                <ns0:lnTo>
                  <ns0:pt x="727200" y="484739"/>
                </ns0:lnTo>
                <ns0:lnTo>
                  <ns0:pt x="726171" y="484068"/>
                </ns0:lnTo>
                <ns0:lnTo>
                  <ns0:pt x="725143" y="483286"/>
                </ns0:lnTo>
                <ns0:lnTo>
                  <ns0:pt x="724114" y="482760"/>
                </ns0:lnTo>
                <ns0:lnTo>
                  <ns0:pt x="723086" y="482782"/>
                </ns0:lnTo>
                <ns0:lnTo>
                  <ns0:pt x="722057" y="483859"/>
                </ns0:lnTo>
                <ns0:lnTo>
                  <ns0:pt x="721029" y="486191"/>
                </ns0:lnTo>
                <ns0:lnTo>
                  <ns0:pt x="720000" y="489402"/>
                </ns0:lnTo>
                <ns0:lnTo>
                  <ns0:pt x="718971" y="492647"/>
                </ns0:lnTo>
                <ns0:lnTo>
                  <ns0:pt x="717943" y="494516"/>
                </ns0:lnTo>
                <ns0:lnTo>
                  <ns0:pt x="716914" y="495793"/>
                </ns0:lnTo>
                <ns0:lnTo>
                  <ns0:pt x="715886" y="496451"/>
                </ns0:lnTo>
                <ns0:lnTo>
                  <ns0:pt x="714857" y="496528"/>
                </ns0:lnTo>
                <ns0:lnTo>
                  <ns0:pt x="713829" y="495383"/>
                </ns0:lnTo>
                <ns0:lnTo>
                  <ns0:pt x="712800" y="493824"/>
                </ns0:lnTo>
                <ns0:lnTo>
                  <ns0:pt x="711771" y="492571"/>
                </ns0:lnTo>
                <ns0:lnTo>
                  <ns0:pt x="710743" y="491704"/>
                </ns0:lnTo>
                <ns0:lnTo>
                  <ns0:pt x="709714" y="491743"/>
                </ns0:lnTo>
                <ns0:lnTo>
                  <ns0:pt x="708686" y="491729"/>
                </ns0:lnTo>
                <ns0:lnTo>
                  <ns0:pt x="707657" y="491588"/>
                </ns0:lnTo>
                <ns0:lnTo>
                  <ns0:pt x="706629" y="491473"/>
                </ns0:lnTo>
                <ns0:lnTo>
                  <ns0:pt x="705600" y="491631"/>
                </ns0:lnTo>
                <ns0:lnTo>
                  <ns0:pt x="704571" y="492193"/>
                </ns0:lnTo>
                <ns0:lnTo>
                  <ns0:pt x="703543" y="493017"/>
                </ns0:lnTo>
                <ns0:lnTo>
                  <ns0:pt x="702514" y="494408"/>
                </ns0:lnTo>
                <ns0:lnTo>
                  <ns0:pt x="701486" y="496399"/>
                </ns0:lnTo>
                <ns0:lnTo>
                  <ns0:pt x="700457" y="498252"/>
                </ns0:lnTo>
                <ns0:lnTo>
                  <ns0:pt x="699429" y="499318"/>
                </ns0:lnTo>
                <ns0:lnTo>
                  <ns0:pt x="698400" y="498973"/>
                </ns0:lnTo>
                <ns0:lnTo>
                  <ns0:pt x="697371" y="497965"/>
                </ns0:lnTo>
                <ns0:lnTo>
                  <ns0:pt x="696343" y="497510"/>
                </ns0:lnTo>
                <ns0:lnTo>
                  <ns0:pt x="695314" y="496839"/>
                </ns0:lnTo>
                <ns0:lnTo>
                  <ns0:pt x="694286" y="496181"/>
                </ns0:lnTo>
                <ns0:lnTo>
                  <ns0:pt x="693257" y="495888"/>
                </ns0:lnTo>
                <ns0:lnTo>
                  <ns0:pt x="692229" y="495830"/>
                </ns0:lnTo>
                <ns0:lnTo>
                  <ns0:pt x="691200" y="495833"/>
                </ns0:lnTo>
                <ns0:lnTo>
                  <ns0:pt x="690171" y="495811"/>
                </ns0:lnTo>
                <ns0:lnTo>
                  <ns0:pt x="689143" y="496305"/>
                </ns0:lnTo>
                <ns0:lnTo>
                  <ns0:pt x="688114" y="498197"/>
                </ns0:lnTo>
                <ns0:lnTo>
                  <ns0:pt x="687086" y="500775"/>
                </ns0:lnTo>
                <ns0:lnTo>
                  <ns0:pt x="686057" y="503153"/>
                </ns0:lnTo>
                <ns0:lnTo>
                  <ns0:pt x="685029" y="505298"/>
                </ns0:lnTo>
                <ns0:lnTo>
                  <ns0:pt x="684000" y="506360"/>
                </ns0:lnTo>
                <ns0:lnTo>
                  <ns0:pt x="682971" y="506785"/>
                </ns0:lnTo>
                <ns0:lnTo>
                  <ns0:pt x="681943" y="506996"/>
                </ns0:lnTo>
                <ns0:lnTo>
                  <ns0:pt x="680914" y="506766"/>
                </ns0:lnTo>
                <ns0:lnTo>
                  <ns0:pt x="679886" y="506055"/>
                </ns0:lnTo>
                <ns0:lnTo>
                  <ns0:pt x="678857" y="504926"/>
                </ns0:lnTo>
                <ns0:lnTo>
                  <ns0:pt x="677829" y="503192"/>
                </ns0:lnTo>
                <ns0:lnTo>
                  <ns0:pt x="676800" y="500708"/>
                </ns0:lnTo>
                <ns0:lnTo>
                  <ns0:pt x="675771" y="498070"/>
                </ns0:lnTo>
                <ns0:lnTo>
                  <ns0:pt x="674743" y="496586"/>
                </ns0:lnTo>
                <ns0:lnTo>
                  <ns0:pt x="673714" y="496462"/>
                </ns0:lnTo>
                <ns0:lnTo>
                  <ns0:pt x="672686" y="497148"/>
                </ns0:lnTo>
                <ns0:lnTo>
                  <ns0:pt x="671657" y="498266"/>
                </ns0:lnTo>
                <ns0:lnTo>
                  <ns0:pt x="670629" y="499821"/>
                </ns0:lnTo>
                <ns0:lnTo>
                  <ns0:pt x="669600" y="501875"/>
                </ns0:lnTo>
                <ns0:lnTo>
                  <ns0:pt x="668571" y="503555"/>
                </ns0:lnTo>
                <ns0:lnTo>
                  <ns0:pt x="667543" y="504417"/>
                </ns0:lnTo>
                <ns0:lnTo>
                  <ns0:pt x="666514" y="504936"/>
                </ns0:lnTo>
                <ns0:lnTo>
                  <ns0:pt x="665486" y="505311"/>
                </ns0:lnTo>
                <ns0:lnTo>
                  <ns0:pt x="664457" y="505386"/>
                </ns0:lnTo>
                <ns0:lnTo>
                  <ns0:pt x="663429" y="505386"/>
                </ns0:lnTo>
                <ns0:lnTo>
                  <ns0:pt x="662400" y="505488"/>
                </ns0:lnTo>
                <ns0:lnTo>
                  <ns0:pt x="661371" y="505567"/>
                </ns0:lnTo>
                <ns0:lnTo>
                  <ns0:pt x="660343" y="505670"/>
                </ns0:lnTo>
                <ns0:lnTo>
                  <ns0:pt x="659314" y="505754"/>
                </ns0:lnTo>
                <ns0:lnTo>
                  <ns0:pt x="658286" y="505885"/>
                </ns0:lnTo>
                <ns0:lnTo>
                  <ns0:pt x="657257" y="506189"/>
                </ns0:lnTo>
                <ns0:lnTo>
                  <ns0:pt x="656229" y="506817"/>
                </ns0:lnTo>
                <ns0:lnTo>
                  <ns0:pt x="655200" y="507909"/>
                </ns0:lnTo>
                <ns0:lnTo>
                  <ns0:pt x="654171" y="509795"/>
                </ns0:lnTo>
                <ns0:lnTo>
                  <ns0:pt x="653143" y="512413"/>
                </ns0:lnTo>
                <ns0:lnTo>
                  <ns0:pt x="652114" y="516168"/>
                </ns0:lnTo>
                <ns0:lnTo>
                  <ns0:pt x="651086" y="521378"/>
                </ns0:lnTo>
                <ns0:lnTo>
                  <ns0:pt x="650057" y="527849"/>
                </ns0:lnTo>
                <ns0:lnTo>
                  <ns0:pt x="649029" y="534305"/>
                </ns0:lnTo>
                <ns0:lnTo>
                  <ns0:pt x="648000" y="540677"/>
                </ns0:lnTo>
                <ns0:lnTo>
                  <ns0:pt x="646971" y="547572"/>
                </ns0:lnTo>
                <ns0:lnTo>
                  <ns0:pt x="645943" y="554742"/>
                </ns0:lnTo>
                <ns0:lnTo>
                  <ns0:pt x="644914" y="560937"/>
                </ns0:lnTo>
                <ns0:lnTo>
                  <ns0:pt x="643886" y="565768"/>
                </ns0:lnTo>
                <ns0:lnTo>
                  <ns0:pt x="642857" y="569250"/>
                </ns0:lnTo>
                <ns0:lnTo>
                  <ns0:pt x="641829" y="571959"/>
                </ns0:lnTo>
                <ns0:lnTo>
                  <ns0:pt x="640800" y="574351"/>
                </ns0:lnTo>
                <ns0:lnTo>
                  <ns0:pt x="639771" y="576946"/>
                </ns0:lnTo>
                <ns0:lnTo>
                  <ns0:pt x="638743" y="579611"/>
                </ns0:lnTo>
                <ns0:lnTo>
                  <ns0:pt x="637714" y="582266"/>
                </ns0:lnTo>
                <ns0:lnTo>
                  <ns0:pt x="636686" y="585211"/>
                </ns0:lnTo>
                <ns0:lnTo>
                  <ns0:pt x="635657" y="588385"/>
                </ns0:lnTo>
                <ns0:lnTo>
                  <ns0:pt x="634629" y="592427"/>
                </ns0:lnTo>
                <ns0:lnTo>
                  <ns0:pt x="633600" y="597770"/>
                </ns0:lnTo>
                <ns0:lnTo>
                  <ns0:pt x="632571" y="603907"/>
                </ns0:lnTo>
                <ns0:lnTo>
                  <ns0:pt x="631543" y="610707"/>
                </ns0:lnTo>
                <ns0:lnTo>
                  <ns0:pt x="630514" y="617039"/>
                </ns0:lnTo>
                <ns0:lnTo>
                  <ns0:pt x="629486" y="621247"/>
                </ns0:lnTo>
                <ns0:lnTo>
                  <ns0:pt x="628457" y="625515"/>
                </ns0:lnTo>
                <ns0:lnTo>
                  <ns0:pt x="627429" y="629131"/>
                </ns0:lnTo>
                <ns0:lnTo>
                  <ns0:pt x="626400" y="632226"/>
                </ns0:lnTo>
                <ns0:lnTo>
                  <ns0:pt x="625371" y="635056"/>
                </ns0:lnTo>
                <ns0:lnTo>
                  <ns0:pt x="624343" y="638189"/>
                </ns0:lnTo>
                <ns0:lnTo>
                  <ns0:pt x="623314" y="640906"/>
                </ns0:lnTo>
                <ns0:lnTo>
                  <ns0:pt x="622286" y="643133"/>
                </ns0:lnTo>
                <ns0:lnTo>
                  <ns0:pt x="621257" y="645157"/>
                </ns0:lnTo>
                <ns0:lnTo>
                  <ns0:pt x="620229" y="646685"/>
                </ns0:lnTo>
                <ns0:lnTo>
                  <ns0:pt x="619200" y="647873"/>
                </ns0:lnTo>
                <ns0:lnTo>
                  <ns0:pt x="618171" y="649459"/>
                </ns0:lnTo>
                <ns0:lnTo>
                  <ns0:pt x="617143" y="674132"/>
                </ns0:lnTo>
                <ns0:lnTo>
                  <ns0:pt x="616114" y="672840"/>
                </ns0:lnTo>
                <ns0:lnTo>
                  <ns0:pt x="615086" y="672465"/>
                </ns0:lnTo>
                <ns0:lnTo>
                  <ns0:pt x="614057" y="672591"/>
                </ns0:lnTo>
                <ns0:lnTo>
                  <ns0:pt x="613029" y="672906"/>
                </ns0:lnTo>
                <ns0:lnTo>
                  <ns0:pt x="612000" y="673205"/>
                </ns0:lnTo>
                <ns0:lnTo>
                  <ns0:pt x="610971" y="672963"/>
                </ns0:lnTo>
                <ns0:lnTo>
                  <ns0:pt x="609943" y="672044"/>
                </ns0:lnTo>
                <ns0:lnTo>
                  <ns0:pt x="608914" y="671234"/>
                </ns0:lnTo>
                <ns0:lnTo>
                  <ns0:pt x="607886" y="670735"/>
                </ns0:lnTo>
                <ns0:lnTo>
                  <ns0:pt x="606857" y="670462"/>
                </ns0:lnTo>
                <ns0:lnTo>
                  <ns0:pt x="605829" y="670450"/>
                </ns0:lnTo>
                <ns0:lnTo>
                  <ns0:pt x="604800" y="670621"/>
                </ns0:lnTo>
                <ns0:lnTo>
                  <ns0:pt x="603771" y="671930"/>
                </ns0:lnTo>
                <ns0:lnTo>
                  <ns0:pt x="602743" y="673483"/>
                </ns0:lnTo>
                <ns0:lnTo>
                  <ns0:pt x="601714" y="674938"/>
                </ns0:lnTo>
                <ns0:lnTo>
                  <ns0:pt x="600686" y="675905"/>
                </ns0:lnTo>
                <ns0:lnTo>
                  <ns0:pt x="599657" y="676490"/>
                </ns0:lnTo>
                <ns0:lnTo>
                  <ns0:pt x="598629" y="676567"/>
                </ns0:lnTo>
                <ns0:lnTo>
                  <ns0:pt x="597600" y="676619"/>
                </ns0:lnTo>
                <ns0:lnTo>
                  <ns0:pt x="596571" y="677080"/>
                </ns0:lnTo>
                <ns0:lnTo>
                  <ns0:pt x="595543" y="677917"/>
                </ns0:lnTo>
                <ns0:lnTo>
                  <ns0:pt x="594514" y="678892"/>
                </ns0:lnTo>
                <ns0:lnTo>
                  <ns0:pt x="593486" y="679884"/>
                </ns0:lnTo>
                <ns0:lnTo>
                  <ns0:pt x="592457" y="681344"/>
                </ns0:lnTo>
                <ns0:lnTo>
                  <ns0:pt x="591429" y="683821"/>
                </ns0:lnTo>
                <ns0:lnTo>
                  <ns0:pt x="590400" y="686982"/>
                </ns0:lnTo>
                <ns0:lnTo>
                  <ns0:pt x="589371" y="689693"/>
                </ns0:lnTo>
                <ns0:lnTo>
                  <ns0:pt x="588343" y="691347"/>
                </ns0:lnTo>
                <ns0:lnTo>
                  <ns0:pt x="587314" y="691784"/>
                </ns0:lnTo>
                <ns0:lnTo>
                  <ns0:pt x="586286" y="691770"/>
                </ns0:lnTo>
                <ns0:lnTo>
                  <ns0:pt x="585257" y="691059"/>
                </ns0:lnTo>
                <ns0:lnTo>
                  <ns0:pt x="584229" y="690643"/>
                </ns0:lnTo>
                <ns0:lnTo>
                  <ns0:pt x="583200" y="690251"/>
                </ns0:lnTo>
                <ns0:lnTo>
                  <ns0:pt x="582171" y="689978"/>
                </ns0:lnTo>
                <ns0:lnTo>
                  <ns0:pt x="581143" y="689763"/>
                </ns0:lnTo>
                <ns0:lnTo>
                  <ns0:pt x="580114" y="689445"/>
                </ns0:lnTo>
                <ns0:lnTo>
                  <ns0:pt x="579086" y="688568"/>
                </ns0:lnTo>
                <ns0:lnTo>
                  <ns0:pt x="578057" y="686906"/>
                </ns0:lnTo>
                <ns0:lnTo>
                  <ns0:pt x="577029" y="684214"/>
                </ns0:lnTo>
                <ns0:lnTo>
                  <ns0:pt x="576000" y="680835"/>
                </ns0:lnTo>
                <ns0:lnTo>
                  <ns0:pt x="574971" y="677390"/>
                </ns0:lnTo>
                <ns0:lnTo>
                  <ns0:pt x="573943" y="674467"/>
                </ns0:lnTo>
                <ns0:lnTo>
                  <ns0:pt x="572914" y="672555"/>
                </ns0:lnTo>
                <ns0:lnTo>
                  <ns0:pt x="571886" y="671336"/>
                </ns0:lnTo>
                <ns0:lnTo>
                  <ns0:pt x="570857" y="670816"/>
                </ns0:lnTo>
                <ns0:lnTo>
                  <ns0:pt x="569829" y="670286"/>
                </ns0:lnTo>
                <ns0:lnTo>
                  <ns0:pt x="568800" y="669796"/>
                </ns0:lnTo>
                <ns0:lnTo>
                  <ns0:pt x="567771" y="669455"/>
                </ns0:lnTo>
                <ns0:lnTo>
                  <ns0:pt x="566743" y="669030"/>
                </ns0:lnTo>
                <ns0:lnTo>
                  <ns0:pt x="565714" y="668921"/>
                </ns0:lnTo>
                <ns0:lnTo>
                  <ns0:pt x="564686" y="668925"/>
                </ns0:lnTo>
                <ns0:lnTo>
                  <ns0:pt x="563657" y="668940"/>
                </ns0:lnTo>
                <ns0:lnTo>
                  <ns0:pt x="562629" y="668960"/>
                </ns0:lnTo>
                <ns0:lnTo>
                  <ns0:pt x="561600" y="669123"/>
                </ns0:lnTo>
                <ns0:lnTo>
                  <ns0:pt x="560571" y="669303"/>
                </ns0:lnTo>
                <ns0:lnTo>
                  <ns0:pt x="559543" y="669547"/>
                </ns0:lnTo>
                <ns0:lnTo>
                  <ns0:pt x="558514" y="669579"/>
                </ns0:lnTo>
                <ns0:lnTo>
                  <ns0:pt x="557486" y="669443"/>
                </ns0:lnTo>
                <ns0:lnTo>
                  <ns0:pt x="556457" y="669072"/>
                </ns0:lnTo>
                <ns0:lnTo>
                  <ns0:pt x="555429" y="668773"/>
                </ns0:lnTo>
                <ns0:lnTo>
                  <ns0:pt x="554400" y="668707"/>
                </ns0:lnTo>
                <ns0:lnTo>
                  <ns0:pt x="553371" y="668907"/>
                </ns0:lnTo>
                <ns0:lnTo>
                  <ns0:pt x="552343" y="669675"/>
                </ns0:lnTo>
                <ns0:lnTo>
                  <ns0:pt x="551314" y="671143"/>
                </ns0:lnTo>
                <ns0:lnTo>
                  <ns0:pt x="550286" y="673537"/>
                </ns0:lnTo>
                <ns0:lnTo>
                  <ns0:pt x="549257" y="677016"/>
                </ns0:lnTo>
                <ns0:lnTo>
                  <ns0:pt x="548229" y="681033"/>
                </ns0:lnTo>
                <ns0:lnTo>
                  <ns0:pt x="547200" y="684758"/>
                </ns0:lnTo>
                <ns0:lnTo>
                  <ns0:pt x="546171" y="687272"/>
                </ns0:lnTo>
                <ns0:lnTo>
                  <ns0:pt x="545143" y="687730"/>
                </ns0:lnTo>
                <ns0:lnTo>
                  <ns0:pt x="544114" y="687384"/>
                </ns0:lnTo>
                <ns0:lnTo>
                  <ns0:pt x="543086" y="686549"/>
                </ns0:lnTo>
                <ns0:lnTo>
                  <ns0:pt x="542057" y="685596"/>
                </ns0:lnTo>
                <ns0:lnTo>
                  <ns0:pt x="541029" y="684927"/>
                </ns0:lnTo>
                <ns0:lnTo>
                  <ns0:pt x="540000" y="684105"/>
                </ns0:lnTo>
                <ns0:lnTo>
                  <ns0:pt x="538971" y="683204"/>
                </ns0:lnTo>
                <ns0:lnTo>
                  <ns0:pt x="537943" y="682085"/>
                </ns0:lnTo>
                <ns0:lnTo>
                  <ns0:pt x="536914" y="680686"/>
                </ns0:lnTo>
                <ns0:lnTo>
                  <ns0:pt x="535886" y="679888"/>
                </ns0:lnTo>
                <ns0:lnTo>
                  <ns0:pt x="534857" y="679696"/>
                </ns0:lnTo>
                <ns0:lnTo>
                  <ns0:pt x="533829" y="679874"/>
                </ns0:lnTo>
                <ns0:lnTo>
                  <ns0:pt x="532800" y="679782"/>
                </ns0:lnTo>
                <ns0:lnTo>
                  <ns0:pt x="531771" y="679764"/>
                </ns0:lnTo>
                <ns0:lnTo>
                  <ns0:pt x="530743" y="680290"/>
                </ns0:lnTo>
                <ns0:lnTo>
                  <ns0:pt x="529714" y="680810"/>
                </ns0:lnTo>
                <ns0:lnTo>
                  <ns0:pt x="528686" y="680943"/>
                </ns0:lnTo>
                <ns0:lnTo>
                  <ns0:pt x="527657" y="680743"/>
                </ns0:lnTo>
                <ns0:lnTo>
                  <ns0:pt x="526629" y="680247"/>
                </ns0:lnTo>
                <ns0:lnTo>
                  <ns0:pt x="525600" y="679248"/>
                </ns0:lnTo>
                <ns0:lnTo>
                  <ns0:pt x="524571" y="678200"/>
                </ns0:lnTo>
                <ns0:lnTo>
                  <ns0:pt x="523543" y="677250"/>
                </ns0:lnTo>
                <ns0:lnTo>
                  <ns0:pt x="522514" y="676912"/>
                </ns0:lnTo>
                <ns0:lnTo>
                  <ns0:pt x="521486" y="676834"/>
                </ns0:lnTo>
                <ns0:lnTo>
                  <ns0:pt x="520457" y="676852"/>
                </ns0:lnTo>
                <ns0:lnTo>
                  <ns0:pt x="519429" y="677030"/>
                </ns0:lnTo>
                <ns0:lnTo>
                  <ns0:pt x="518400" y="677401"/>
                </ns0:lnTo>
                <ns0:lnTo>
                  <ns0:pt x="517371" y="678122"/>
                </ns0:lnTo>
                <ns0:lnTo>
                  <ns0:pt x="516343" y="678961"/>
                </ns0:lnTo>
                <ns0:lnTo>
                  <ns0:pt x="515314" y="679989"/>
                </ns0:lnTo>
                <ns0:lnTo>
                  <ns0:pt x="514286" y="681293"/>
                </ns0:lnTo>
                <ns0:lnTo>
                  <ns0:pt x="513257" y="682555"/>
                </ns0:lnTo>
                <ns0:lnTo>
                  <ns0:pt x="512229" y="683104"/>
                </ns0:lnTo>
                <ns0:lnTo>
                  <ns0:pt x="511200" y="682820"/>
                </ns0:lnTo>
                <ns0:lnTo>
                  <ns0:pt x="510171" y="681489"/>
                </ns0:lnTo>
                <ns0:lnTo>
                  <ns0:pt x="509143" y="679227"/>
                </ns0:lnTo>
                <ns0:lnTo>
                  <ns0:pt x="508114" y="676121"/>
                </ns0:lnTo>
                <ns0:lnTo>
                  <ns0:pt x="507086" y="674722"/>
                </ns0:lnTo>
                <ns0:lnTo>
                  <ns0:pt x="506057" y="674215"/>
                </ns0:lnTo>
                <ns0:lnTo>
                  <ns0:pt x="505029" y="673903"/>
                </ns0:lnTo>
                <ns0:lnTo>
                  <ns0:pt x="504000" y="673763"/>
                </ns0:lnTo>
                <ns0:lnTo>
                  <ns0:pt x="502971" y="673687"/>
                </ns0:lnTo>
                <ns0:lnTo>
                  <ns0:pt x="501943" y="673652"/>
                </ns0:lnTo>
                <ns0:lnTo>
                  <ns0:pt x="500914" y="673781"/>
                </ns0:lnTo>
                <ns0:lnTo>
                  <ns0:pt x="499886" y="674319"/>
                </ns0:lnTo>
                <ns0:lnTo>
                  <ns0:pt x="498857" y="675025"/>
                </ns0:lnTo>
                <ns0:lnTo>
                  <ns0:pt x="497829" y="675532"/>
                </ns0:lnTo>
                <ns0:lnTo>
                  <ns0:pt x="496800" y="675362"/>
                </ns0:lnTo>
                <ns0:lnTo>
                  <ns0:pt x="495771" y="674678"/>
                </ns0:lnTo>
                <ns0:lnTo>
                  <ns0:pt x="494743" y="674217"/>
                </ns0:lnTo>
                <ns0:lnTo>
                  <ns0:pt x="493714" y="673929"/>
                </ns0:lnTo>
                <ns0:lnTo>
                  <ns0:pt x="492686" y="673840"/>
                </ns0:lnTo>
                <ns0:lnTo>
                  <ns0:pt x="491657" y="673836"/>
                </ns0:lnTo>
                <ns0:lnTo>
                  <ns0:pt x="490629" y="673863"/>
                </ns0:lnTo>
                <ns0:lnTo>
                  <ns0:pt x="489600" y="673779"/>
                </ns0:lnTo>
                <ns0:lnTo>
                  <ns0:pt x="488571" y="673584"/>
                </ns0:lnTo>
                <ns0:lnTo>
                  <ns0:pt x="487543" y="673452"/>
                </ns0:lnTo>
                <ns0:lnTo>
                  <ns0:pt x="486514" y="673774"/>
                </ns0:lnTo>
                <ns0:lnTo>
                  <ns0:pt x="485486" y="674809"/>
                </ns0:lnTo>
                <ns0:lnTo>
                  <ns0:pt x="484457" y="676371"/>
                </ns0:lnTo>
                <ns0:lnTo>
                  <ns0:pt x="483429" y="678613"/>
                </ns0:lnTo>
                <ns0:lnTo>
                  <ns0:pt x="482400" y="681964"/>
                </ns0:lnTo>
                <ns0:lnTo>
                  <ns0:pt x="481371" y="683796"/>
                </ns0:lnTo>
                <ns0:lnTo>
                  <ns0:pt x="480343" y="684836"/>
                </ns0:lnTo>
                <ns0:lnTo>
                  <ns0:pt x="479314" y="685454"/>
                </ns0:lnTo>
                <ns0:lnTo>
                  <ns0:pt x="478286" y="685858"/>
                </ns0:lnTo>
                <ns0:lnTo>
                  <ns0:pt x="477257" y="686276"/>
                </ns0:lnTo>
                <ns0:lnTo>
                  <ns0:pt x="476229" y="686590"/>
                </ns0:lnTo>
                <ns0:lnTo>
                  <ns0:pt x="475200" y="686512"/>
                </ns0:lnTo>
                <ns0:lnTo>
                  <ns0:pt x="474171" y="686091"/>
                </ns0:lnTo>
                <ns0:lnTo>
                  <ns0:pt x="473143" y="686222"/>
                </ns0:lnTo>
                <ns0:lnTo>
                  <ns0:pt x="472114" y="687189"/>
                </ns0:lnTo>
                <ns0:lnTo>
                  <ns0:pt x="471086" y="688587"/>
                </ns0:lnTo>
                <ns0:lnTo>
                  <ns0:pt x="470057" y="690259"/>
                </ns0:lnTo>
                <ns0:lnTo>
                  <ns0:pt x="469029" y="689915"/>
                </ns0:lnTo>
                <ns0:lnTo>
                  <ns0:pt x="468000" y="688357"/>
                </ns0:lnTo>
                <ns0:lnTo>
                  <ns0:pt x="466971" y="685469"/>
                </ns0:lnTo>
                <ns0:lnTo>
                  <ns0:pt x="465943" y="682596"/>
                </ns0:lnTo>
                <ns0:lnTo>
                  <ns0:pt x="464914" y="679983"/>
                </ns0:lnTo>
                <ns0:lnTo>
                  <ns0:pt x="463886" y="678139"/>
                </ns0:lnTo>
                <ns0:lnTo>
                  <ns0:pt x="462857" y="677106"/>
                </ns0:lnTo>
                <ns0:lnTo>
                  <ns0:pt x="461829" y="676678"/>
                </ns0:lnTo>
                <ns0:lnTo>
                  <ns0:pt x="460800" y="676549"/>
                </ns0:lnTo>
                <ns0:lnTo>
                  <ns0:pt x="459771" y="676547"/>
                </ns0:lnTo>
                <ns0:lnTo>
                  <ns0:pt x="458743" y="676304"/>
                </ns0:lnTo>
                <ns0:lnTo>
                  <ns0:pt x="457714" y="675550"/>
                </ns0:lnTo>
                <ns0:lnTo>
                  <ns0:pt x="456686" y="674283"/>
                </ns0:lnTo>
                <ns0:lnTo>
                  <ns0:pt x="455657" y="672441"/>
                </ns0:lnTo>
                <ns0:lnTo>
                  <ns0:pt x="454629" y="670687"/>
                </ns0:lnTo>
                <ns0:lnTo>
                  <ns0:pt x="453600" y="669181"/>
                </ns0:lnTo>
                <ns0:lnTo>
                  <ns0:pt x="452571" y="667602"/>
                </ns0:lnTo>
                <ns0:lnTo>
                  <ns0:pt x="451543" y="665371"/>
                </ns0:lnTo>
                <ns0:lnTo>
                  <ns0:pt x="450514" y="662896"/>
                </ns0:lnTo>
                <ns0:lnTo>
                  <ns0:pt x="449486" y="661079"/>
                </ns0:lnTo>
                <ns0:lnTo>
                  <ns0:pt x="448457" y="660158"/>
                </ns0:lnTo>
                <ns0:lnTo>
                  <ns0:pt x="447429" y="659960"/>
                </ns0:lnTo>
                <ns0:lnTo>
                  <ns0:pt x="446400" y="660434"/>
                </ns0:lnTo>
                <ns0:lnTo>
                  <ns0:pt x="445371" y="660987"/>
                </ns0:lnTo>
                <ns0:lnTo>
                  <ns0:pt x="444343" y="661087"/>
                </ns0:lnTo>
                <ns0:lnTo>
                  <ns0:pt x="443314" y="661252"/>
                </ns0:lnTo>
                <ns0:lnTo>
                  <ns0:pt x="442286" y="661731"/>
                </ns0:lnTo>
                <ns0:lnTo>
                  <ns0:pt x="441257" y="662677"/>
                </ns0:lnTo>
                <ns0:lnTo>
                  <ns0:pt x="440229" y="663736"/>
                </ns0:lnTo>
                <ns0:lnTo>
                  <ns0:pt x="439200" y="664823"/>
                </ns0:lnTo>
                <ns0:lnTo>
                  <ns0:pt x="438171" y="665463"/>
                </ns0:lnTo>
                <ns0:lnTo>
                  <ns0:pt x="437143" y="665437"/>
                </ns0:lnTo>
                <ns0:lnTo>
                  <ns0:pt x="436114" y="664553"/>
                </ns0:lnTo>
                <ns0:lnTo>
                  <ns0:pt x="435086" y="662488"/>
                </ns0:lnTo>
                <ns0:lnTo>
                  <ns0:pt x="434057" y="660142"/>
                </ns0:lnTo>
                <ns0:lnTo>
                  <ns0:pt x="433029" y="657949"/>
                </ns0:lnTo>
                <ns0:lnTo>
                  <ns0:pt x="432000" y="656424"/>
                </ns0:lnTo>
                <ns0:lnTo>
                  <ns0:pt x="430971" y="655929"/>
                </ns0:lnTo>
                <ns0:lnTo>
                  <ns0:pt x="429943" y="656228"/>
                </ns0:lnTo>
                <ns0:lnTo>
                  <ns0:pt x="428914" y="656775"/>
                </ns0:lnTo>
                <ns0:lnTo>
                  <ns0:pt x="427886" y="657357"/>
                </ns0:lnTo>
                <ns0:lnTo>
                  <ns0:pt x="426857" y="658035"/>
                </ns0:lnTo>
                <ns0:lnTo>
                  <ns0:pt x="425829" y="659320"/>
                </ns0:lnTo>
                <ns0:lnTo>
                  <ns0:pt x="424800" y="661043"/>
                </ns0:lnTo>
                <ns0:lnTo>
                  <ns0:pt x="423771" y="662509"/>
                </ns0:lnTo>
                <ns0:lnTo>
                  <ns0:pt x="422743" y="663840"/>
                </ns0:lnTo>
                <ns0:lnTo>
                  <ns0:pt x="421714" y="664818"/>
                </ns0:lnTo>
                <ns0:lnTo>
                  <ns0:pt x="420686" y="665298"/>
                </ns0:lnTo>
                <ns0:lnTo>
                  <ns0:pt x="419657" y="665601"/>
                </ns0:lnTo>
                <ns0:lnTo>
                  <ns0:pt x="418629" y="665911"/>
                </ns0:lnTo>
                <ns0:lnTo>
                  <ns0:pt x="417600" y="666098"/>
                </ns0:lnTo>
                <ns0:lnTo>
                  <ns0:pt x="416571" y="666093"/>
                </ns0:lnTo>
                <ns0:lnTo>
                  <ns0:pt x="415543" y="665837"/>
                </ns0:lnTo>
                <ns0:lnTo>
                  <ns0:pt x="414514" y="665202"/>
                </ns0:lnTo>
                <ns0:lnTo>
                  <ns0:pt x="413486" y="664193"/>
                </ns0:lnTo>
                <ns0:lnTo>
                  <ns0:pt x="412457" y="662990"/>
                </ns0:lnTo>
                <ns0:lnTo>
                  <ns0:pt x="411429" y="662276"/>
                </ns0:lnTo>
                <ns0:lnTo>
                  <ns0:pt x="410400" y="662812"/>
                </ns0:lnTo>
                <ns0:lnTo>
                  <ns0:pt x="409371" y="664952"/>
                </ns0:lnTo>
                <ns0:lnTo>
                  <ns0:pt x="408343" y="668168"/>
                </ns0:lnTo>
                <ns0:lnTo>
                  <ns0:pt x="407314" y="671678"/>
                </ns0:lnTo>
                <ns0:lnTo>
                  <ns0:pt x="406286" y="674925"/>
                </ns0:lnTo>
                <ns0:lnTo>
                  <ns0:pt x="405257" y="677180"/>
                </ns0:lnTo>
                <ns0:lnTo>
                  <ns0:pt x="404229" y="678592"/>
                </ns0:lnTo>
                <ns0:lnTo>
                  <ns0:pt x="403200" y="678929"/>
                </ns0:lnTo>
                <ns0:lnTo>
                  <ns0:pt x="402171" y="678491"/>
                </ns0:lnTo>
                <ns0:lnTo>
                  <ns0:pt x="401143" y="677624"/>
                </ns0:lnTo>
                <ns0:lnTo>
                  <ns0:pt x="400114" y="676566"/>
                </ns0:lnTo>
                <ns0:lnTo>
                  <ns0:pt x="399086" y="675651"/>
                </ns0:lnTo>
                <ns0:lnTo>
                  <ns0:pt x="398057" y="675231"/>
                </ns0:lnTo>
                <ns0:lnTo>
                  <ns0:pt x="397029" y="675121"/>
                </ns0:lnTo>
                <ns0:lnTo>
                  <ns0:pt x="396000" y="675198"/>
                </ns0:lnTo>
                <ns0:lnTo>
                  <ns0:pt x="394971" y="675282"/>
                </ns0:lnTo>
                <ns0:lnTo>
                  <ns0:pt x="393943" y="675038"/>
                </ns0:lnTo>
                <ns0:lnTo>
                  <ns0:pt x="392914" y="674576"/>
                </ns0:lnTo>
                <ns0:lnTo>
                  <ns0:pt x="391886" y="674354"/>
                </ns0:lnTo>
                <ns0:lnTo>
                  <ns0:pt x="390857" y="674430"/>
                </ns0:lnTo>
                <ns0:lnTo>
                  <ns0:pt x="389829" y="674519"/>
                </ns0:lnTo>
                <ns0:lnTo>
                  <ns0:pt x="388800" y="674527"/>
                </ns0:lnTo>
                <ns0:lnTo>
                  <ns0:pt x="387771" y="674729"/>
                </ns0:lnTo>
                <ns0:lnTo>
                  <ns0:pt x="386743" y="674946"/>
                </ns0:lnTo>
                <ns0:lnTo>
                  <ns0:pt x="385714" y="675171"/>
                </ns0:lnTo>
                <ns0:lnTo>
                  <ns0:pt x="384686" y="674924"/>
                </ns0:lnTo>
                <ns0:lnTo>
                  <ns0:pt x="383657" y="674953"/>
                </ns0:lnTo>
                <ns0:lnTo>
                  <ns0:pt x="382629" y="675004"/>
                </ns0:lnTo>
                <ns0:lnTo>
                  <ns0:pt x="381600" y="675090"/>
                </ns0:lnTo>
                <ns0:lnTo>
                  <ns0:pt x="380571" y="675118"/>
                </ns0:lnTo>
                <ns0:lnTo>
                  <ns0:pt x="379543" y="674977"/>
                </ns0:lnTo>
                <ns0:lnTo>
                  <ns0:pt x="378514" y="674425"/>
                </ns0:lnTo>
                <ns0:lnTo>
                  <ns0:pt x="377486" y="673937"/>
                </ns0:lnTo>
                <ns0:lnTo>
                  <ns0:pt x="376457" y="673839"/>
                </ns0:lnTo>
                <ns0:lnTo>
                  <ns0:pt x="375429" y="673780"/>
                </ns0:lnTo>
                <ns0:lnTo>
                  <ns0:pt x="374400" y="673715"/>
                </ns0:lnTo>
                <ns0:lnTo>
                  <ns0:pt x="373371" y="673717"/>
                </ns0:lnTo>
                <ns0:lnTo>
                  <ns0:pt x="372343" y="673709"/>
                </ns0:lnTo>
                <ns0:lnTo>
                  <ns0:pt x="371314" y="673679"/>
                </ns0:lnTo>
                <ns0:lnTo>
                  <ns0:pt x="370286" y="673422"/>
                </ns0:lnTo>
                <ns0:lnTo>
                  <ns0:pt x="369257" y="673037"/>
                </ns0:lnTo>
                <ns0:lnTo>
                  <ns0:pt x="368229" y="672801"/>
                </ns0:lnTo>
                <ns0:lnTo>
                  <ns0:pt x="367200" y="672897"/>
                </ns0:lnTo>
                <ns0:lnTo>
                  <ns0:pt x="366171" y="673207"/>
                </ns0:lnTo>
                <ns0:lnTo>
                  <ns0:pt x="365143" y="673326"/>
                </ns0:lnTo>
                <ns0:lnTo>
                  <ns0:pt x="364114" y="672916"/>
                </ns0:lnTo>
                <ns0:lnTo>
                  <ns0:pt x="363086" y="672998"/>
                </ns0:lnTo>
                <ns0:lnTo>
                  <ns0:pt x="362057" y="673526"/>
                </ns0:lnTo>
                <ns0:lnTo>
                  <ns0:pt x="361029" y="674551"/>
                </ns0:lnTo>
                <ns0:lnTo>
                  <ns0:pt x="360000" y="675360"/>
                </ns0:lnTo>
                <ns0:lnTo>
                  <ns0:pt x="358971" y="675961"/>
                </ns0:lnTo>
                <ns0:lnTo>
                  <ns0:pt x="357943" y="675959"/>
                </ns0:lnTo>
                <ns0:lnTo>
                  <ns0:pt x="356914" y="675358"/>
                </ns0:lnTo>
                <ns0:lnTo>
                  <ns0:pt x="355886" y="674693"/>
                </ns0:lnTo>
                <ns0:lnTo>
                  <ns0:pt x="354857" y="674502"/>
                </ns0:lnTo>
                <ns0:lnTo>
                  <ns0:pt x="353829" y="674531"/>
                </ns0:lnTo>
                <ns0:lnTo>
                  <ns0:pt x="352800" y="674757"/>
                </ns0:lnTo>
                <ns0:lnTo>
                  <ns0:pt x="351771" y="674791"/>
                </ns0:lnTo>
                <ns0:lnTo>
                  <ns0:pt x="350743" y="674213"/>
                </ns0:lnTo>
                <ns0:lnTo>
                  <ns0:pt x="349714" y="673801"/>
                </ns0:lnTo>
                <ns0:lnTo>
                  <ns0:pt x="348686" y="674141"/>
                </ns0:lnTo>
                <ns0:lnTo>
                  <ns0:pt x="347657" y="674553"/>
                </ns0:lnTo>
                <ns0:lnTo>
                  <ns0:pt x="346629" y="674229"/>
                </ns0:lnTo>
                <ns0:lnTo>
                  <ns0:pt x="345600" y="673675"/>
                </ns0:lnTo>
                <ns0:lnTo>
                  <ns0:pt x="344571" y="673238"/>
                </ns0:lnTo>
                <ns0:lnTo>
                  <ns0:pt x="343543" y="672925"/>
                </ns0:lnTo>
                <ns0:lnTo>
                  <ns0:pt x="342514" y="673141"/>
                </ns0:lnTo>
                <ns0:lnTo>
                  <ns0:pt x="341486" y="673647"/>
                </ns0:lnTo>
                <ns0:lnTo>
                  <ns0:pt x="340457" y="674178"/>
                </ns0:lnTo>
                <ns0:lnTo>
                  <ns0:pt x="339429" y="674797"/>
                </ns0:lnTo>
                <ns0:lnTo>
                  <ns0:pt x="338400" y="675614"/>
                </ns0:lnTo>
                <ns0:lnTo>
                  <ns0:pt x="337371" y="676225"/>
                </ns0:lnTo>
                <ns0:lnTo>
                  <ns0:pt x="336343" y="676841"/>
                </ns0:lnTo>
                <ns0:lnTo>
                  <ns0:pt x="335314" y="677467"/>
                </ns0:lnTo>
                <ns0:lnTo>
                  <ns0:pt x="334286" y="678104"/>
                </ns0:lnTo>
                <ns0:lnTo>
                  <ns0:pt x="333257" y="678409"/>
                </ns0:lnTo>
                <ns0:lnTo>
                  <ns0:pt x="332229" y="678521"/>
                </ns0:lnTo>
                <ns0:lnTo>
                  <ns0:pt x="331200" y="678448"/>
                </ns0:lnTo>
                <ns0:lnTo>
                  <ns0:pt x="330171" y="678056"/>
                </ns0:lnTo>
                <ns0:lnTo>
                  <ns0:pt x="329143" y="677394"/>
                </ns0:lnTo>
                <ns0:lnTo>
                  <ns0:pt x="328114" y="677349"/>
                </ns0:lnTo>
                <ns0:lnTo>
                  <ns0:pt x="327086" y="678125"/>
                </ns0:lnTo>
                <ns0:lnTo>
                  <ns0:pt x="326057" y="679499"/>
                </ns0:lnTo>
                <ns0:lnTo>
                  <ns0:pt x="325029" y="681274"/>
                </ns0:lnTo>
                <ns0:lnTo>
                  <ns0:pt x="324000" y="683327"/>
                </ns0:lnTo>
                <ns0:lnTo>
                  <ns0:pt x="322971" y="684599"/>
                </ns0:lnTo>
                <ns0:lnTo>
                  <ns0:pt x="321943" y="685685"/>
                </ns0:lnTo>
                <ns0:lnTo>
                  <ns0:pt x="320914" y="687527"/>
                </ns0:lnTo>
                <ns0:lnTo>
                  <ns0:pt x="319886" y="689769"/>
                </ns0:lnTo>
                <ns0:lnTo>
                  <ns0:pt x="318857" y="692120"/>
                </ns0:lnTo>
                <ns0:lnTo>
                  <ns0:pt x="317829" y="694568"/>
                </ns0:lnTo>
                <ns0:lnTo>
                  <ns0:pt x="316800" y="695162"/>
                </ns0:lnTo>
                <ns0:lnTo>
                  <ns0:pt x="315771" y="694033"/>
                </ns0:lnTo>
                <ns0:lnTo>
                  <ns0:pt x="314743" y="691477"/>
                </ns0:lnTo>
                <ns0:lnTo>
                  <ns0:pt x="313714" y="688948"/>
                </ns0:lnTo>
                <ns0:lnTo>
                  <ns0:pt x="312686" y="686304"/>
                </ns0:lnTo>
                <ns0:lnTo>
                  <ns0:pt x="311657" y="684494"/>
                </ns0:lnTo>
                <ns0:lnTo>
                  <ns0:pt x="310629" y="683644"/>
                </ns0:lnTo>
                <ns0:lnTo>
                  <ns0:pt x="309600" y="683052"/>
                </ns0:lnTo>
                <ns0:lnTo>
                  <ns0:pt x="308571" y="682759"/>
                </ns0:lnTo>
                <ns0:lnTo>
                  <ns0:pt x="307543" y="682877"/>
                </ns0:lnTo>
                <ns0:lnTo>
                  <ns0:pt x="306514" y="682904"/>
                </ns0:lnTo>
                <ns0:lnTo>
                  <ns0:pt x="305486" y="682798"/>
                </ns0:lnTo>
                <ns0:lnTo>
                  <ns0:pt x="304457" y="682657"/>
                </ns0:lnTo>
                <ns0:lnTo>
                  <ns0:pt x="303429" y="682682"/>
                </ns0:lnTo>
                <ns0:lnTo>
                  <ns0:pt x="302400" y="682651"/>
                </ns0:lnTo>
                <ns0:lnTo>
                  <ns0:pt x="301371" y="682581"/>
                </ns0:lnTo>
                <ns0:lnTo>
                  <ns0:pt x="300343" y="682629"/>
                </ns0:lnTo>
                <ns0:lnTo>
                  <ns0:pt x="299314" y="682776"/>
                </ns0:lnTo>
                <ns0:lnTo>
                  <ns0:pt x="298286" y="682316"/>
                </ns0:lnTo>
                <ns0:lnTo>
                  <ns0:pt x="297257" y="681724"/>
                </ns0:lnTo>
                <ns0:lnTo>
                  <ns0:pt x="296229" y="681196"/>
                </ns0:lnTo>
                <ns0:lnTo>
                  <ns0:pt x="295200" y="680894"/>
                </ns0:lnTo>
                <ns0:lnTo>
                  <ns0:pt x="294171" y="680812"/>
                </ns0:lnTo>
                <ns0:lnTo>
                  <ns0:pt x="293143" y="680804"/>
                </ns0:lnTo>
                <ns0:lnTo>
                  <ns0:pt x="292114" y="680720"/>
                </ns0:lnTo>
                <ns0:lnTo>
                  <ns0:pt x="291086" y="680511"/>
                </ns0:lnTo>
                <ns0:lnTo>
                  <ns0:pt x="290057" y="680954"/>
                </ns0:lnTo>
                <ns0:lnTo>
                  <ns0:pt x="289029" y="682401"/>
                </ns0:lnTo>
                <ns0:lnTo>
                  <ns0:pt x="288000" y="684192"/>
                </ns0:lnTo>
                <ns0:lnTo>
                  <ns0:pt x="286971" y="686166"/>
                </ns0:lnTo>
                <ns0:lnTo>
                  <ns0:pt x="285943" y="686763"/>
                </ns0:lnTo>
                <ns0:lnTo>
                  <ns0:pt x="284914" y="686239"/>
                </ns0:lnTo>
                <ns0:lnTo>
                  <ns0:pt x="283886" y="686043"/>
                </ns0:lnTo>
                <ns0:lnTo>
                  <ns0:pt x="282857" y="685775"/>
                </ns0:lnTo>
                <ns0:lnTo>
                  <ns0:pt x="281829" y="685306"/>
                </ns0:lnTo>
                <ns0:lnTo>
                  <ns0:pt x="280800" y="685192"/>
                </ns0:lnTo>
                <ns0:lnTo>
                  <ns0:pt x="279771" y="685668"/>
                </ns0:lnTo>
                <ns0:lnTo>
                  <ns0:pt x="278743" y="686626"/>
                </ns0:lnTo>
                <ns0:lnTo>
                  <ns0:pt x="277714" y="687776"/>
                </ns0:lnTo>
                <ns0:lnTo>
                  <ns0:pt x="276686" y="688691"/>
                </ns0:lnTo>
                <ns0:lnTo>
                  <ns0:pt x="275657" y="688609"/>
                </ns0:lnTo>
                <ns0:lnTo>
                  <ns0:pt x="274629" y="688235"/>
                </ns0:lnTo>
                <ns0:lnTo>
                  <ns0:pt x="273600" y="688890"/>
                </ns0:lnTo>
                <ns0:lnTo>
                  <ns0:pt x="272571" y="690448"/>
                </ns0:lnTo>
                <ns0:lnTo>
                  <ns0:pt x="271543" y="692069"/>
                </ns0:lnTo>
                <ns0:lnTo>
                  <ns0:pt x="270514" y="693772"/>
                </ns0:lnTo>
                <ns0:lnTo>
                  <ns0:pt x="269486" y="695902"/>
                </ns0:lnTo>
                <ns0:lnTo>
                  <ns0:pt x="268457" y="698255"/>
                </ns0:lnTo>
                <ns0:lnTo>
                  <ns0:pt x="267429" y="700343"/>
                </ns0:lnTo>
                <ns0:lnTo>
                  <ns0:pt x="266400" y="702570"/>
                </ns0:lnTo>
                <ns0:lnTo>
                  <ns0:pt x="265371" y="705052"/>
                </ns0:lnTo>
                <ns0:lnTo>
                  <ns0:pt x="264343" y="706001"/>
                </ns0:lnTo>
                <ns0:lnTo>
                  <ns0:pt x="263314" y="705125"/>
                </ns0:lnTo>
                <ns0:lnTo>
                  <ns0:pt x="262286" y="701830"/>
                </ns0:lnTo>
                <ns0:lnTo>
                  <ns0:pt x="261257" y="696530"/>
                </ns0:lnTo>
                <ns0:lnTo>
                  <ns0:pt x="260229" y="691133"/>
                </ns0:lnTo>
                <ns0:lnTo>
                  <ns0:pt x="259200" y="686198"/>
                </ns0:lnTo>
                <ns0:lnTo>
                  <ns0:pt x="258171" y="681749"/>
                </ns0:lnTo>
                <ns0:lnTo>
                  <ns0:pt x="257143" y="678114"/>
                </ns0:lnTo>
                <ns0:lnTo>
                  <ns0:pt x="256114" y="675171"/>
                </ns0:lnTo>
                <ns0:lnTo>
                  <ns0:pt x="255086" y="672907"/>
                </ns0:lnTo>
                <ns0:lnTo>
                  <ns0:pt x="254057" y="671134"/>
                </ns0:lnTo>
                <ns0:lnTo>
                  <ns0:pt x="253029" y="669659"/>
                </ns0:lnTo>
                <ns0:lnTo>
                  <ns0:pt x="252000" y="668322"/>
                </ns0:lnTo>
                <ns0:lnTo>
                  <ns0:pt x="250971" y="667059"/>
                </ns0:lnTo>
                <ns0:lnTo>
                  <ns0:pt x="249943" y="666118"/>
                </ns0:lnTo>
                <ns0:lnTo>
                  <ns0:pt x="248914" y="665557"/>
                </ns0:lnTo>
                <ns0:lnTo>
                  <ns0:pt x="247886" y="665114"/>
                </ns0:lnTo>
                <ns0:lnTo>
                  <ns0:pt x="246857" y="664806"/>
                </ns0:lnTo>
                <ns0:lnTo>
                  <ns0:pt x="245829" y="664542"/>
                </ns0:lnTo>
                <ns0:lnTo>
                  <ns0:pt x="244800" y="664346"/>
                </ns0:lnTo>
                <ns0:lnTo>
                  <ns0:pt x="243771" y="664493"/>
                </ns0:lnTo>
                <ns0:lnTo>
                  <ns0:pt x="242743" y="663909"/>
                </ns0:lnTo>
                <ns0:lnTo>
                  <ns0:pt x="241714" y="660628"/>
                </ns0:lnTo>
                <ns0:lnTo>
                  <ns0:pt x="240686" y="654999"/>
                </ns0:lnTo>
                <ns0:lnTo>
                  <ns0:pt x="239657" y="648785"/>
                </ns0:lnTo>
                <ns0:lnTo>
                  <ns0:pt x="238629" y="643719"/>
                </ns0:lnTo>
                <ns0:lnTo>
                  <ns0:pt x="237600" y="640539"/>
                </ns0:lnTo>
                <ns0:lnTo>
                  <ns0:pt x="236571" y="640471"/>
                </ns0:lnTo>
                <ns0:lnTo>
                  <ns0:pt x="235543" y="644014"/>
                </ns0:lnTo>
                <ns0:lnTo>
                  <ns0:pt x="234514" y="649910"/>
                </ns0:lnTo>
                <ns0:lnTo>
                  <ns0:pt x="233486" y="657021"/>
                </ns0:lnTo>
                <ns0:lnTo>
                  <ns0:pt x="232457" y="664020"/>
                </ns0:lnTo>
                <ns0:lnTo>
                  <ns0:pt x="231429" y="669637"/>
                </ns0:lnTo>
                <ns0:lnTo>
                  <ns0:pt x="230400" y="674128"/>
                </ns0:lnTo>
                <ns0:lnTo>
                  <ns0:pt x="229371" y="678752"/>
                </ns0:lnTo>
                <ns0:lnTo>
                  <ns0:pt x="228343" y="684368"/>
                </ns0:lnTo>
                <ns0:lnTo>
                  <ns0:pt x="227314" y="691246"/>
                </ns0:lnTo>
                <ns0:lnTo>
                  <ns0:pt x="226286" y="699245"/>
                </ns0:lnTo>
                <ns0:lnTo>
                  <ns0:pt x="225257" y="708115"/>
                </ns0:lnTo>
                <ns0:lnTo>
                  <ns0:pt x="224229" y="717531"/>
                </ns0:lnTo>
                <ns0:lnTo>
                  <ns0:pt x="223200" y="726794"/>
                </ns0:lnTo>
                <ns0:lnTo>
                  <ns0:pt x="222171" y="735823"/>
                </ns0:lnTo>
                <ns0:lnTo>
                  <ns0:pt x="221143" y="745433"/>
                </ns0:lnTo>
                <ns0:lnTo>
                  <ns0:pt x="220114" y="756820"/>
                </ns0:lnTo>
                <ns0:lnTo>
                  <ns0:pt x="219086" y="769810"/>
                </ns0:lnTo>
                <ns0:lnTo>
                  <ns0:pt x="218057" y="778922"/>
                </ns0:lnTo>
                <ns0:lnTo>
                  <ns0:pt x="217029" y="785857"/>
                </ns0:lnTo>
                <ns0:lnTo>
                  <ns0:pt x="216000" y="789806"/>
                </ns0:lnTo>
                <ns0:lnTo>
                  <ns0:pt x="214971" y="790834"/>
                </ns0:lnTo>
                <ns0:lnTo>
                  <ns0:pt x="213943" y="789468"/>
                </ns0:lnTo>
                <ns0:lnTo>
                  <ns0:pt x="212914" y="786342"/>
                </ns0:lnTo>
                <ns0:lnTo>
                  <ns0:pt x="211886" y="782040"/>
                </ns0:lnTo>
                <ns0:lnTo>
                  <ns0:pt x="210857" y="777137"/>
                </ns0:lnTo>
                <ns0:lnTo>
                  <ns0:pt x="209829" y="772092"/>
                </ns0:lnTo>
                <ns0:lnTo>
                  <ns0:pt x="208800" y="767522"/>
                </ns0:lnTo>
                <ns0:lnTo>
                  <ns0:pt x="207771" y="765137"/>
                </ns0:lnTo>
                <ns0:lnTo>
                  <ns0:pt x="206743" y="76797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8" name="MuJoCo vx baseline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76029"/>
                </ns0:lnTo>
                <ns0:lnTo>
                  <ns0:pt x="207771" y="976283"/>
                </ns0:lnTo>
                <ns0:lnTo>
                  <ns0:pt x="208800" y="976530"/>
                </ns0:lnTo>
                <ns0:lnTo>
                  <ns0:pt x="209829" y="976762"/>
                </ns0:lnTo>
                <ns0:lnTo>
                  <ns0:pt x="210857" y="976974"/>
                </ns0:lnTo>
                <ns0:lnTo>
                  <ns0:pt x="211886" y="977161"/>
                </ns0:lnTo>
                <ns0:lnTo>
                  <ns0:pt x="212914" y="977322"/>
                </ns0:lnTo>
                <ns0:lnTo>
                  <ns0:pt x="213943" y="977461"/>
                </ns0:lnTo>
                <ns0:lnTo>
                  <ns0:pt x="214971" y="977581"/>
                </ns0:lnTo>
                <ns0:lnTo>
                  <ns0:pt x="216000" y="977682"/>
                </ns0:lnTo>
                <ns0:lnTo>
                  <ns0:pt x="217029" y="977762"/>
                </ns0:lnTo>
                <ns0:lnTo>
                  <ns0:pt x="218057" y="977818"/>
                </ns0:lnTo>
                <ns0:lnTo>
                  <ns0:pt x="219086" y="977846"/>
                </ns0:lnTo>
                <ns0:lnTo>
                  <ns0:pt x="220114" y="977280"/>
                </ns0:lnTo>
                <ns0:lnTo>
                  <ns0:pt x="221143" y="976501"/>
                </ns0:lnTo>
                <ns0:lnTo>
                  <ns0:pt x="222171" y="975482"/>
                </ns0:lnTo>
                <ns0:lnTo>
                  <ns0:pt x="223200" y="974194"/>
                </ns0:lnTo>
                <ns0:lnTo>
                  <ns0:pt x="224229" y="972616"/>
                </ns0:lnTo>
                <ns0:lnTo>
                  <ns0:pt x="225257" y="970728"/>
                </ns0:lnTo>
                <ns0:lnTo>
                  <ns0:pt x="226286" y="968514"/>
                </ns0:lnTo>
                <ns0:lnTo>
                  <ns0:pt x="227314" y="965966"/>
                </ns0:lnTo>
                <ns0:lnTo>
                  <ns0:pt x="228343" y="963076"/>
                </ns0:lnTo>
                <ns0:lnTo>
                  <ns0:pt x="229371" y="959846"/>
                </ns0:lnTo>
                <ns0:lnTo>
                  <ns0:pt x="230400" y="956300"/>
                </ns0:lnTo>
                <ns0:lnTo>
                  <ns0:pt x="231429" y="952487"/>
                </ns0:lnTo>
                <ns0:lnTo>
                  <ns0:pt x="232457" y="948445"/>
                </ns0:lnTo>
                <ns0:lnTo>
                  <ns0:pt x="233486" y="944202"/>
                </ns0:lnTo>
                <ns0:lnTo>
                  <ns0:pt x="234514" y="939783"/>
                </ns0:lnTo>
                <ns0:lnTo>
                  <ns0:pt x="235543" y="935213"/>
                </ns0:lnTo>
                <ns0:lnTo>
                  <ns0:pt x="236571" y="930515"/>
                </ns0:lnTo>
                <ns0:lnTo>
                  <ns0:pt x="237600" y="925713"/>
                </ns0:lnTo>
                <ns0:lnTo>
                  <ns0:pt x="238629" y="920834"/>
                </ns0:lnTo>
                <ns0:lnTo>
                  <ns0:pt x="239657" y="915912"/>
                </ns0:lnTo>
                <ns0:lnTo>
                  <ns0:pt x="240686" y="910984"/>
                </ns0:lnTo>
                <ns0:lnTo>
                  <ns0:pt x="241714" y="906091"/>
                </ns0:lnTo>
                <ns0:lnTo>
                  <ns0:pt x="242743" y="901273"/>
                </ns0:lnTo>
                <ns0:lnTo>
                  <ns0:pt x="243771" y="896572"/>
                </ns0:lnTo>
                <ns0:lnTo>
                  <ns0:pt x="244800" y="892023"/>
                </ns0:lnTo>
                <ns0:lnTo>
                  <ns0:pt x="245829" y="887661"/>
                </ns0:lnTo>
                <ns0:lnTo>
                  <ns0:pt x="246857" y="883519"/>
                </ns0:lnTo>
                <ns0:lnTo>
                  <ns0:pt x="247886" y="879626"/>
                </ns0:lnTo>
                <ns0:lnTo>
                  <ns0:pt x="248914" y="876014"/>
                </ns0:lnTo>
                <ns0:lnTo>
                  <ns0:pt x="249943" y="872717"/>
                </ns0:lnTo>
                <ns0:lnTo>
                  <ns0:pt x="250971" y="869806"/>
                </ns0:lnTo>
                <ns0:lnTo>
                  <ns0:pt x="252000" y="867384"/>
                </ns0:lnTo>
                <ns0:lnTo>
                  <ns0:pt x="253029" y="865543"/>
                </ns0:lnTo>
                <ns0:lnTo>
                  <ns0:pt x="254057" y="864268"/>
                </ns0:lnTo>
                <ns0:lnTo>
                  <ns0:pt x="255086" y="863433"/>
                </ns0:lnTo>
                <ns0:lnTo>
                  <ns0:pt x="256114" y="862861"/>
                </ns0:lnTo>
                <ns0:lnTo>
                  <ns0:pt x="257143" y="862374"/>
                </ns0:lnTo>
                <ns0:lnTo>
                  <ns0:pt x="258171" y="861889"/>
                </ns0:lnTo>
                <ns0:lnTo>
                  <ns0:pt x="259200" y="861484"/>
                </ns0:lnTo>
                <ns0:lnTo>
                  <ns0:pt x="260229" y="861340"/>
                </ns0:lnTo>
                <ns0:lnTo>
                  <ns0:pt x="261257" y="861445"/>
                </ns0:lnTo>
                <ns0:lnTo>
                  <ns0:pt x="262286" y="861505"/>
                </ns0:lnTo>
                <ns0:lnTo>
                  <ns0:pt x="263314" y="861462"/>
                </ns0:lnTo>
                <ns0:lnTo>
                  <ns0:pt x="264343" y="861368"/>
                </ns0:lnTo>
                <ns0:lnTo>
                  <ns0:pt x="265371" y="861284"/>
                </ns0:lnTo>
                <ns0:lnTo>
                  <ns0:pt x="266400" y="861210"/>
                </ns0:lnTo>
                <ns0:lnTo>
                  <ns0:pt x="267429" y="861197"/>
                </ns0:lnTo>
                <ns0:lnTo>
                  <ns0:pt x="268457" y="861360"/>
                </ns0:lnTo>
                <ns0:lnTo>
                  <ns0:pt x="269486" y="861761"/>
                </ns0:lnTo>
                <ns0:lnTo>
                  <ns0:pt x="270514" y="862398"/>
                </ns0:lnTo>
                <ns0:lnTo>
                  <ns0:pt x="271543" y="863228"/>
                </ns0:lnTo>
                <ns0:lnTo>
                  <ns0:pt x="272571" y="864184"/>
                </ns0:lnTo>
                <ns0:lnTo>
                  <ns0:pt x="273600" y="865131"/>
                </ns0:lnTo>
                <ns0:lnTo>
                  <ns0:pt x="274629" y="865767"/>
                </ns0:lnTo>
                <ns0:lnTo>
                  <ns0:pt x="275657" y="865699"/>
                </ns0:lnTo>
                <ns0:lnTo>
                  <ns0:pt x="276686" y="864445"/>
                </ns0:lnTo>
                <ns0:lnTo>
                  <ns0:pt x="277714" y="862018"/>
                </ns0:lnTo>
                <ns0:lnTo>
                  <ns0:pt x="278743" y="858641"/>
                </ns0:lnTo>
                <ns0:lnTo>
                  <ns0:pt x="279771" y="854716"/>
                </ns0:lnTo>
                <ns0:lnTo>
                  <ns0:pt x="280800" y="850648"/>
                </ns0:lnTo>
                <ns0:lnTo>
                  <ns0:pt x="281829" y="846726"/>
                </ns0:lnTo>
                <ns0:lnTo>
                  <ns0:pt x="282857" y="843124"/>
                </ns0:lnTo>
                <ns0:lnTo>
                  <ns0:pt x="283886" y="839877"/>
                </ns0:lnTo>
                <ns0:lnTo>
                  <ns0:pt x="284914" y="836928"/>
                </ns0:lnTo>
                <ns0:lnTo>
                  <ns0:pt x="285943" y="834151"/>
                </ns0:lnTo>
                <ns0:lnTo>
                  <ns0:pt x="286971" y="831411"/>
                </ns0:lnTo>
                <ns0:lnTo>
                  <ns0:pt x="288000" y="828395"/>
                </ns0:lnTo>
                <ns0:lnTo>
                  <ns0:pt x="289029" y="824935"/>
                </ns0:lnTo>
                <ns0:lnTo>
                  <ns0:pt x="290057" y="820865"/>
                </ns0:lnTo>
                <ns0:lnTo>
                  <ns0:pt x="291086" y="816254"/>
                </ns0:lnTo>
                <ns0:lnTo>
                  <ns0:pt x="292114" y="811363"/>
                </ns0:lnTo>
                <ns0:lnTo>
                  <ns0:pt x="293143" y="806604"/>
                </ns0:lnTo>
                <ns0:lnTo>
                  <ns0:pt x="294171" y="802233"/>
                </ns0:lnTo>
                <ns0:lnTo>
                  <ns0:pt x="295200" y="798425"/>
                </ns0:lnTo>
                <ns0:lnTo>
                  <ns0:pt x="296229" y="795361"/>
                </ns0:lnTo>
                <ns0:lnTo>
                  <ns0:pt x="297257" y="793154"/>
                </ns0:lnTo>
                <ns0:lnTo>
                  <ns0:pt x="298286" y="791771"/>
                </ns0:lnTo>
                <ns0:lnTo>
                  <ns0:pt x="299314" y="791074"/>
                </ns0:lnTo>
                <ns0:lnTo>
                  <ns0:pt x="300343" y="790771"/>
                </ns0:lnTo>
                <ns0:lnTo>
                  <ns0:pt x="301371" y="790592"/>
                </ns0:lnTo>
                <ns0:lnTo>
                  <ns0:pt x="302400" y="790286"/>
                </ns0:lnTo>
                <ns0:lnTo>
                  <ns0:pt x="303429" y="789664"/>
                </ns0:lnTo>
                <ns0:lnTo>
                  <ns0:pt x="304457" y="788410"/>
                </ns0:lnTo>
                <ns0:lnTo>
                  <ns0:pt x="305486" y="786197"/>
                </ns0:lnTo>
                <ns0:lnTo>
                  <ns0:pt x="306514" y="782766"/>
                </ns0:lnTo>
                <ns0:lnTo>
                  <ns0:pt x="307543" y="778060"/>
                </ns0:lnTo>
                <ns0:lnTo>
                  <ns0:pt x="308571" y="772218"/>
                </ns0:lnTo>
                <ns0:lnTo>
                  <ns0:pt x="309600" y="765681"/>
                </ns0:lnTo>
                <ns0:lnTo>
                  <ns0:pt x="310629" y="759107"/>
                </ns0:lnTo>
                <ns0:lnTo>
                  <ns0:pt x="311657" y="753065"/>
                </ns0:lnTo>
                <ns0:lnTo>
                  <ns0:pt x="312686" y="747660"/>
                </ns0:lnTo>
                <ns0:lnTo>
                  <ns0:pt x="313714" y="742961"/>
                </ns0:lnTo>
                <ns0:lnTo>
                  <ns0:pt x="314743" y="738978"/>
                </ns0:lnTo>
                <ns0:lnTo>
                  <ns0:pt x="315771" y="735832"/>
                </ns0:lnTo>
                <ns0:lnTo>
                  <ns0:pt x="316800" y="733554"/>
                </ns0:lnTo>
                <ns0:lnTo>
                  <ns0:pt x="317829" y="731942"/>
                </ns0:lnTo>
                <ns0:lnTo>
                  <ns0:pt x="318857" y="730669"/>
                </ns0:lnTo>
                <ns0:lnTo>
                  <ns0:pt x="319886" y="729410"/>
                </ns0:lnTo>
                <ns0:lnTo>
                  <ns0:pt x="320914" y="728005"/>
                </ns0:lnTo>
                <ns0:lnTo>
                  <ns0:pt x="321943" y="726547"/>
                </ns0:lnTo>
                <ns0:lnTo>
                  <ns0:pt x="322971" y="725296"/>
                </ns0:lnTo>
                <ns0:lnTo>
                  <ns0:pt x="324000" y="724390"/>
                </ns0:lnTo>
                <ns0:lnTo>
                  <ns0:pt x="325029" y="723687"/>
                </ns0:lnTo>
                <ns0:lnTo>
                  <ns0:pt x="326057" y="722792"/>
                </ns0:lnTo>
                <ns0:lnTo>
                  <ns0:pt x="327086" y="721517"/>
                </ns0:lnTo>
                <ns0:lnTo>
                  <ns0:pt x="328114" y="719986"/>
                </ns0:lnTo>
                <ns0:lnTo>
                  <ns0:pt x="329143" y="718539"/>
                </ns0:lnTo>
                <ns0:lnTo>
                  <ns0:pt x="330171" y="717443"/>
                </ns0:lnTo>
                <ns0:lnTo>
                  <ns0:pt x="331200" y="716810"/>
                </ns0:lnTo>
                <ns0:lnTo>
                  <ns0:pt x="332229" y="716622"/>
                </ns0:lnTo>
                <ns0:lnTo>
                  <ns0:pt x="333257" y="716699"/>
                </ns0:lnTo>
                <ns0:lnTo>
                  <ns0:pt x="334286" y="716854"/>
                </ns0:lnTo>
                <ns0:lnTo>
                  <ns0:pt x="335314" y="716989"/>
                </ns0:lnTo>
                <ns0:lnTo>
                  <ns0:pt x="336343" y="717046"/>
                </ns0:lnTo>
                <ns0:lnTo>
                  <ns0:pt x="337371" y="717009"/>
                </ns0:lnTo>
                <ns0:lnTo>
                  <ns0:pt x="338400" y="717002"/>
                </ns0:lnTo>
                <ns0:lnTo>
                  <ns0:pt x="339429" y="716998"/>
                </ns0:lnTo>
                <ns0:lnTo>
                  <ns0:pt x="340457" y="716721"/>
                </ns0:lnTo>
                <ns0:lnTo>
                  <ns0:pt x="341486" y="715878"/>
                </ns0:lnTo>
                <ns0:lnTo>
                  <ns0:pt x="342514" y="714286"/>
                </ns0:lnTo>
                <ns0:lnTo>
                  <ns0:pt x="343543" y="711947"/>
                </ns0:lnTo>
                <ns0:lnTo>
                  <ns0:pt x="344571" y="709120"/>
                </ns0:lnTo>
                <ns0:lnTo>
                  <ns0:pt x="345600" y="706336"/>
                </ns0:lnTo>
                <ns0:lnTo>
                  <ns0:pt x="346629" y="704400"/>
                </ns0:lnTo>
                <ns0:lnTo>
                  <ns0:pt x="347657" y="703807"/>
                </ns0:lnTo>
                <ns0:lnTo>
                  <ns0:pt x="348686" y="704007"/>
                </ns0:lnTo>
                <ns0:lnTo>
                  <ns0:pt x="349714" y="704201"/>
                </ns0:lnTo>
                <ns0:lnTo>
                  <ns0:pt x="350743" y="704213"/>
                </ns0:lnTo>
                <ns0:lnTo>
                  <ns0:pt x="351771" y="704243"/>
                </ns0:lnTo>
                <ns0:lnTo>
                  <ns0:pt x="352800" y="704471"/>
                </ns0:lnTo>
                <ns0:lnTo>
                  <ns0:pt x="353829" y="704809"/>
                </ns0:lnTo>
                <ns0:lnTo>
                  <ns0:pt x="354857" y="704956"/>
                </ns0:lnTo>
                <ns0:lnTo>
                  <ns0:pt x="355886" y="704510"/>
                </ns0:lnTo>
                <ns0:lnTo>
                  <ns0:pt x="356914" y="703221"/>
                </ns0:lnTo>
                <ns0:lnTo>
                  <ns0:pt x="357943" y="701171"/>
                </ns0:lnTo>
                <ns0:lnTo>
                  <ns0:pt x="358971" y="698855"/>
                </ns0:lnTo>
                <ns0:lnTo>
                  <ns0:pt x="360000" y="697026"/>
                </ns0:lnTo>
                <ns0:lnTo>
                  <ns0:pt x="361029" y="696052"/>
                </ns0:lnTo>
                <ns0:lnTo>
                  <ns0:pt x="362057" y="695448"/>
                </ns0:lnTo>
                <ns0:lnTo>
                  <ns0:pt x="363086" y="694729"/>
                </ns0:lnTo>
                <ns0:lnTo>
                  <ns0:pt x="364114" y="693918"/>
                </ns0:lnTo>
                <ns0:lnTo>
                  <ns0:pt x="365143" y="693173"/>
                </ns0:lnTo>
                <ns0:lnTo>
                  <ns0:pt x="366171" y="692803"/>
                </ns0:lnTo>
                <ns0:lnTo>
                  <ns0:pt x="367200" y="692953"/>
                </ns0:lnTo>
                <ns0:lnTo>
                  <ns0:pt x="368229" y="693464"/>
                </ns0:lnTo>
                <ns0:lnTo>
                  <ns0:pt x="369257" y="694138"/>
                </ns0:lnTo>
                <ns0:lnTo>
                  <ns0:pt x="370286" y="694711"/>
                </ns0:lnTo>
                <ns0:lnTo>
                  <ns0:pt x="371314" y="695072"/>
                </ns0:lnTo>
                <ns0:lnTo>
                  <ns0:pt x="372343" y="695240"/>
                </ns0:lnTo>
                <ns0:lnTo>
                  <ns0:pt x="373371" y="695238"/>
                </ns0:lnTo>
                <ns0:lnTo>
                  <ns0:pt x="374400" y="695121"/>
                </ns0:lnTo>
                <ns0:lnTo>
                  <ns0:pt x="375429" y="695069"/>
                </ns0:lnTo>
                <ns0:lnTo>
                  <ns0:pt x="376457" y="695089"/>
                </ns0:lnTo>
                <ns0:lnTo>
                  <ns0:pt x="377486" y="695004"/>
                </ns0:lnTo>
                <ns0:lnTo>
                  <ns0:pt x="378514" y="694639"/>
                </ns0:lnTo>
                <ns0:lnTo>
                  <ns0:pt x="379543" y="693917"/>
                </ns0:lnTo>
                <ns0:lnTo>
                  <ns0:pt x="380571" y="692841"/>
                </ns0:lnTo>
                <ns0:lnTo>
                  <ns0:pt x="381600" y="691599"/>
                </ns0:lnTo>
                <ns0:lnTo>
                  <ns0:pt x="382629" y="690432"/>
                </ns0:lnTo>
                <ns0:lnTo>
                  <ns0:pt x="383657" y="689604"/>
                </ns0:lnTo>
                <ns0:lnTo>
                  <ns0:pt x="384686" y="689311"/>
                </ns0:lnTo>
                <ns0:lnTo>
                  <ns0:pt x="385714" y="689377"/>
                </ns0:lnTo>
                <ns0:lnTo>
                  <ns0:pt x="386743" y="689376"/>
                </ns0:lnTo>
                <ns0:lnTo>
                  <ns0:pt x="387771" y="689272"/>
                </ns0:lnTo>
                <ns0:lnTo>
                  <ns0:pt x="388800" y="689350"/>
                </ns0:lnTo>
                <ns0:lnTo>
                  <ns0:pt x="389829" y="689770"/>
                </ns0:lnTo>
                <ns0:lnTo>
                  <ns0:pt x="390857" y="690315"/>
                </ns0:lnTo>
                <ns0:lnTo>
                  <ns0:pt x="391886" y="690565"/>
                </ns0:lnTo>
                <ns0:lnTo>
                  <ns0:pt x="392914" y="690132"/>
                </ns0:lnTo>
                <ns0:lnTo>
                  <ns0:pt x="393943" y="688955"/>
                </ns0:lnTo>
                <ns0:lnTo>
                  <ns0:pt x="394971" y="687216"/>
                </ns0:lnTo>
                <ns0:lnTo>
                  <ns0:pt x="396000" y="685502"/>
                </ns0:lnTo>
                <ns0:lnTo>
                  <ns0:pt x="397029" y="684539"/>
                </ns0:lnTo>
                <ns0:lnTo>
                  <ns0:pt x="398057" y="684454"/>
                </ns0:lnTo>
                <ns0:lnTo>
                  <ns0:pt x="399086" y="684583"/>
                </ns0:lnTo>
                <ns0:lnTo>
                  <ns0:pt x="400114" y="684590"/>
                </ns0:lnTo>
                <ns0:lnTo>
                  <ns0:pt x="401143" y="684582"/>
                </ns0:lnTo>
                <ns0:lnTo>
                  <ns0:pt x="402171" y="684765"/>
                </ns0:lnTo>
                <ns0:lnTo>
                  <ns0:pt x="403200" y="685288"/>
                </ns0:lnTo>
                <ns0:lnTo>
                  <ns0:pt x="404229" y="686075"/>
                </ns0:lnTo>
                <ns0:lnTo>
                  <ns0:pt x="405257" y="686850"/>
                </ns0:lnTo>
                <ns0:lnTo>
                  <ns0:pt x="406286" y="687404"/>
                </ns0:lnTo>
                <ns0:lnTo>
                  <ns0:pt x="407314" y="687624"/>
                </ns0:lnTo>
                <ns0:lnTo>
                  <ns0:pt x="408343" y="687608"/>
                </ns0:lnTo>
                <ns0:lnTo>
                  <ns0:pt x="409371" y="687556"/>
                </ns0:lnTo>
                <ns0:lnTo>
                  <ns0:pt x="410400" y="687554"/>
                </ns0:lnTo>
                <ns0:lnTo>
                  <ns0:pt x="411429" y="687537"/>
                </ns0:lnTo>
                <ns0:lnTo>
                  <ns0:pt x="412457" y="687527"/>
                </ns0:lnTo>
                <ns0:lnTo>
                  <ns0:pt x="413486" y="687574"/>
                </ns0:lnTo>
                <ns0:lnTo>
                  <ns0:pt x="414514" y="687635"/>
                </ns0:lnTo>
                <ns0:lnTo>
                  <ns0:pt x="415543" y="687630"/>
                </ns0:lnTo>
                <ns0:lnTo>
                  <ns0:pt x="416571" y="687480"/>
                </ns0:lnTo>
                <ns0:lnTo>
                  <ns0:pt x="417600" y="687101"/>
                </ns0:lnTo>
                <ns0:lnTo>
                  <ns0:pt x="418629" y="686545"/>
                </ns0:lnTo>
                <ns0:lnTo>
                  <ns0:pt x="419657" y="685894"/>
                </ns0:lnTo>
                <ns0:lnTo>
                  <ns0:pt x="420686" y="685360"/>
                </ns0:lnTo>
                <ns0:lnTo>
                  <ns0:pt x="421714" y="685159"/>
                </ns0:lnTo>
                <ns0:lnTo>
                  <ns0:pt x="422743" y="685240"/>
                </ns0:lnTo>
                <ns0:lnTo>
                  <ns0:pt x="423771" y="685233"/>
                </ns0:lnTo>
                <ns0:lnTo>
                  <ns0:pt x="424800" y="685142"/>
                </ns0:lnTo>
                <ns0:lnTo>
                  <ns0:pt x="425829" y="685140"/>
                </ns0:lnTo>
                <ns0:lnTo>
                  <ns0:pt x="426857" y="685332"/>
                </ns0:lnTo>
                <ns0:lnTo>
                  <ns0:pt x="427886" y="685564"/>
                </ns0:lnTo>
                <ns0:lnTo>
                  <ns0:pt x="428914" y="685533"/>
                </ns0:lnTo>
                <ns0:lnTo>
                  <ns0:pt x="429943" y="684964"/>
                </ns0:lnTo>
                <ns0:lnTo>
                  <ns0:pt x="430971" y="683837"/>
                </ns0:lnTo>
                <ns0:lnTo>
                  <ns0:pt x="432000" y="682374"/>
                </ns0:lnTo>
                <ns0:lnTo>
                  <ns0:pt x="433029" y="681064"/>
                </ns0:lnTo>
                <ns0:lnTo>
                  <ns0:pt x="434057" y="680397"/>
                </ns0:lnTo>
                <ns0:lnTo>
                  <ns0:pt x="435086" y="680384"/>
                </ns0:lnTo>
                <ns0:lnTo>
                  <ns0:pt x="436114" y="680508"/>
                </ns0:lnTo>
                <ns0:lnTo>
                  <ns0:pt x="437143" y="680523"/>
                </ns0:lnTo>
                <ns0:lnTo>
                  <ns0:pt x="438171" y="680561"/>
                </ns0:lnTo>
                <ns0:lnTo>
                  <ns0:pt x="439200" y="680777"/>
                </ns0:lnTo>
                <ns0:lnTo>
                  <ns0:pt x="440229" y="681212"/>
                </ns0:lnTo>
                <ns0:lnTo>
                  <ns0:pt x="441257" y="681720"/>
                </ns0:lnTo>
                <ns0:lnTo>
                  <ns0:pt x="442286" y="682037"/>
                </ns0:lnTo>
                <ns0:lnTo>
                  <ns0:pt x="443314" y="682065"/>
                </ns0:lnTo>
                <ns0:lnTo>
                  <ns0:pt x="444343" y="681765"/>
                </ns0:lnTo>
                <ns0:lnTo>
                  <ns0:pt x="445371" y="681326"/>
                </ns0:lnTo>
                <ns0:lnTo>
                  <ns0:pt x="446400" y="681035"/>
                </ns0:lnTo>
                <ns0:lnTo>
                  <ns0:pt x="447429" y="681001"/>
                </ns0:lnTo>
                <ns0:lnTo>
                  <ns0:pt x="448457" y="681011"/>
                </ns0:lnTo>
                <ns0:lnTo>
                  <ns0:pt x="449486" y="680993"/>
                </ns0:lnTo>
                <ns0:lnTo>
                  <ns0:pt x="450514" y="681047"/>
                </ns0:lnTo>
                <ns0:lnTo>
                  <ns0:pt x="451543" y="681241"/>
                </ns0:lnTo>
                <ns0:lnTo>
                  <ns0:pt x="452571" y="681557"/>
                </ns0:lnTo>
                <ns0:lnTo>
                  <ns0:pt x="453600" y="681915"/>
                </ns0:lnTo>
                <ns0:lnTo>
                  <ns0:pt x="454629" y="682169"/>
                </ns0:lnTo>
                <ns0:lnTo>
                  <ns0:pt x="455657" y="682269"/>
                </ns0:lnTo>
                <ns0:lnTo>
                  <ns0:pt x="456686" y="682199"/>
                </ns0:lnTo>
                <ns0:lnTo>
                  <ns0:pt x="457714" y="682052"/>
                </ns0:lnTo>
                <ns0:lnTo>
                  <ns0:pt x="458743" y="681974"/>
                </ns0:lnTo>
                <ns0:lnTo>
                  <ns0:pt x="459771" y="681975"/>
                </ns0:lnTo>
                <ns0:lnTo>
                  <ns0:pt x="460800" y="681881"/>
                </ns0:lnTo>
                <ns0:lnTo>
                  <ns0:pt x="461829" y="681750"/>
                </ns0:lnTo>
                <ns0:lnTo>
                  <ns0:pt x="462857" y="681806"/>
                </ns0:lnTo>
                <ns0:lnTo>
                  <ns0:pt x="463886" y="682146"/>
                </ns0:lnTo>
                <ns0:lnTo>
                  <ns0:pt x="464914" y="682597"/>
                </ns0:lnTo>
                <ns0:lnTo>
                  <ns0:pt x="465943" y="682870"/>
                </ns0:lnTo>
                <ns0:lnTo>
                  <ns0:pt x="466971" y="682706"/>
                </ns0:lnTo>
                <ns0:lnTo>
                  <ns0:pt x="468000" y="682097"/>
                </ns0:lnTo>
                <ns0:lnTo>
                  <ns0:pt x="469029" y="681170"/>
                </ns0:lnTo>
                <ns0:lnTo>
                  <ns0:pt x="470057" y="680300"/>
                </ns0:lnTo>
                <ns0:lnTo>
                  <ns0:pt x="471086" y="679899"/>
                </ns0:lnTo>
                <ns0:lnTo>
                  <ns0:pt x="472114" y="679976"/>
                </ns0:lnTo>
                <ns0:lnTo>
                  <ns0:pt x="473143" y="680046"/>
                </ns0:lnTo>
                <ns0:lnTo>
                  <ns0:pt x="474171" y="680008"/>
                </ns0:lnTo>
                <ns0:lnTo>
                  <ns0:pt x="475200" y="680094"/>
                </ns0:lnTo>
                <ns0:lnTo>
                  <ns0:pt x="476229" y="680539"/>
                </ns0:lnTo>
                <ns0:lnTo>
                  <ns0:pt x="477257" y="681326"/>
                </ns0:lnTo>
                <ns0:lnTo>
                  <ns0:pt x="478286" y="682175"/>
                </ns0:lnTo>
                <ns0:lnTo>
                  <ns0:pt x="479314" y="682698"/>
                </ns0:lnTo>
                <ns0:lnTo>
                  <ns0:pt x="480343" y="682720"/>
                </ns0:lnTo>
                <ns0:lnTo>
                  <ns0:pt x="481371" y="682284"/>
                </ns0:lnTo>
                <ns0:lnTo>
                  <ns0:pt x="482400" y="681696"/>
                </ns0:lnTo>
                <ns0:lnTo>
                  <ns0:pt x="483429" y="681328"/>
                </ns0:lnTo>
                <ns0:lnTo>
                  <ns0:pt x="484457" y="681288"/>
                </ns0:lnTo>
                <ns0:lnTo>
                  <ns0:pt x="485486" y="681324"/>
                </ns0:lnTo>
                <ns0:lnTo>
                  <ns0:pt x="486514" y="681319"/>
                </ns0:lnTo>
                <ns0:lnTo>
                  <ns0:pt x="487543" y="681397"/>
                </ns0:lnTo>
                <ns0:lnTo>
                  <ns0:pt x="488571" y="681652"/>
                </ns0:lnTo>
                <ns0:lnTo>
                  <ns0:pt x="489600" y="682069"/>
                </ns0:lnTo>
                <ns0:lnTo>
                  <ns0:pt x="490629" y="682520"/>
                </ns0:lnTo>
                <ns0:lnTo>
                  <ns0:pt x="491657" y="682801"/>
                </ns0:lnTo>
                <ns0:lnTo>
                  <ns0:pt x="492686" y="682854"/>
                </ns0:lnTo>
                <ns0:lnTo>
                  <ns0:pt x="493714" y="682659"/>
                </ns0:lnTo>
                <ns0:lnTo>
                  <ns0:pt x="494743" y="682377"/>
                </ns0:lnTo>
                <ns0:lnTo>
                  <ns0:pt x="495771" y="682228"/>
                </ns0:lnTo>
                <ns0:lnTo>
                  <ns0:pt x="496800" y="682253"/>
                </ns0:lnTo>
                <ns0:lnTo>
                  <ns0:pt x="497829" y="682201"/>
                </ns0:lnTo>
                <ns0:lnTo>
                  <ns0:pt x="498857" y="682117"/>
                </ns0:lnTo>
                <ns0:lnTo>
                  <ns0:pt x="499886" y="682170"/>
                </ns0:lnTo>
                <ns0:lnTo>
                  <ns0:pt x="500914" y="682418"/>
                </ns0:lnTo>
                <ns0:lnTo>
                  <ns0:pt x="501943" y="682745"/>
                </ns0:lnTo>
                <ns0:lnTo>
                  <ns0:pt x="502971" y="682946"/>
                </ns0:lnTo>
                <ns0:lnTo>
                  <ns0:pt x="504000" y="682819"/>
                </ns0:lnTo>
                <ns0:lnTo>
                  <ns0:pt x="505029" y="682355"/>
                </ns0:lnTo>
                <ns0:lnTo>
                  <ns0:pt x="506057" y="681676"/>
                </ns0:lnTo>
                <ns0:lnTo>
                  <ns0:pt x="507086" y="681045"/>
                </ns0:lnTo>
                <ns0:lnTo>
                  <ns0:pt x="508114" y="680731"/>
                </ns0:lnTo>
                <ns0:lnTo>
                  <ns0:pt x="509143" y="680741"/>
                </ns0:lnTo>
                <ns0:lnTo>
                  <ns0:pt x="510171" y="680766"/>
                </ns0:lnTo>
                <ns0:lnTo>
                  <ns0:pt x="511200" y="680728"/>
                </ns0:lnTo>
                <ns0:lnTo>
                  <ns0:pt x="512229" y="680802"/>
                </ns0:lnTo>
                <ns0:lnTo>
                  <ns0:pt x="513257" y="681129"/>
                </ns0:lnTo>
                <ns0:lnTo>
                  <ns0:pt x="514286" y="681635"/>
                </ns0:lnTo>
                <ns0:lnTo>
                  <ns0:pt x="515314" y="682094"/>
                </ns0:lnTo>
                <ns0:lnTo>
                  <ns0:pt x="516343" y="682232"/>
                </ns0:lnTo>
                <ns0:lnTo>
                  <ns0:pt x="517371" y="681989"/>
                </ns0:lnTo>
                <ns0:lnTo>
                  <ns0:pt x="518400" y="681411"/>
                </ns0:lnTo>
                <ns0:lnTo>
                  <ns0:pt x="519429" y="680782"/>
                </ns0:lnTo>
                <ns0:lnTo>
                  <ns0:pt x="520457" y="680449"/>
                </ns0:lnTo>
                <ns0:lnTo>
                  <ns0:pt x="521486" y="680479"/>
                </ns0:lnTo>
                <ns0:lnTo>
                  <ns0:pt x="522514" y="680515"/>
                </ns0:lnTo>
                <ns0:lnTo>
                  <ns0:pt x="523543" y="680485"/>
                </ns0:lnTo>
                <ns0:lnTo>
                  <ns0:pt x="524571" y="680564"/>
                </ns0:lnTo>
                <ns0:lnTo>
                  <ns0:pt x="525600" y="680896"/>
                </ns0:lnTo>
                <ns0:lnTo>
                  <ns0:pt x="526629" y="681453"/>
                </ns0:lnTo>
                <ns0:lnTo>
                  <ns0:pt x="527657" y="682037"/>
                </ns0:lnTo>
                <ns0:lnTo>
                  <ns0:pt x="528686" y="682371"/>
                </ns0:lnTo>
                <ns0:lnTo>
                  <ns0:pt x="529714" y="682359"/>
                </ns0:lnTo>
                <ns0:lnTo>
                  <ns0:pt x="530743" y="682029"/>
                </ns0:lnTo>
                <ns0:lnTo>
                  <ns0:pt x="531771" y="681609"/>
                </ns0:lnTo>
                <ns0:lnTo>
                  <ns0:pt x="532800" y="681369"/>
                </ns0:lnTo>
                <ns0:lnTo>
                  <ns0:pt x="533829" y="681363"/>
                </ns0:lnTo>
                <ns0:lnTo>
                  <ns0:pt x="534857" y="681358"/>
                </ns0:lnTo>
                <ns0:lnTo>
                  <ns0:pt x="535886" y="681313"/>
                </ns0:lnTo>
                <ns0:lnTo>
                  <ns0:pt x="536914" y="681402"/>
                </ns0:lnTo>
                <ns0:lnTo>
                  <ns0:pt x="537943" y="681727"/>
                </ns0:lnTo>
                <ns0:lnTo>
                  <ns0:pt x="538971" y="682199"/>
                </ns0:lnTo>
                <ns0:lnTo>
                  <ns0:pt x="540000" y="682607"/>
                </ns0:lnTo>
                <ns0:lnTo>
                  <ns0:pt x="541029" y="682716"/>
                </ns0:lnTo>
                <ns0:lnTo>
                  <ns0:pt x="542057" y="682491"/>
                </ns0:lnTo>
                <ns0:lnTo>
                  <ns0:pt x="543086" y="681985"/>
                </ns0:lnTo>
                <ns0:lnTo>
                  <ns0:pt x="544114" y="681458"/>
                </ns0:lnTo>
                <ns0:lnTo>
                  <ns0:pt x="545143" y="681209"/>
                </ns0:lnTo>
                <ns0:lnTo>
                  <ns0:pt x="546171" y="681262"/>
                </ns0:lnTo>
                <ns0:lnTo>
                  <ns0:pt x="547200" y="681262"/>
                </ns0:lnTo>
                <ns0:lnTo>
                  <ns0:pt x="548229" y="681198"/>
                </ns0:lnTo>
                <ns0:lnTo>
                  <ns0:pt x="549257" y="681283"/>
                </ns0:lnTo>
                <ns0:lnTo>
                  <ns0:pt x="550286" y="681654"/>
                </ns0:lnTo>
                <ns0:lnTo>
                  <ns0:pt x="551314" y="682232"/>
                </ns0:lnTo>
                <ns0:lnTo>
                  <ns0:pt x="552343" y="682761"/>
                </ns0:lnTo>
                <ns0:lnTo>
                  <ns0:pt x="553371" y="682955"/>
                </ns0:lnTo>
                <ns0:lnTo>
                  <ns0:pt x="554400" y="682734"/>
                </ns0:lnTo>
                <ns0:lnTo>
                  <ns0:pt x="555429" y="682188"/>
                </ns0:lnTo>
                <ns0:lnTo>
                  <ns0:pt x="556457" y="681602"/>
                </ns0:lnTo>
                <ns0:lnTo>
                  <ns0:pt x="557486" y="681287"/>
                </ns0:lnTo>
                <ns0:lnTo>
                  <ns0:pt x="558514" y="681285"/>
                </ns0:lnTo>
                <ns0:lnTo>
                  <ns0:pt x="559543" y="681311"/>
                </ns0:lnTo>
                <ns0:lnTo>
                  <ns0:pt x="560571" y="681285"/>
                </ns0:lnTo>
                <ns0:lnTo>
                  <ns0:pt x="561600" y="681373"/>
                </ns0:lnTo>
                <ns0:lnTo>
                  <ns0:pt x="562629" y="681687"/>
                </ns0:lnTo>
                <ns0:lnTo>
                  <ns0:pt x="563657" y="682170"/>
                </ns0:lnTo>
                <ns0:lnTo>
                  <ns0:pt x="564686" y="682627"/>
                </ns0:lnTo>
                <ns0:lnTo>
                  <ns0:pt x="565714" y="682821"/>
                </ns0:lnTo>
                <ns0:lnTo>
                  <ns0:pt x="566743" y="682700"/>
                </ns0:lnTo>
                <ns0:lnTo>
                  <ns0:pt x="567771" y="682294"/>
                </ns0:lnTo>
                <ns0:lnTo>
                  <ns0:pt x="568800" y="681836"/>
                </ns0:lnTo>
                <ns0:lnTo>
                  <ns0:pt x="569829" y="681608"/>
                </ns0:lnTo>
                <ns0:lnTo>
                  <ns0:pt x="570857" y="681647"/>
                </ns0:lnTo>
                <ns0:lnTo>
                  <ns0:pt x="571886" y="681641"/>
                </ns0:lnTo>
                <ns0:lnTo>
                  <ns0:pt x="572914" y="681586"/>
                </ns0:lnTo>
                <ns0:lnTo>
                  <ns0:pt x="573943" y="681669"/>
                </ns0:lnTo>
                <ns0:lnTo>
                  <ns0:pt x="574971" y="681989"/>
                </ns0:lnTo>
                <ns0:lnTo>
                  <ns0:pt x="576000" y="682465"/>
                </ns0:lnTo>
                <ns0:lnTo>
                  <ns0:pt x="577029" y="682878"/>
                </ns0:lnTo>
                <ns0:lnTo>
                  <ns0:pt x="578057" y="682991"/>
                </ns0:lnTo>
                <ns0:lnTo>
                  <ns0:pt x="579086" y="682751"/>
                </ns0:lnTo>
                <ns0:lnTo>
                  <ns0:pt x="580114" y="682247"/>
                </ns0:lnTo>
                <ns0:lnTo>
                  <ns0:pt x="581143" y="681728"/>
                </ns0:lnTo>
                <ns0:lnTo>
                  <ns0:pt x="582171" y="681459"/>
                </ns0:lnTo>
                <ns0:lnTo>
                  <ns0:pt x="583200" y="681465"/>
                </ns0:lnTo>
                <ns0:lnTo>
                  <ns0:pt x="584229" y="681472"/>
                </ns0:lnTo>
                <ns0:lnTo>
                  <ns0:pt x="585257" y="681428"/>
                </ns0:lnTo>
                <ns0:lnTo>
                  <ns0:pt x="586286" y="681517"/>
                </ns0:lnTo>
                <ns0:lnTo>
                  <ns0:pt x="587314" y="681850"/>
                </ns0:lnTo>
                <ns0:lnTo>
                  <ns0:pt x="588343" y="682343"/>
                </ns0:lnTo>
                <ns0:lnTo>
                  <ns0:pt x="589371" y="682775"/>
                </ns0:lnTo>
                <ns0:lnTo>
                  <ns0:pt x="590400" y="682901"/>
                </ns0:lnTo>
                <ns0:lnTo>
                  <ns0:pt x="591429" y="682682"/>
                </ns0:lnTo>
                <ns0:lnTo>
                  <ns0:pt x="592457" y="682170"/>
                </ns0:lnTo>
                <ns0:lnTo>
                  <ns0:pt x="593486" y="681631"/>
                </ns0:lnTo>
                <ns0:lnTo>
                  <ns0:pt x="594514" y="681369"/>
                </ns0:lnTo>
                <ns0:lnTo>
                  <ns0:pt x="595543" y="681418"/>
                </ns0:lnTo>
                <ns0:lnTo>
                  <ns0:pt x="596571" y="681429"/>
                </ns0:lnTo>
                <ns0:lnTo>
                  <ns0:pt x="597600" y="681381"/>
                </ns0:lnTo>
                <ns0:lnTo>
                  <ns0:pt x="598629" y="681465"/>
                </ns0:lnTo>
                <ns0:lnTo>
                  <ns0:pt x="599657" y="681802"/>
                </ns0:lnTo>
                <ns0:lnTo>
                  <ns0:pt x="600686" y="682325"/>
                </ns0:lnTo>
                <ns0:lnTo>
                  <ns0:pt x="601714" y="682811"/>
                </ns0:lnTo>
                <ns0:lnTo>
                  <ns0:pt x="602743" y="683001"/>
                </ns0:lnTo>
                <ns0:lnTo>
                  <ns0:pt x="603771" y="682825"/>
                </ns0:lnTo>
                <ns0:lnTo>
                  <ns0:pt x="604800" y="682357"/>
                </ns0:lnTo>
                <ns0:lnTo>
                  <ns0:pt x="605829" y="682110"/>
                </ns0:lnTo>
                <ns0:lnTo>
                  <ns0:pt x="606857" y="682403"/>
                </ns0:lnTo>
                <ns0:lnTo>
                  <ns0:pt x="607886" y="683024"/>
                </ns0:lnTo>
                <ns0:lnTo>
                  <ns0:pt x="608914" y="683640"/>
                </ns0:lnTo>
                <ns0:lnTo>
                  <ns0:pt x="609943" y="684210"/>
                </ns0:lnTo>
                <ns0:lnTo>
                  <ns0:pt x="610971" y="684860"/>
                </ns0:lnTo>
                <ns0:lnTo>
                  <ns0:pt x="612000" y="685564"/>
                </ns0:lnTo>
                <ns0:lnTo>
                  <ns0:pt x="613029" y="686017"/>
                </ns0:lnTo>
                <ns0:lnTo>
                  <ns0:pt x="614057" y="685903"/>
                </ns0:lnTo>
                <ns0:lnTo>
                  <ns0:pt x="615086" y="685124"/>
                </ns0:lnTo>
                <ns0:lnTo>
                  <ns0:pt x="616114" y="683956"/>
                </ns0:lnTo>
                <ns0:lnTo>
                  <ns0:pt x="617143" y="682895"/>
                </ns0:lnTo>
                <ns0:lnTo>
                  <ns0:pt x="618171" y="681199"/>
                </ns0:lnTo>
                <ns0:lnTo>
                  <ns0:pt x="619200" y="680241"/>
                </ns0:lnTo>
                <ns0:lnTo>
                  <ns0:pt x="620229" y="679581"/>
                </ns0:lnTo>
                <ns0:lnTo>
                  <ns0:pt x="621257" y="678904"/>
                </ns0:lnTo>
                <ns0:lnTo>
                  <ns0:pt x="622286" y="678060"/>
                </ns0:lnTo>
                <ns0:lnTo>
                  <ns0:pt x="623314" y="677173"/>
                </ns0:lnTo>
                <ns0:lnTo>
                  <ns0:pt x="624343" y="676510"/>
                </ns0:lnTo>
                <ns0:lnTo>
                  <ns0:pt x="625371" y="676248"/>
                </ns0:lnTo>
                <ns0:lnTo>
                  <ns0:pt x="626400" y="676345"/>
                </ns0:lnTo>
                <ns0:lnTo>
                  <ns0:pt x="627429" y="676479"/>
                </ns0:lnTo>
                <ns0:lnTo>
                  <ns0:pt x="628457" y="676336"/>
                </ns0:lnTo>
                <ns0:lnTo>
                  <ns0:pt x="629486" y="675849"/>
                </ns0:lnTo>
                <ns0:lnTo>
                  <ns0:pt x="630514" y="675308"/>
                </ns0:lnTo>
                <ns0:lnTo>
                  <ns0:pt x="631543" y="675013"/>
                </ns0:lnTo>
                <ns0:lnTo>
                  <ns0:pt x="632571" y="675641"/>
                </ns0:lnTo>
                <ns0:lnTo>
                  <ns0:pt x="633600" y="676486"/>
                </ns0:lnTo>
                <ns0:lnTo>
                  <ns0:pt x="634629" y="676911"/>
                </ns0:lnTo>
                <ns0:lnTo>
                  <ns0:pt x="635657" y="676689"/>
                </ns0:lnTo>
                <ns0:lnTo>
                  <ns0:pt x="636686" y="675771"/>
                </ns0:lnTo>
                <ns0:lnTo>
                  <ns0:pt x="637714" y="674240"/>
                </ns0:lnTo>
                <ns0:lnTo>
                  <ns0:pt x="638743" y="672115"/>
                </ns0:lnTo>
                <ns0:lnTo>
                  <ns0:pt x="639771" y="669360"/>
                </ns0:lnTo>
                <ns0:lnTo>
                  <ns0:pt x="640800" y="666087"/>
                </ns0:lnTo>
                <ns0:lnTo>
                  <ns0:pt x="641829" y="662628"/>
                </ns0:lnTo>
                <ns0:lnTo>
                  <ns0:pt x="642857" y="659735"/>
                </ns0:lnTo>
                <ns0:lnTo>
                  <ns0:pt x="643886" y="658210"/>
                </ns0:lnTo>
                <ns0:lnTo>
                  <ns0:pt x="644914" y="658169"/>
                </ns0:lnTo>
                <ns0:lnTo>
                  <ns0:pt x="645943" y="658841"/>
                </ns0:lnTo>
                <ns0:lnTo>
                  <ns0:pt x="646971" y="659075"/>
                </ns0:lnTo>
                <ns0:lnTo>
                  <ns0:pt x="648000" y="658414"/>
                </ns0:lnTo>
                <ns0:lnTo>
                  <ns0:pt x="649029" y="656685"/>
                </ns0:lnTo>
                <ns0:lnTo>
                  <ns0:pt x="650057" y="654035"/>
                </ns0:lnTo>
                <ns0:lnTo>
                  <ns0:pt x="651086" y="650607"/>
                </ns0:lnTo>
                <ns0:lnTo>
                  <ns0:pt x="652114" y="646525"/>
                </ns0:lnTo>
                <ns0:lnTo>
                  <ns0:pt x="653143" y="642024"/>
                </ns0:lnTo>
                <ns0:lnTo>
                  <ns0:pt x="654171" y="637455"/>
                </ns0:lnTo>
                <ns0:lnTo>
                  <ns0:pt x="655200" y="633392"/>
                </ns0:lnTo>
                <ns0:lnTo>
                  <ns0:pt x="656229" y="630471"/>
                </ns0:lnTo>
                <ns0:lnTo>
                  <ns0:pt x="657257" y="629073"/>
                </ns0:lnTo>
                <ns0:lnTo>
                  <ns0:pt x="658286" y="628851"/>
                </ns0:lnTo>
                <ns0:lnTo>
                  <ns0:pt x="659314" y="628808"/>
                </ns0:lnTo>
                <ns0:lnTo>
                  <ns0:pt x="660343" y="628044"/>
                </ns0:lnTo>
                <ns0:lnTo>
                  <ns0:pt x="661371" y="626097"/>
                </ns0:lnTo>
                <ns0:lnTo>
                  <ns0:pt x="662400" y="623014"/>
                </ns0:lnTo>
                <ns0:lnTo>
                  <ns0:pt x="663429" y="618982"/>
                </ns0:lnTo>
                <ns0:lnTo>
                  <ns0:pt x="664457" y="614237"/>
                </ns0:lnTo>
                <ns0:lnTo>
                  <ns0:pt x="665486" y="609098"/>
                </ns0:lnTo>
                <ns0:lnTo>
                  <ns0:pt x="666514" y="603923"/>
                </ns0:lnTo>
                <ns0:lnTo>
                  <ns0:pt x="667543" y="599237"/>
                </ns0:lnTo>
                <ns0:lnTo>
                  <ns0:pt x="668571" y="595628"/>
                </ns0:lnTo>
                <ns0:lnTo>
                  <ns0:pt x="669600" y="593599"/>
                </ns0:lnTo>
                <ns0:lnTo>
                  <ns0:pt x="670629" y="593168"/>
                </ns0:lnTo>
                <ns0:lnTo>
                  <ns0:pt x="671657" y="593718"/>
                </ns0:lnTo>
                <ns0:lnTo>
                  <ns0:pt x="672686" y="594147"/>
                </ns0:lnTo>
                <ns0:lnTo>
                  <ns0:pt x="673714" y="593684"/>
                </ns0:lnTo>
                <ns0:lnTo>
                  <ns0:pt x="674743" y="591992"/>
                </ns0:lnTo>
                <ns0:lnTo>
                  <ns0:pt x="675771" y="589150"/>
                </ns0:lnTo>
                <ns0:lnTo>
                  <ns0:pt x="676800" y="585406"/>
                </ns0:lnTo>
                <ns0:lnTo>
                  <ns0:pt x="677829" y="581136"/>
                </ns0:lnTo>
                <ns0:lnTo>
                  <ns0:pt x="678857" y="576766"/>
                </ns0:lnTo>
                <ns0:lnTo>
                  <ns0:pt x="679886" y="572747"/>
                </ns0:lnTo>
                <ns0:lnTo>
                  <ns0:pt x="680914" y="569455"/>
                </ns0:lnTo>
                <ns0:lnTo>
                  <ns0:pt x="681943" y="567210"/>
                </ns0:lnTo>
                <ns0:lnTo>
                  <ns0:pt x="682971" y="566170"/>
                </ns0:lnTo>
                <ns0:lnTo>
                  <ns0:pt x="684000" y="566146"/>
                </ns0:lnTo>
                <ns0:lnTo>
                  <ns0:pt x="685029" y="566630"/>
                </ns0:lnTo>
                <ns0:lnTo>
                  <ns0:pt x="686057" y="566772"/>
                </ns0:lnTo>
                <ns0:lnTo>
                  <ns0:pt x="687086" y="565901"/>
                </ns0:lnTo>
                <ns0:lnTo>
                  <ns0:pt x="688114" y="563759"/>
                </ns0:lnTo>
                <ns0:lnTo>
                  <ns0:pt x="689143" y="560461"/>
                </ns0:lnTo>
                <ns0:lnTo>
                  <ns0:pt x="690171" y="556376"/>
                </ns0:lnTo>
                <ns0:lnTo>
                  <ns0:pt x="691200" y="551995"/>
                </ns0:lnTo>
                <ns0:lnTo>
                  <ns0:pt x="692229" y="547844"/>
                </ns0:lnTo>
                <ns0:lnTo>
                  <ns0:pt x="693257" y="544315"/>
                </ns0:lnTo>
                <ns0:lnTo>
                  <ns0:pt x="694286" y="541685"/>
                </ns0:lnTo>
                <ns0:lnTo>
                  <ns0:pt x="695314" y="540108"/>
                </ns0:lnTo>
                <ns0:lnTo>
                  <ns0:pt x="696343" y="539589"/>
                </ns0:lnTo>
                <ns0:lnTo>
                  <ns0:pt x="697371" y="539915"/>
                </ns0:lnTo>
                <ns0:lnTo>
                  <ns0:pt x="698400" y="540613"/>
                </ns0:lnTo>
                <ns0:lnTo>
                  <ns0:pt x="699429" y="540925"/>
                </ns0:lnTo>
                <ns0:lnTo>
                  <ns0:pt x="700457" y="540316"/>
                </ns0:lnTo>
                <ns0:lnTo>
                  <ns0:pt x="701486" y="538651"/>
                </ns0:lnTo>
                <ns0:lnTo>
                  <ns0:pt x="702514" y="536108"/>
                </ns0:lnTo>
                <ns0:lnTo>
                  <ns0:pt x="703543" y="533075"/>
                </ns0:lnTo>
                <ns0:lnTo>
                  <ns0:pt x="704571" y="530011"/>
                </ns0:lnTo>
                <ns0:lnTo>
                  <ns0:pt x="705600" y="527342"/>
                </ns0:lnTo>
                <ns0:lnTo>
                  <ns0:pt x="706629" y="525274"/>
                </ns0:lnTo>
                <ns0:lnTo>
                  <ns0:pt x="707657" y="523882"/>
                </ns0:lnTo>
                <ns0:lnTo>
                  <ns0:pt x="708686" y="523135"/>
                </ns0:lnTo>
                <ns0:lnTo>
                  <ns0:pt x="709714" y="522922"/>
                </ns0:lnTo>
                <ns0:lnTo>
                  <ns0:pt x="710743" y="523156"/>
                </ns0:lnTo>
                <ns0:lnTo>
                  <ns0:pt x="711771" y="523536"/>
                </ns0:lnTo>
                <ns0:lnTo>
                  <ns0:pt x="712800" y="523565"/>
                </ns0:lnTo>
                <ns0:lnTo>
                  <ns0:pt x="713829" y="522838"/>
                </ns0:lnTo>
                <ns0:lnTo>
                  <ns0:pt x="714857" y="521351"/>
                </ns0:lnTo>
                <ns0:lnTo>
                  <ns0:pt x="715886" y="519364"/>
                </ns0:lnTo>
                <ns0:lnTo>
                  <ns0:pt x="716914" y="517324"/>
                </ns0:lnTo>
                <ns0:lnTo>
                  <ns0:pt x="717943" y="515643"/>
                </ns0:lnTo>
                <ns0:lnTo>
                  <ns0:pt x="718971" y="514509"/>
                </ns0:lnTo>
                <ns0:lnTo>
                  <ns0:pt x="720000" y="513897"/>
                </ns0:lnTo>
                <ns0:lnTo>
                  <ns0:pt x="721029" y="513655"/>
                </ns0:lnTo>
                <ns0:lnTo>
                  <ns0:pt x="722057" y="513592"/>
                </ns0:lnTo>
                <ns0:lnTo>
                  <ns0:pt x="723086" y="513581"/>
                </ns0:lnTo>
                <ns0:lnTo>
                  <ns0:pt x="724114" y="513732"/>
                </ns0:lnTo>
                <ns0:lnTo>
                  <ns0:pt x="725143" y="514044"/>
                </ns0:lnTo>
                <ns0:lnTo>
                  <ns0:pt x="726171" y="514176"/>
                </ns0:lnTo>
                <ns0:lnTo>
                  <ns0:pt x="727200" y="513736"/>
                </ns0:lnTo>
                <ns0:lnTo>
                  <ns0:pt x="728229" y="512663"/>
                </ns0:lnTo>
                <ns0:lnTo>
                  <ns0:pt x="729257" y="511178"/>
                </ns0:lnTo>
                <ns0:lnTo>
                  <ns0:pt x="730286" y="509660"/>
                </ns0:lnTo>
                <ns0:lnTo>
                  <ns0:pt x="731314" y="508475"/>
                </ns0:lnTo>
                <ns0:lnTo>
                  <ns0:pt x="732343" y="507700"/>
                </ns0:lnTo>
                <ns0:lnTo>
                  <ns0:pt x="733371" y="507294"/>
                </ns0:lnTo>
                <ns0:lnTo>
                  <ns0:pt x="734400" y="507130"/>
                </ns0:lnTo>
                <ns0:lnTo>
                  <ns0:pt x="735429" y="507082"/>
                </ns0:lnTo>
                <ns0:lnTo>
                  <ns0:pt x="736457" y="507106"/>
                </ns0:lnTo>
                <ns0:lnTo>
                  <ns0:pt x="737486" y="507311"/>
                </ns0:lnTo>
                <ns0:lnTo>
                  <ns0:pt x="738514" y="507549"/>
                </ns0:lnTo>
                <ns0:lnTo>
                  <ns0:pt x="739543" y="507472"/>
                </ns0:lnTo>
                <ns0:lnTo>
                  <ns0:pt x="740571" y="506829"/>
                </ns0:lnTo>
                <ns0:lnTo>
                  <ns0:pt x="741600" y="505640"/>
                </ns0:lnTo>
                <ns0:lnTo>
                  <ns0:pt x="742629" y="504153"/>
                </ns0:lnTo>
                <ns0:lnTo>
                  <ns0:pt x="743657" y="502691"/>
                </ns0:lnTo>
                <ns0:lnTo>
                  <ns0:pt x="744686" y="501540"/>
                </ns0:lnTo>
                <ns0:lnTo>
                  <ns0:pt x="745714" y="500733"/>
                </ns0:lnTo>
                <ns0:lnTo>
                  <ns0:pt x="746743" y="500242"/>
                </ns0:lnTo>
                <ns0:lnTo>
                  <ns0:pt x="747771" y="499990"/>
                </ns0:lnTo>
                <ns0:lnTo>
                  <ns0:pt x="748800" y="499907"/>
                </ns0:lnTo>
                <ns0:lnTo>
                  <ns0:pt x="749829" y="499975"/>
                </ns0:lnTo>
                <ns0:lnTo>
                  <ns0:pt x="750857" y="500235"/>
                </ns0:lnTo>
                <ns0:lnTo>
                  <ns0:pt x="751886" y="500456"/>
                </ns0:lnTo>
                <ns0:lnTo>
                  <ns0:pt x="752914" y="500351"/>
                </ns0:lnTo>
                <ns0:lnTo>
                  <ns0:pt x="753943" y="499847"/>
                </ns0:lnTo>
                <ns0:lnTo>
                  <ns0:pt x="754971" y="499085"/>
                </ns0:lnTo>
                <ns0:lnTo>
                  <ns0:pt x="756000" y="498334"/>
                </ns0:lnTo>
                <ns0:lnTo>
                  <ns0:pt x="757029" y="497842"/>
                </ns0:lnTo>
                <ns0:lnTo>
                  <ns0:pt x="758057" y="497696"/>
                </ns0:lnTo>
                <ns0:lnTo>
                  <ns0:pt x="759086" y="497816"/>
                </ns0:lnTo>
                <ns0:lnTo>
                  <ns0:pt x="760114" y="498058"/>
                </ns0:lnTo>
                <ns0:lnTo>
                  <ns0:pt x="761143" y="498265"/>
                </ns0:lnTo>
                <ns0:lnTo>
                  <ns0:pt x="762171" y="498320"/>
                </ns0:lnTo>
                <ns0:lnTo>
                  <ns0:pt x="763200" y="498296"/>
                </ns0:lnTo>
                <ns0:lnTo>
                  <ns0:pt x="764229" y="498385"/>
                </ns0:lnTo>
                <ns0:lnTo>
                  <ns0:pt x="765257" y="498460"/>
                </ns0:lnTo>
                <ns0:lnTo>
                  <ns0:pt x="766286" y="498232"/>
                </ns0:lnTo>
                <ns0:lnTo>
                  <ns0:pt x="767314" y="497617"/>
                </ns0:lnTo>
                <ns0:lnTo>
                  <ns0:pt x="768343" y="496768"/>
                </ns0:lnTo>
                <ns0:lnTo>
                  <ns0:pt x="769371" y="496010"/>
                </ns0:lnTo>
                <ns0:lnTo>
                  <ns0:pt x="770400" y="495626"/>
                </ns0:lnTo>
                <ns0:lnTo>
                  <ns0:pt x="771429" y="495647"/>
                </ns0:lnTo>
                <ns0:lnTo>
                  <ns0:pt x="772457" y="495955"/>
                </ns0:lnTo>
                <ns0:lnTo>
                  <ns0:pt x="773486" y="496343"/>
                </ns0:lnTo>
                <ns0:lnTo>
                  <ns0:pt x="774514" y="496592"/>
                </ns0:lnTo>
                <ns0:lnTo>
                  <ns0:pt x="775543" y="496591"/>
                </ns0:lnTo>
                <ns0:lnTo>
                  <ns0:pt x="776571" y="496529"/>
                </ns0:lnTo>
                <ns0:lnTo>
                  <ns0:pt x="777600" y="496620"/>
                </ns0:lnTo>
                <ns0:lnTo>
                  <ns0:pt x="778629" y="496714"/>
                </ns0:lnTo>
                <ns0:lnTo>
                  <ns0:pt x="779657" y="496486"/>
                </ns0:lnTo>
                <ns0:lnTo>
                  <ns0:pt x="780686" y="495860"/>
                </ns0:lnTo>
                <ns0:lnTo>
                  <ns0:pt x="781714" y="494993"/>
                </ns0:lnTo>
                <ns0:lnTo>
                  <ns0:pt x="782743" y="494167"/>
                </ns0:lnTo>
                <ns0:lnTo>
                  <ns0:pt x="783771" y="493649"/>
                </ns0:lnTo>
                <ns0:lnTo>
                  <ns0:pt x="784800" y="493438"/>
                </ns0:lnTo>
                <ns0:lnTo>
                  <ns0:pt x="785829" y="493453"/>
                </ns0:lnTo>
                <ns0:lnTo>
                  <ns0:pt x="786857" y="493557"/>
                </ns0:lnTo>
                <ns0:lnTo>
                  <ns0:pt x="787886" y="493622"/>
                </ns0:lnTo>
                <ns0:lnTo>
                  <ns0:pt x="788914" y="493616"/>
                </ns0:lnTo>
                <ns0:lnTo>
                  <ns0:pt x="789943" y="493700"/>
                </ns0:lnTo>
                <ns0:lnTo>
                  <ns0:pt x="790971" y="493839"/>
                </ns0:lnTo>
                <ns0:lnTo>
                  <ns0:pt x="792000" y="493797"/>
                </ns0:lnTo>
                <ns0:lnTo>
                  <ns0:pt x="793029" y="493396"/>
                </ns0:lnTo>
                <ns0:lnTo>
                  <ns0:pt x="794057" y="492700"/>
                </ns0:lnTo>
                <ns0:lnTo>
                  <ns0:pt x="795086" y="491962"/>
                </ns0:lnTo>
                <ns0:lnTo>
                  <ns0:pt x="796114" y="491447"/>
                </ns0:lnTo>
                <ns0:lnTo>
                  <ns0:pt x="797143" y="491319"/>
                </ns0:lnTo>
                <ns0:lnTo>
                  <ns0:pt x="798171" y="491472"/>
                </ns0:lnTo>
                <ns0:lnTo>
                  <ns0:pt x="799200" y="491756"/>
                </ns0:lnTo>
                <ns0:lnTo>
                  <ns0:pt x="800229" y="492007"/>
                </ns0:lnTo>
                <ns0:lnTo>
                  <ns0:pt x="801257" y="492101"/>
                </ns0:lnTo>
                <ns0:lnTo>
                  <ns0:pt x="802286" y="492064"/>
                </ns0:lnTo>
                <ns0:lnTo>
                  <ns0:pt x="803314" y="492126"/>
                </ns0:lnTo>
                <ns0:lnTo>
                  <ns0:pt x="804343" y="492243"/>
                </ns0:lnTo>
                <ns0:lnTo>
                  <ns0:pt x="805371" y="492180"/>
                </ns0:lnTo>
                <ns0:lnTo>
                  <ns0:pt x="806400" y="491814"/>
                </ns0:lnTo>
                <ns0:lnTo>
                  <ns0:pt x="807429" y="491256"/>
                </ns0:lnTo>
                <ns0:lnTo>
                  <ns0:pt x="808457" y="490773"/>
                </ns0:lnTo>
                <ns0:lnTo>
                  <ns0:pt x="809486" y="490616"/>
                </ns0:lnTo>
                <ns0:lnTo>
                  <ns0:pt x="810514" y="490836"/>
                </ns0:lnTo>
                <ns0:lnTo>
                  <ns0:pt x="811543" y="491309"/>
                </ns0:lnTo>
                <ns0:lnTo>
                  <ns0:pt x="812571" y="491838"/>
                </ns0:lnTo>
                <ns0:lnTo>
                  <ns0:pt x="813600" y="492219"/>
                </ns0:lnTo>
                <ns0:lnTo>
                  <ns0:pt x="814629" y="492312"/>
                </ns0:lnTo>
                <ns0:lnTo>
                  <ns0:pt x="815657" y="492217"/>
                </ns0:lnTo>
                <ns0:lnTo>
                  <ns0:pt x="816686" y="492212"/>
                </ns0:lnTo>
                <ns0:lnTo>
                  <ns0:pt x="817714" y="492261"/>
                </ns0:lnTo>
                <ns0:lnTo>
                  <ns0:pt x="818743" y="492123"/>
                </ns0:lnTo>
                <ns0:lnTo>
                  <ns0:pt x="819771" y="491718"/>
                </ns0:lnTo>
                <ns0:lnTo>
                  <ns0:pt x="820800" y="491173"/>
                </ns0:lnTo>
                <ns0:lnTo>
                  <ns0:pt x="821829" y="490761"/>
                </ns0:lnTo>
                <ns0:lnTo>
                  <ns0:pt x="822857" y="490707"/>
                </ns0:lnTo>
                <ns0:lnTo>
                  <ns0:pt x="823886" y="490983"/>
                </ns0:lnTo>
                <ns0:lnTo>
                  <ns0:pt x="824914" y="491462"/>
                </ns0:lnTo>
                <ns0:lnTo>
                  <ns0:pt x="825943" y="491947"/>
                </ns0:lnTo>
                <ns0:lnTo>
                  <ns0:pt x="826971" y="492239"/>
                </ns0:lnTo>
                <ns0:lnTo>
                  <ns0:pt x="828000" y="492241"/>
                </ns0:lnTo>
                <ns0:lnTo>
                  <ns0:pt x="829029" y="492148"/>
                </ns0:lnTo>
                <ns0:lnTo>
                  <ns0:pt x="830057" y="492188"/>
                </ns0:lnTo>
                <ns0:lnTo>
                  <ns0:pt x="831086" y="492259"/>
                </ns0:lnTo>
                <ns0:lnTo>
                  <ns0:pt x="832114" y="492088"/>
                </ns0:lnTo>
                <ns0:lnTo>
                  <ns0:pt x="833143" y="491630"/>
                </ns0:lnTo>
                <ns0:lnTo>
                  <ns0:pt x="834171" y="491044"/>
                </ns0:lnTo>
                <ns0:lnTo>
                  <ns0:pt x="835200" y="490581"/>
                </ns0:lnTo>
                <ns0:lnTo>
                  <ns0:pt x="836229" y="490446"/>
                </ns0:lnTo>
                <ns0:lnTo>
                  <ns0:pt x="837257" y="490581"/>
                </ns0:lnTo>
                <ns0:lnTo>
                  <ns0:pt x="838286" y="490868"/>
                </ns0:lnTo>
                <ns0:lnTo>
                  <ns0:pt x="839314" y="491149"/>
                </ns0:lnTo>
                <ns0:lnTo>
                  <ns0:pt x="840343" y="491288"/>
                </ns0:lnTo>
                <ns0:lnTo>
                  <ns0:pt x="841371" y="491266"/>
                </ns0:lnTo>
                <ns0:lnTo>
                  <ns0:pt x="842400" y="491295"/>
                </ns0:lnTo>
                <ns0:lnTo>
                  <ns0:pt x="843429" y="491399"/>
                </ns0:lnTo>
                <ns0:lnTo>
                  <ns0:pt x="844457" y="491362"/>
                </ns0:lnTo>
                <ns0:lnTo>
                  <ns0:pt x="845486" y="490989"/>
                </ns0:lnTo>
                <ns0:lnTo>
                  <ns0:pt x="846514" y="490334"/>
                </ns0:lnTo>
                <ns0:lnTo>
                  <ns0:pt x="847543" y="489660"/>
                </ns0:lnTo>
                <ns0:lnTo>
                  <ns0:pt x="848571" y="489245"/>
                </ns0:lnTo>
                <ns0:lnTo>
                  <ns0:pt x="849600" y="489251"/>
                </ns0:lnTo>
                <ns0:lnTo>
                  <ns0:pt x="850629" y="489546"/>
                </ns0:lnTo>
                <ns0:lnTo>
                  <ns0:pt x="851657" y="489955"/>
                </ns0:lnTo>
                <ns0:lnTo>
                  <ns0:pt x="852686" y="490288"/>
                </ns0:lnTo>
                <ns0:lnTo>
                  <ns0:pt x="853714" y="490408"/>
                </ns0:lnTo>
                <ns0:lnTo>
                  <ns0:pt x="854743" y="490350"/>
                </ns0:lnTo>
                <ns0:lnTo>
                  <ns0:pt x="855771" y="490377"/>
                </ns0:lnTo>
                <ns0:lnTo>
                  <ns0:pt x="856800" y="490474"/>
                </ns0:lnTo>
                <ns0:lnTo>
                  <ns0:pt x="857829" y="490419"/>
                </ns0:lnTo>
                <ns0:lnTo>
                  <ns0:pt x="858857" y="490090"/>
                </ns0:lnTo>
                <ns0:lnTo>
                  <ns0:pt x="859886" y="489590"/>
                </ns0:lnTo>
                <ns0:lnTo>
                  <ns0:pt x="860914" y="489178"/>
                </ns0:lnTo>
                <ns0:lnTo>
                  <ns0:pt x="861943" y="489097"/>
                </ns0:lnTo>
                <ns0:lnTo>
                  <ns0:pt x="862971" y="489384"/>
                </ns0:lnTo>
                <ns0:lnTo>
                  <ns0:pt x="864000" y="489907"/>
                </ns0:lnTo>
                <ns0:lnTo>
                  <ns0:pt x="865029" y="490470"/>
                </ns0:lnTo>
                <ns0:lnTo>
                  <ns0:pt x="866057" y="490869"/>
                </ns0:lnTo>
                <ns0:lnTo>
                  <ns0:pt x="867086" y="490967"/>
                </ns0:lnTo>
                <ns0:lnTo>
                  <ns0:pt x="868114" y="490865"/>
                </ns0:lnTo>
                <ns0:lnTo>
                  <ns0:pt x="869143" y="490847"/>
                </ns0:lnTo>
                <ns0:lnTo>
                  <ns0:pt x="870171" y="490890"/>
                </ns0:lnTo>
                <ns0:lnTo>
                  <ns0:pt x="871200" y="490769"/>
                </ns0:lnTo>
                <ns0:lnTo>
                  <ns0:pt x="872229" y="490415"/>
                </ns0:lnTo>
                <ns0:lnTo>
                  <ns0:pt x="873257" y="489959"/>
                </ns0:lnTo>
                <ns0:lnTo>
                  <ns0:pt x="874286" y="489663"/>
                </ns0:lnTo>
                <ns0:lnTo>
                  <ns0:pt x="875314" y="489736"/>
                </ns0:lnTo>
                <ns0:lnTo>
                  <ns0:pt x="876343" y="490128"/>
                </ns0:lnTo>
                <ns0:lnTo>
                  <ns0:pt x="877371" y="490703"/>
                </ns0:lnTo>
                <ns0:lnTo>
                  <ns0:pt x="878400" y="491254"/>
                </ns0:lnTo>
                <ns0:lnTo>
                  <ns0:pt x="879429" y="491580"/>
                </ns0:lnTo>
                <ns0:lnTo>
                  <ns0:pt x="880457" y="491583"/>
                </ns0:lnTo>
                <ns0:lnTo>
                  <ns0:pt x="881486" y="491468"/>
                </ns0:lnTo>
                <ns0:lnTo>
                  <ns0:pt x="882514" y="491489"/>
                </ns0:lnTo>
                <ns0:lnTo>
                  <ns0:pt x="883543" y="491555"/>
                </ns0:lnTo>
                <ns0:lnTo>
                  <ns0:pt x="884571" y="491388"/>
                </ns0:lnTo>
                <ns0:lnTo>
                  <ns0:pt x="885600" y="490936"/>
                </ns0:lnTo>
                <ns0:lnTo>
                  <ns0:pt x="886629" y="490358"/>
                </ns0:lnTo>
                <ns0:lnTo>
                  <ns0:pt x="887657" y="489911"/>
                </ns0:lnTo>
                <ns0:lnTo>
                  <ns0:pt x="888686" y="489805"/>
                </ns0:lnTo>
                <ns0:lnTo>
                  <ns0:pt x="889714" y="489977"/>
                </ns0:lnTo>
                <ns0:lnTo>
                  <ns0:pt x="890743" y="490301"/>
                </ns0:lnTo>
                <ns0:lnTo>
                  <ns0:pt x="891771" y="490609"/>
                </ns0:lnTo>
                <ns0:lnTo>
                  <ns0:pt x="892800" y="490759"/>
                </ns0:lnTo>
                <ns0:lnTo>
                  <ns0:pt x="893829" y="490733"/>
                </ns0:lnTo>
                <ns0:lnTo>
                  <ns0:pt x="894857" y="490751"/>
                </ns0:lnTo>
                <ns0:lnTo>
                  <ns0:pt x="895886" y="490848"/>
                </ns0:lnTo>
                <ns0:lnTo>
                  <ns0:pt x="896914" y="490813"/>
                </ns0:lnTo>
                <ns0:lnTo>
                  <ns0:pt x="897943" y="490452"/>
                </ns0:lnTo>
                <ns0:lnTo>
                  <ns0:pt x="898971" y="489813"/>
                </ns0:lnTo>
                <ns0:lnTo>
                  <ns0:pt x="900000" y="489158"/>
                </ns0:lnTo>
                <ns0:lnTo>
                  <ns0:pt x="901029" y="488759"/>
                </ns0:lnTo>
                <ns0:lnTo>
                  <ns0:pt x="902057" y="488776"/>
                </ns0:lnTo>
                <ns0:lnTo>
                  <ns0:pt x="903086" y="489078"/>
                </ns0:lnTo>
                <ns0:lnTo>
                  <ns0:pt x="904114" y="489490"/>
                </ns0:lnTo>
                <ns0:lnTo>
                  <ns0:pt x="905143" y="489824"/>
                </ns0:lnTo>
                <ns0:lnTo>
                  <ns0:pt x="906171" y="489944"/>
                </ns0:lnTo>
                <ns0:lnTo>
                  <ns0:pt x="907200" y="489886"/>
                </ns0:lnTo>
                <ns0:lnTo>
                  <ns0:pt x="908229" y="489911"/>
                </ns0:lnTo>
                <ns0:lnTo>
                  <ns0:pt x="909257" y="490005"/>
                </ns0:lnTo>
                <ns0:lnTo>
                  <ns0:pt x="910286" y="489952"/>
                </ns0:lnTo>
                <ns0:lnTo>
                  <ns0:pt x="911314" y="489637"/>
                </ns0:lnTo>
                <ns0:lnTo>
                  <ns0:pt x="912343" y="489168"/>
                </ns0:lnTo>
                <ns0:lnTo>
                  <ns0:pt x="913371" y="488801"/>
                </ns0:lnTo>
                <ns0:lnTo>
                  <ns0:pt x="914400" y="488770"/>
                </ns0:lnTo>
                <ns0:lnTo>
                  <ns0:pt x="915429" y="489103"/>
                </ns0:lnTo>
                <ns0:lnTo>
                  <ns0:pt x="916457" y="489664"/>
                </ns0:lnTo>
                <ns0:lnTo>
                  <ns0:pt x="917486" y="490254"/>
                </ns0:lnTo>
                <ns0:lnTo>
                  <ns0:pt x="918514" y="490668"/>
                </ns0:lnTo>
                <ns0:lnTo>
                  <ns0:pt x="919543" y="490771"/>
                </ns0:lnTo>
                <ns0:lnTo>
                  <ns0:pt x="920571" y="490664"/>
                </ns0:lnTo>
                <ns0:lnTo>
                  <ns0:pt x="921600" y="490640"/>
                </ns0:lnTo>
                <ns0:lnTo>
                  <ns0:pt x="922629" y="490681"/>
                </ns0:lnTo>
                <ns0:lnTo>
                  <ns0:pt x="923657" y="490562"/>
                </ns0:lnTo>
                <ns0:lnTo>
                  <ns0:pt x="924686" y="490212"/>
                </ns0:lnTo>
                <ns0:lnTo>
                  <ns0:pt x="925714" y="489762"/>
                </ns0:lnTo>
                <ns0:lnTo>
                  <ns0:pt x="926743" y="489478"/>
                </ns0:lnTo>
                <ns0:lnTo>
                  <ns0:pt x="927771" y="489566"/>
                </ns0:lnTo>
                <ns0:lnTo>
                  <ns0:pt x="928800" y="489976"/>
                </ns0:lnTo>
                <ns0:lnTo>
                  <ns0:pt x="929829" y="490568"/>
                </ns0:lnTo>
                <ns0:lnTo>
                  <ns0:pt x="930857" y="491131"/>
                </ns0:lnTo>
                <ns0:lnTo>
                  <ns0:pt x="931886" y="491464"/>
                </ns0:lnTo>
                <ns0:lnTo>
                  <ns0:pt x="932914" y="491465"/>
                </ns0:lnTo>
                <ns0:lnTo>
                  <ns0:pt x="933943" y="491345"/>
                </ns0:lnTo>
                <ns0:lnTo>
                  <ns0:pt x="934971" y="491361"/>
                </ns0:lnTo>
                <ns0:lnTo>
                  <ns0:pt x="936000" y="491426"/>
                </ns0:lnTo>
                <ns0:lnTo>
                  <ns0:pt x="937029" y="491261"/>
                </ns0:lnTo>
                <ns0:lnTo>
                  <ns0:pt x="938057" y="490811"/>
                </ns0:lnTo>
                <ns0:lnTo>
                  <ns0:pt x="939086" y="490234"/>
                </ns0:lnTo>
                <ns0:lnTo>
                  <ns0:pt x="940114" y="489787"/>
                </ns0:lnTo>
                <ns0:lnTo>
                  <ns0:pt x="941143" y="489680"/>
                </ns0:lnTo>
                <ns0:lnTo>
                  <ns0:pt x="942171" y="489849"/>
                </ns0:lnTo>
                <ns0:lnTo>
                  <ns0:pt x="943200" y="490171"/>
                </ns0:lnTo>
                <ns0:lnTo>
                  <ns0:pt x="944229" y="490477"/>
                </ns0:lnTo>
                <ns0:lnTo>
                  <ns0:pt x="945257" y="490627"/>
                </ns0:lnTo>
                <ns0:lnTo>
                  <ns0:pt x="946286" y="490601"/>
                </ns0:lnTo>
                <ns0:lnTo>
                  <ns0:pt x="947314" y="490619"/>
                </ns0:lnTo>
                <ns0:lnTo>
                  <ns0:pt x="948343" y="490716"/>
                </ns0:lnTo>
                <ns0:lnTo>
                  <ns0:pt x="949371" y="490681"/>
                </ns0:lnTo>
                <ns0:lnTo>
                  <ns0:pt x="950400" y="490322"/>
                </ns0:lnTo>
                <ns0:lnTo>
                  <ns0:pt x="951429" y="489692"/>
                </ns0:lnTo>
                <ns0:lnTo>
                  <ns0:pt x="952457" y="489048"/>
                </ns0:lnTo>
                <ns0:lnTo>
                  <ns0:pt x="953486" y="488663"/>
                </ns0:lnTo>
                <ns0:lnTo>
                  <ns0:pt x="954514" y="488695"/>
                </ns0:lnTo>
                <ns0:lnTo>
                  <ns0:pt x="955543" y="489009"/>
                </ns0:lnTo>
                <ns0:lnTo>
                  <ns0:pt x="956571" y="489430"/>
                </ns0:lnTo>
                <ns0:lnTo>
                  <ns0:pt x="957600" y="489769"/>
                </ns0:lnTo>
                <ns0:lnTo>
                  <ns0:pt x="958629" y="489891"/>
                </ns0:lnTo>
                <ns0:lnTo>
                  <ns0:pt x="959657" y="489832"/>
                </ns0:lnTo>
                <ns0:lnTo>
                  <ns0:pt x="960686" y="489855"/>
                </ns0:lnTo>
                <ns0:lnTo>
                  <ns0:pt x="961714" y="489948"/>
                </ns0:lnTo>
                <ns0:lnTo>
                  <ns0:pt x="962743" y="489895"/>
                </ns0:lnTo>
                <ns0:lnTo>
                  <ns0:pt x="963771" y="489580"/>
                </ns0:lnTo>
                <ns0:lnTo>
                  <ns0:pt x="964800" y="489110"/>
                </ns0:lnTo>
                <ns0:lnTo>
                  <ns0:pt x="965829" y="488744"/>
                </ns0:lnTo>
                <ns0:lnTo>
                  <ns0:pt x="966857" y="488715"/>
                </ns0:lnTo>
                <ns0:lnTo>
                  <ns0:pt x="967886" y="489051"/>
                </ns0:lnTo>
                <ns0:lnTo>
                  <ns0:pt x="968914" y="489618"/>
                </ns0:lnTo>
                <ns0:lnTo>
                  <ns0:pt x="969943" y="490212"/>
                </ns0:lnTo>
                <ns0:lnTo>
                  <ns0:pt x="970971" y="490629"/>
                </ns0:lnTo>
                <ns0:lnTo>
                  <ns0:pt x="972000" y="490732"/>
                </ns0:lnTo>
                <ns0:lnTo>
                  <ns0:pt x="973029" y="490624"/>
                </ns0:lnTo>
                <ns0:lnTo>
                  <ns0:pt x="974057" y="490599"/>
                </ns0:lnTo>
                <ns0:lnTo>
                  <ns0:pt x="975086" y="490639"/>
                </ns0:lnTo>
                <ns0:lnTo>
                  <ns0:pt x="976114" y="490521"/>
                </ns0:lnTo>
                <ns0:lnTo>
                  <ns0:pt x="977143" y="490171"/>
                </ns0:lnTo>
                <ns0:lnTo>
                  <ns0:pt x="978171" y="489722"/>
                </ns0:lnTo>
                <ns0:lnTo>
                  <ns0:pt x="979200" y="489437"/>
                </ns0:lnTo>
                <ns0:lnTo>
                  <ns0:pt x="980229" y="489523"/>
                </ns0:lnTo>
                <ns0:lnTo>
                  <ns0:pt x="981257" y="489932"/>
                </ns0:lnTo>
                <ns0:lnTo>
                  <ns0:pt x="982286" y="490521"/>
                </ns0:lnTo>
                <ns0:lnTo>
                  <ns0:pt x="983314" y="491082"/>
                </ns0:lnTo>
                <ns0:lnTo>
                  <ns0:pt x="984343" y="491413"/>
                </ns0:lnTo>
                <ns0:lnTo>
                  <ns0:pt x="985371" y="491415"/>
                </ns0:lnTo>
                <ns0:lnTo>
                  <ns0:pt x="986400" y="491295"/>
                </ns0:lnTo>
                <ns0:lnTo>
                  <ns0:pt x="987429" y="491312"/>
                </ns0:lnTo>
                <ns0:lnTo>
                  <ns0:pt x="988457" y="491376"/>
                </ns0:lnTo>
                <ns0:lnTo>
                  <ns0:pt x="989486" y="491212"/>
                </ns0:lnTo>
                <ns0:lnTo>
                  <ns0:pt x="990514" y="490765"/>
                </ns0:lnTo>
                <ns0:lnTo>
                  <ns0:pt x="991543" y="490194"/>
                </ns0:lnTo>
                <ns0:lnTo>
                  <ns0:pt x="992571" y="489753"/>
                </ns0:lnTo>
                <ns0:lnTo>
                  <ns0:pt x="993600" y="489652"/>
                </ns0:lnTo>
                <ns0:lnTo>
                  <ns0:pt x="994629" y="489827"/>
                </ns0:lnTo>
                <ns0:lnTo>
                  <ns0:pt x="995657" y="490152"/>
                </ns0:lnTo>
                <ns0:lnTo>
                  <ns0:pt x="996686" y="490460"/>
                </ns0:lnTo>
                <ns0:lnTo>
                  <ns0:pt x="997714" y="490611"/>
                </ns0:lnTo>
                <ns0:lnTo>
                  <ns0:pt x="998743" y="490585"/>
                </ns0:lnTo>
                <ns0:lnTo>
                  <ns0:pt x="999771" y="490603"/>
                </ns0:lnTo>
                <ns0:lnTo>
                  <ns0:pt x="1000800" y="490699"/>
                </ns0:lnTo>
                <ns0:lnTo>
                  <ns0:pt x="1001829" y="490664"/>
                </ns0:lnTo>
                <ns0:lnTo>
                  <ns0:pt x="1002857" y="490305"/>
                </ns0:lnTo>
                <ns0:lnTo>
                  <ns0:pt x="1003886" y="489675"/>
                </ns0:lnTo>
                <ns0:lnTo>
                  <ns0:pt x="1004914" y="489032"/>
                </ns0:lnTo>
                <ns0:lnTo>
                  <ns0:pt x="1005943" y="488649"/>
                </ns0:lnTo>
                <ns0:lnTo>
                  <ns0:pt x="1006971" y="488684"/>
                </ns0:lnTo>
                <ns0:lnTo>
                  <ns0:pt x="1008000" y="489001"/>
                </ns0:lnTo>
                <ns0:lnTo>
                  <ns0:pt x="1009029" y="489424"/>
                </ns0:lnTo>
                <ns0:lnTo>
                  <ns0:pt x="1010057" y="489765"/>
                </ns0:lnTo>
                <ns0:lnTo>
                  <ns0:pt x="1011086" y="489887"/>
                </ns0:lnTo>
                <ns0:lnTo>
                  <ns0:pt x="1012114" y="489828"/>
                </ns0:lnTo>
                <ns0:lnTo>
                  <ns0:pt x="1013143" y="489850"/>
                </ns0:lnTo>
                <ns0:lnTo>
                  <ns0:pt x="1014171" y="489943"/>
                </ns0:lnTo>
                <ns0:lnTo>
                  <ns0:pt x="1015200" y="489890"/>
                </ns0:lnTo>
                <ns0:lnTo>
                  <ns0:pt x="1016229" y="489575"/>
                </ns0:lnTo>
                <ns0:lnTo>
                  <ns0:pt x="1017257" y="489182"/>
                </ns0:lnTo>
                <ns0:lnTo>
                  <ns0:pt x="1018286" y="487673"/>
                </ns0:lnTo>
                <ns0:lnTo>
                  <ns0:pt x="1019314" y="485381"/>
                </ns0:lnTo>
                <ns0:lnTo>
                  <ns0:pt x="1020343" y="483039"/>
                </ns0:lnTo>
                <ns0:lnTo>
                  <ns0:pt x="1021371" y="481384"/>
                </ns0:lnTo>
                <ns0:lnTo>
                  <ns0:pt x="1022400" y="480925"/>
                </ns0:lnTo>
                <ns0:lnTo>
                  <ns0:pt x="1023429" y="481708"/>
                </ns0:lnTo>
                <ns0:lnTo>
                  <ns0:pt x="1024457" y="483277"/>
                </ns0:lnTo>
                <ns0:lnTo>
                  <ns0:pt x="1025486" y="485005"/>
                </ns0:lnTo>
                <ns0:lnTo>
                  <ns0:pt x="1026514" y="486761"/>
                </ns0:lnTo>
                <ns0:lnTo>
                  <ns0:pt x="1027543" y="488704"/>
                </ns0:lnTo>
                <ns0:lnTo>
                  <ns0:pt x="1028571" y="490466"/>
                </ns0:lnTo>
                <ns0:lnTo>
                  <ns0:pt x="1029600" y="489546"/>
                </ns0:lnTo>
                <ns0:lnTo>
                  <ns0:pt x="1030629" y="489564"/>
                </ns0:lnTo>
                <ns0:lnTo>
                  <ns0:pt x="1031657" y="491003"/>
                </ns0:lnTo>
                <ns0:lnTo>
                  <ns0:pt x="1032686" y="492913"/>
                </ns0:lnTo>
                <ns0:lnTo>
                  <ns0:pt x="1033714" y="494180"/>
                </ns0:lnTo>
                <ns0:lnTo>
                  <ns0:pt x="1034743" y="494257"/>
                </ns0:lnTo>
                <ns0:lnTo>
                  <ns0:pt x="1035771" y="493303"/>
                </ns0:lnTo>
                <ns0:lnTo>
                  <ns0:pt x="1036800" y="492017"/>
                </ns0:lnTo>
                <ns0:lnTo>
                  <ns0:pt x="1037829" y="491233"/>
                </ns0:lnTo>
                <ns0:lnTo>
                  <ns0:pt x="1038857" y="491188"/>
                </ns0:lnTo>
                <ns0:lnTo>
                  <ns0:pt x="1039886" y="491291"/>
                </ns0:lnTo>
                <ns0:lnTo>
                  <ns0:pt x="1040914" y="490754"/>
                </ns0:lnTo>
                <ns0:lnTo>
                  <ns0:pt x="1041943" y="489558"/>
                </ns0:lnTo>
                <ns0:lnTo>
                  <ns0:pt x="1042971" y="487807"/>
                </ns0:lnTo>
                <ns0:lnTo>
                  <ns0:pt x="1044000" y="484902"/>
                </ns0:lnTo>
                <ns0:lnTo>
                  <ns0:pt x="1045029" y="481332"/>
                </ns0:lnTo>
                <ns0:lnTo>
                  <ns0:pt x="1046057" y="477640"/>
                </ns0:lnTo>
                <ns0:lnTo>
                  <ns0:pt x="1047086" y="474169"/>
                </ns0:lnTo>
                <ns0:lnTo>
                  <ns0:pt x="1048114" y="471193"/>
                </ns0:lnTo>
                <ns0:lnTo>
                  <ns0:pt x="1049143" y="469057"/>
                </ns0:lnTo>
                <ns0:lnTo>
                  <ns0:pt x="1050171" y="468096"/>
                </ns0:lnTo>
                <ns0:lnTo>
                  <ns0:pt x="1051200" y="468388"/>
                </ns0:lnTo>
                <ns0:lnTo>
                  <ns0:pt x="1052229" y="469582"/>
                </ns0:lnTo>
                <ns0:lnTo>
                  <ns0:pt x="1053257" y="470680"/>
                </ns0:lnTo>
                <ns0:lnTo>
                  <ns0:pt x="1054286" y="470236"/>
                </ns0:lnTo>
                <ns0:lnTo>
                  <ns0:pt x="1055314" y="467548"/>
                </ns0:lnTo>
                <ns0:lnTo>
                  <ns0:pt x="1056343" y="462651"/>
                </ns0:lnTo>
                <ns0:lnTo>
                  <ns0:pt x="1057371" y="456172"/>
                </ns0:lnTo>
                <ns0:lnTo>
                  <ns0:pt x="1058400" y="449008"/>
                </ns0:lnTo>
                <ns0:lnTo>
                  <ns0:pt x="1059429" y="442075"/>
                </ns0:lnTo>
                <ns0:lnTo>
                  <ns0:pt x="1060457" y="435980"/>
                </ns0:lnTo>
                <ns0:lnTo>
                  <ns0:pt x="1061486" y="431004"/>
                </ns0:lnTo>
                <ns0:lnTo>
                  <ns0:pt x="1062514" y="427329"/>
                </ns0:lnTo>
                <ns0:lnTo>
                  <ns0:pt x="1063543" y="425089"/>
                </ns0:lnTo>
                <ns0:lnTo>
                  <ns0:pt x="1064571" y="424251"/>
                </ns0:lnTo>
                <ns0:lnTo>
                  <ns0:pt x="1065600" y="424596"/>
                </ns0:lnTo>
                <ns0:lnTo>
                  <ns0:pt x="1066629" y="425371"/>
                </ns0:lnTo>
                <ns0:lnTo>
                  <ns0:pt x="1067657" y="425271"/>
                </ns0:lnTo>
                <ns0:lnTo>
                  <ns0:pt x="1068686" y="422931"/>
                </ns0:lnTo>
                <ns0:lnTo>
                  <ns0:pt x="1069714" y="417972"/>
                </ns0:lnTo>
                <ns0:lnTo>
                  <ns0:pt x="1070743" y="410914"/>
                </ns0:lnTo>
                <ns0:lnTo>
                  <ns0:pt x="1071771" y="402910"/>
                </ns0:lnTo>
                <ns0:lnTo>
                  <ns0:pt x="1072800" y="395344"/>
                </ns0:lnTo>
                <ns0:lnTo>
                  <ns0:pt x="1073829" y="389289"/>
                </ns0:lnTo>
                <ns0:lnTo>
                  <ns0:pt x="1074857" y="385115"/>
                </ns0:lnTo>
                <ns0:lnTo>
                  <ns0:pt x="1075886" y="382581"/>
                </ns0:lnTo>
                <ns0:lnTo>
                  <ns0:pt x="1076914" y="381168"/>
                </ns0:lnTo>
                <ns0:lnTo>
                  <ns0:pt x="1077943" y="380411"/>
                </ns0:lnTo>
                <ns0:lnTo>
                  <ns0:pt x="1078971" y="380122"/>
                </ns0:lnTo>
                <ns0:lnTo>
                  <ns0:pt x="1080000" y="380288"/>
                </ns0:lnTo>
                <ns0:lnTo>
                  <ns0:pt x="1081029" y="380414"/>
                </ns0:lnTo>
                <ns0:lnTo>
                  <ns0:pt x="1082057" y="379119"/>
                </ns0:lnTo>
                <ns0:lnTo>
                  <ns0:pt x="1083086" y="375162"/>
                </ns0:lnTo>
                <ns0:lnTo>
                  <ns0:pt x="1084114" y="368419"/>
                </ns0:lnTo>
                <ns0:lnTo>
                  <ns0:pt x="1085143" y="359833"/>
                </ns0:lnTo>
                <ns0:lnTo>
                  <ns0:pt x="1086171" y="351023"/>
                </ns0:lnTo>
                <ns0:lnTo>
                  <ns0:pt x="1087200" y="343696"/>
                </ns0:lnTo>
                <ns0:lnTo>
                  <ns0:pt x="1088229" y="338838"/>
                </ns0:lnTo>
                <ns0:lnTo>
                  <ns0:pt x="1089257" y="336412"/>
                </ns0:lnTo>
                <ns0:lnTo>
                  <ns0:pt x="1090286" y="335620"/>
                </ns0:lnTo>
                <ns0:lnTo>
                  <ns0:pt x="1091314" y="335494"/>
                </ns0:lnTo>
                <ns0:lnTo>
                  <ns0:pt x="1092343" y="335404"/>
                </ns0:lnTo>
                <ns0:lnTo>
                  <ns0:pt x="1093371" y="335416"/>
                </ns0:lnTo>
                <ns0:lnTo>
                  <ns0:pt x="1094400" y="335940"/>
                </ns0:lnTo>
                <ns0:lnTo>
                  <ns0:pt x="1095429" y="336593"/>
                </ns0:lnTo>
                <ns0:lnTo>
                  <ns0:pt x="1096457" y="335897"/>
                </ns0:lnTo>
                <ns0:lnTo>
                  <ns0:pt x="1097486" y="332550"/>
                </ns0:lnTo>
                <ns0:lnTo>
                  <ns0:pt x="1098514" y="326442"/>
                </ns0:lnTo>
                <ns0:lnTo>
                  <ns0:pt x="1099543" y="318649"/>
                </ns0:lnTo>
                <ns0:lnTo>
                  <ns0:pt x="1100571" y="310940"/>
                </ns0:lnTo>
                <ns0:lnTo>
                  <ns0:pt x="1101600" y="305014"/>
                </ns0:lnTo>
                <ns0:lnTo>
                  <ns0:pt x="1102629" y="301767"/>
                </ns0:lnTo>
                <ns0:lnTo>
                  <ns0:pt x="1103657" y="300940"/>
                </ns0:lnTo>
                <ns0:lnTo>
                  <ns0:pt x="1104686" y="301492"/>
                </ns0:lnTo>
                <ns0:lnTo>
                  <ns0:pt x="1105714" y="302295"/>
                </ns0:lnTo>
                <ns0:lnTo>
                  <ns0:pt x="1106743" y="302655"/>
                </ns0:lnTo>
                <ns0:lnTo>
                  <ns0:pt x="1107771" y="302654"/>
                </ns0:lnTo>
                <ns0:lnTo>
                  <ns0:pt x="1108800" y="302870"/>
                </ns0:lnTo>
                <ns0:lnTo>
                  <ns0:pt x="1109829" y="303157"/>
                </ns0:lnTo>
                <ns0:lnTo>
                  <ns0:pt x="1110857" y="302207"/>
                </ns0:lnTo>
                <ns0:lnTo>
                  <ns0:pt x="1111886" y="298743"/>
                </ns0:lnTo>
                <ns0:lnTo>
                  <ns0:pt x="1112914" y="292682"/>
                </ns0:lnTo>
                <ns0:lnTo>
                  <ns0:pt x="1113943" y="285201"/>
                </ns0:lnTo>
                <ns0:lnTo>
                  <ns0:pt x="1114971" y="278252"/>
                </ns0:lnTo>
                <ns0:lnTo>
                  <ns0:pt x="1116000" y="273614"/>
                </ns0:lnTo>
                <ns0:lnTo>
                  <ns0:pt x="1117029" y="272030"/>
                </ns0:lnTo>
                <ns0:lnTo>
                  <ns0:pt x="1118057" y="272856"/>
                </ns0:lnTo>
                <ns0:lnTo>
                  <ns0:pt x="1119086" y="274719"/>
                </ns0:lnTo>
                <ns0:lnTo>
                  <ns0:pt x="1120114" y="276298"/>
                </ns0:lnTo>
                <ns0:lnTo>
                  <ns0:pt x="1121143" y="276894"/>
                </ns0:lnTo>
                <ns0:lnTo>
                  <ns0:pt x="1122171" y="276831"/>
                </ns0:lnTo>
                <ns0:lnTo>
                  <ns0:pt x="1123200" y="277087"/>
                </ns0:lnTo>
                <ns0:lnTo>
                  <ns0:pt x="1124229" y="277746"/>
                </ns0:lnTo>
                <ns0:lnTo>
                  <ns0:pt x="1125257" y="277359"/>
                </ns0:lnTo>
                <ns0:lnTo>
                  <ns0:pt x="1126286" y="274540"/>
                </ns0:lnTo>
                <ns0:lnTo>
                  <ns0:pt x="1127314" y="269208"/>
                </ns0:lnTo>
                <ns0:lnTo>
                  <ns0:pt x="1128343" y="262609"/>
                </ns0:lnTo>
                <ns0:lnTo>
                  <ns0:pt x="1129371" y="256718"/>
                </ns0:lnTo>
                <ns0:lnTo>
                  <ns0:pt x="1130400" y="253274"/>
                </ns0:lnTo>
                <ns0:lnTo>
                  <ns0:pt x="1131429" y="252898"/>
                </ns0:lnTo>
                <ns0:lnTo>
                  <ns0:pt x="1132457" y="254802"/>
                </ns0:lnTo>
                <ns0:lnTo>
                  <ns0:pt x="1133486" y="257538"/>
                </ns0:lnTo>
                <ns0:lnTo>
                  <ns0:pt x="1134514" y="259760"/>
                </ns0:lnTo>
                <ns0:lnTo>
                  <ns0:pt x="1135543" y="260747"/>
                </ns0:lnTo>
                <ns0:lnTo>
                  <ns0:pt x="1136571" y="260773"/>
                </ns0:lnTo>
                <ns0:lnTo>
                  <ns0:pt x="1137600" y="260818"/>
                </ns0:lnTo>
                <ns0:lnTo>
                  <ns0:pt x="1138629" y="261178"/>
                </ns0:lnTo>
                <ns0:lnTo>
                  <ns0:pt x="1139657" y="260683"/>
                </ns0:lnTo>
                <ns0:lnTo>
                  <ns0:pt x="1140686" y="258036"/>
                </ns0:lnTo>
                <ns0:lnTo>
                  <ns0:pt x="1141714" y="253175"/>
                </ns0:lnTo>
                <ns0:lnTo>
                  <ns0:pt x="1142743" y="247398"/>
                </ns0:lnTo>
                <ns0:lnTo>
                  <ns0:pt x="1143771" y="242729"/>
                </ns0:lnTo>
                <ns0:lnTo>
                  <ns0:pt x="1144800" y="240783"/>
                </ns0:lnTo>
                <ns0:lnTo>
                  <ns0:pt x="1145829" y="241866"/>
                </ns0:lnTo>
                <ns0:lnTo>
                  <ns0:pt x="1146857" y="244891"/>
                </ns0:lnTo>
                <ns0:lnTo>
                  <ns0:pt x="1147886" y="248304"/>
                </ns0:lnTo>
                <ns0:lnTo>
                  <ns0:pt x="1148914" y="250760"/>
                </ns0:lnTo>
                <ns0:lnTo>
                  <ns0:pt x="1149943" y="251612"/>
                </ns0:lnTo>
                <ns0:lnTo>
                  <ns0:pt x="1150971" y="251373"/>
                </ns0:lnTo>
                <ns0:lnTo>
                  <ns0:pt x="1152000" y="251334"/>
                </ns0:lnTo>
                <ns0:lnTo>
                  <ns0:pt x="1153029" y="251919"/>
                </ns0:lnTo>
                <ns0:lnTo>
                  <ns0:pt x="1154057" y="251797"/>
                </ns0:lnTo>
                <ns0:lnTo>
                  <ns0:pt x="1155086" y="249543"/>
                </ns0:lnTo>
                <ns0:lnTo>
                  <ns0:pt x="1156114" y="245074"/>
                </ns0:lnTo>
                <ns0:lnTo>
                  <ns0:pt x="1157143" y="239718"/>
                </ns0:lnTo>
                <ns0:lnTo>
                  <ns0:pt x="1158171" y="235480"/>
                </ns0:lnTo>
                <ns0:lnTo>
                  <ns0:pt x="1159200" y="233914"/>
                </ns0:lnTo>
                <ns0:lnTo>
                  <ns0:pt x="1160229" y="235297"/>
                </ns0:lnTo>
                <ns0:lnTo>
                  <ns0:pt x="1161257" y="238551"/>
                </ns0:lnTo>
                <ns0:lnTo>
                  <ns0:pt x="1162286" y="242152"/>
                </ns0:lnTo>
                <ns0:lnTo>
                  <ns0:pt x="1163314" y="244797"/>
                </ns0:lnTo>
                <ns0:lnTo>
                  <ns0:pt x="1164343" y="245858"/>
                </ns0:lnTo>
                <ns0:lnTo>
                  <ns0:pt x="1165371" y="245783"/>
                </ns0:lnTo>
                <ns0:lnTo>
                  <ns0:pt x="1166400" y="245730"/>
                </ns0:lnTo>
                <ns0:lnTo>
                  <ns0:pt x="1167429" y="246058"/>
                </ns0:lnTo>
                <ns0:lnTo>
                  <ns0:pt x="1168457" y="245581"/>
                </ns0:lnTo>
                <ns0:lnTo>
                  <ns0:pt x="1169486" y="243023"/>
                </ns0:lnTo>
                <ns0:lnTo>
                  <ns0:pt x="1170514" y="238401"/>
                </ns0:lnTo>
                <ns0:lnTo>
                  <ns0:pt x="1171543" y="233110"/>
                </ns0:lnTo>
                <ns0:lnTo>
                  <ns0:pt x="1172571" y="229204"/>
                </ns0:lnTo>
                <ns0:lnTo>
                  <ns0:pt x="1173600" y="228179"/>
                </ns0:lnTo>
                <ns0:lnTo>
                  <ns0:pt x="1174629" y="230146"/>
                </ns0:lnTo>
                <ns0:lnTo>
                  <ns0:pt x="1175657" y="233866"/>
                </ns0:lnTo>
                <ns0:lnTo>
                  <ns0:pt x="1176686" y="237734"/>
                </ns0:lnTo>
                <ns0:lnTo>
                  <ns0:pt x="1177714" y="240427"/>
                </ns0:lnTo>
                <ns0:lnTo>
                  <ns0:pt x="1178743" y="241336"/>
                </ns0:lnTo>
                <ns0:lnTo>
                  <ns0:pt x="1179771" y="241038"/>
                </ns0:lnTo>
                <ns0:lnTo>
                  <ns0:pt x="1180800" y="240897"/>
                </ns0:lnTo>
                <ns0:lnTo>
                  <ns0:pt x="1181829" y="241405"/>
                </ns0:lnTo>
                <ns0:lnTo>
                  <ns0:pt x="1182857" y="241221"/>
                </ns0:lnTo>
                <ns0:lnTo>
                  <ns0:pt x="1183886" y="238921"/>
                </ns0:lnTo>
                <ns0:lnTo>
                  <ns0:pt x="1184914" y="234471"/>
                </ns0:lnTo>
                <ns0:lnTo>
                  <ns0:pt x="1185943" y="229273"/>
                </ns0:lnTo>
                <ns0:lnTo>
                  <ns0:pt x="1186971" y="225392"/>
                </ns0:lnTo>
                <ns0:lnTo>
                  <ns0:pt x="1188000" y="224352"/>
                </ns0:lnTo>
                <ns0:lnTo>
                  <ns0:pt x="1189029" y="226312"/>
                </ns0:lnTo>
                <ns0:lnTo>
                  <ns0:pt x="1190057" y="230068"/>
                </ns0:lnTo>
                <ns0:lnTo>
                  <ns0:pt x="1191086" y="234027"/>
                </ns0:lnTo>
                <ns0:lnTo>
                  <ns0:pt x="1192114" y="236876"/>
                </ns0:lnTo>
                <ns0:lnTo>
                  <ns0:pt x="1193143" y="238010"/>
                </ns0:lnTo>
                <ns0:lnTo>
                  <ns0:pt x="1194171" y="237916"/>
                </ns0:lnTo>
                <ns0:lnTo>
                  <ns0:pt x="1195200" y="237805"/>
                </ns0:lnTo>
                <ns0:lnTo>
                  <ns0:pt x="1196229" y="238103"/>
                </ns0:lnTo>
                <ns0:lnTo>
                  <ns0:pt x="1197257" y="237638"/>
                </ns0:lnTo>
                <ns0:lnTo>
                  <ns0:pt x="1198286" y="235137"/>
                </ns0:lnTo>
                <ns0:lnTo>
                  <ns0:pt x="1199314" y="230636"/>
                </ns0:lnTo>
                <ns0:lnTo>
                  <ns0:pt x="1200343" y="225567"/>
                </ns0:lnTo>
                <ns0:lnTo>
                  <ns0:pt x="1201371" y="222010"/>
                </ns0:lnTo>
                <ns0:lnTo>
                  <ns0:pt x="1202400" y="221431"/>
                </ns0:lnTo>
                <ns0:lnTo>
                  <ns0:pt x="1203429" y="223852"/>
                </ns0:lnTo>
                <ns0:lnTo>
                  <ns0:pt x="1204457" y="227954"/>
                </ns0:lnTo>
                <ns0:lnTo>
                  <ns0:pt x="1205486" y="232100"/>
                </ns0:lnTo>
                <ns0:lnTo>
                  <ns0:pt x="1206514" y="234959"/>
                </ns0:lnTo>
                <ns0:lnTo>
                  <ns0:pt x="1207543" y="235935"/>
                </ns0:lnTo>
                <ns0:lnTo>
                  <ns0:pt x="1208571" y="235617"/>
                </ns0:lnTo>
                <ns0:lnTo>
                  <ns0:pt x="1209600" y="235405"/>
                </ns0:lnTo>
                <ns0:lnTo>
                  <ns0:pt x="1210629" y="235873"/>
                </ns0:lnTo>
                <ns0:lnTo>
                  <ns0:pt x="1211657" y="235728"/>
                </ns0:lnTo>
                <ns0:lnTo>
                  <ns0:pt x="1212686" y="233547"/>
                </ns0:lnTo>
                <ns0:lnTo>
                  <ns0:pt x="1213714" y="229298"/>
                </ns0:lnTo>
                <ns0:lnTo>
                  <ns0:pt x="1214743" y="224396"/>
                </ns0:lnTo>
                <ns0:lnTo>
                  <ns0:pt x="1215771" y="220908"/>
                </ns0:lnTo>
                <ns0:lnTo>
                  <ns0:pt x="1216800" y="220312"/>
                </ns0:lnTo>
                <ns0:lnTo>
                  <ns0:pt x="1217829" y="222690"/>
                </ns0:lnTo>
                <ns0:lnTo>
                  <ns0:pt x="1218857" y="226781"/>
                </ns0:lnTo>
                <ns0:lnTo>
                  <ns0:pt x="1219886" y="230980"/>
                </ns0:lnTo>
                <ns0:lnTo>
                  <ns0:pt x="1220914" y="233977"/>
                </ns0:lnTo>
                <ns0:lnTo>
                  <ns0:pt x="1221943" y="235173"/>
                </ns0:lnTo>
                <ns0:lnTo>
                  <ns0:pt x="1222971" y="235074"/>
                </ns0:lnTo>
                <ns0:lnTo>
                  <ns0:pt x="1224000" y="234921"/>
                </ns0:lnTo>
                <ns0:lnTo>
                  <ns0:pt x="1225029" y="235199"/>
                </ns0:lnTo>
                <ns0:lnTo>
                  <ns0:pt x="1226057" y="234772"/>
                </ns0:lnTo>
                <ns0:lnTo>
                  <ns0:pt x="1227086" y="232359"/>
                </ns0:lnTo>
                <ns0:lnTo>
                  <ns0:pt x="1228114" y="227983"/>
                </ns0:lnTo>
                <ns0:lnTo>
                  <ns0:pt x="1229143" y="223064"/>
                </ns0:lnTo>
                <ns0:lnTo>
                  <ns0:pt x="1230171" y="219671"/>
                </ns0:lnTo>
                <ns0:lnTo>
                  <ns0:pt x="1231200" y="219254"/>
                </ns0:lnTo>
                <ns0:lnTo>
                  <ns0:pt x="1232229" y="221817"/>
                </ns0:lnTo>
                <ns0:lnTo>
                  <ns0:pt x="1233257" y="226031"/>
                </ns0:lnTo>
                <ns0:lnTo>
                  <ns0:pt x="1234286" y="230257"/>
                </ns0:lnTo>
                <ns0:lnTo>
                  <ns0:pt x="1235314" y="233160"/>
                </ns0:lnTo>
                <ns0:lnTo>
                  <ns0:pt x="1236343" y="234139"/>
                </ns0:lnTo>
                <ns0:lnTo>
                  <ns0:pt x="1237371" y="233795"/>
                </ns0:lnTo>
                <ns0:lnTo>
                  <ns0:pt x="1238400" y="233550"/>
                </ns0:lnTo>
                <ns0:lnTo>
                  <ns0:pt x="1239429" y="234005"/>
                </ns0:lnTo>
                <ns0:lnTo>
                  <ns0:pt x="1240457" y="233865"/>
                </ns0:lnTo>
                <ns0:lnTo>
                  <ns0:pt x="1241486" y="231693"/>
                </ns0:lnTo>
                <ns0:lnTo>
                  <ns0:pt x="1242514" y="227447"/>
                </ns0:lnTo>
                <ns0:lnTo>
                  <ns0:pt x="1243543" y="222551"/>
                </ns0:lnTo>
                <ns0:lnTo>
                  <ns0:pt x="1244571" y="219079"/>
                </ns0:lnTo>
                <ns0:lnTo>
                  <ns0:pt x="1245600" y="218517"/>
                </ns0:lnTo>
                <ns0:lnTo>
                  <ns0:pt x="1246629" y="220940"/>
                </ns0:lnTo>
                <ns0:lnTo>
                  <ns0:pt x="1247657" y="225078"/>
                </ns0:lnTo>
                <ns0:lnTo>
                  <ns0:pt x="1248686" y="229317"/>
                </ns0:lnTo>
                <ns0:lnTo>
                  <ns0:pt x="1249714" y="232342"/>
                </ns0:lnTo>
                <ns0:lnTo>
                  <ns0:pt x="1250743" y="233553"/>
                </ns0:lnTo>
                <ns0:lnTo>
                  <ns0:pt x="1251771" y="233454"/>
                </ns0:lnTo>
                <ns0:lnTo>
                  <ns0:pt x="1252800" y="233290"/>
                </ns0:lnTo>
                <ns0:lnTo>
                  <ns0:pt x="1253829" y="233564"/>
                </ns0:lnTo>
                <ns0:lnTo>
                  <ns0:pt x="1254857" y="233159"/>
                </ns0:lnTo>
                <ns0:lnTo>
                  <ns0:pt x="1255886" y="230798"/>
                </ns0:lnTo>
                <ns0:lnTo>
                  <ns0:pt x="1256914" y="226497"/>
                </ns0:lnTo>
                <ns0:lnTo>
                  <ns0:pt x="1257943" y="221673"/>
                </ns0:lnTo>
                <ns0:lnTo>
                  <ns0:pt x="1258971" y="218390"/>
                </ns0:lnTo>
                <ns0:lnTo>
                  <ns0:pt x="1260000" y="218082"/>
                </ns0:lnTo>
                <ns0:lnTo>
                  <ns0:pt x="1261029" y="220736"/>
                </ns0:lnTo>
                <ns0:lnTo>
                  <ns0:pt x="1262057" y="225016"/>
                </ns0:lnTo>
                <ns0:lnTo>
                  <ns0:pt x="1263086" y="229285"/>
                </ns0:lnTo>
                <ns0:lnTo>
                  <ns0:pt x="1264114" y="232212"/>
                </ns0:lnTo>
                <ns0:lnTo>
                  <ns0:pt x="1265143" y="233201"/>
                </ns0:lnTo>
                <ns0:lnTo>
                  <ns0:pt x="1266171" y="232854"/>
                </ns0:lnTo>
                <ns0:lnTo>
                  <ns0:pt x="1267200" y="232598"/>
                </ns0:lnTo>
                <ns0:lnTo>
                  <ns0:pt x="1268229" y="233046"/>
                </ns0:lnTo>
                <ns0:lnTo>
                  <ns0:pt x="1269257" y="232914"/>
                </ns0:lnTo>
                <ns0:lnTo>
                  <ns0:pt x="1270286" y="230765"/>
                </ns0:lnTo>
                <ns0:lnTo>
                  <ns0:pt x="1271314" y="226557"/>
                </ns0:lnTo>
                <ns0:lnTo>
                  <ns0:pt x="1272343" y="221714"/>
                </ns0:lnTo>
                <ns0:lnTo>
                  <ns0:pt x="1273371" y="218306"/>
                </ns0:lnTo>
                <ns0:lnTo>
                  <ns0:pt x="1274400" y="217806"/>
                </ns0:lnTo>
                <ns0:lnTo>
                  <ns0:pt x="1275429" y="220280"/>
                </ns0:lnTo>
                <ns0:lnTo>
                  <ns0:pt x="1276457" y="224452"/>
                </ns0:lnTo>
                <ns0:lnTo>
                  <ns0:pt x="1277486" y="228709"/>
                </ns0:lnTo>
                <ns0:lnTo>
                  <ns0:pt x="1278514" y="231739"/>
                </ns0:lnTo>
                <ns0:lnTo>
                  <ns0:pt x="1279543" y="232948"/>
                </ns0:lnTo>
                <ns0:lnTo>
                  <ns0:pt x="1280571" y="232843"/>
                </ns0:lnTo>
                <ns0:lnTo>
                  <ns0:pt x="1281600" y="232675"/>
                </ns0:lnTo>
                <ns0:lnTo>
                  <ns0:pt x="1282629" y="232949"/>
                </ns0:lnTo>
                <ns0:lnTo>
                  <ns0:pt x="1283657" y="232542"/>
                </ns0:lnTo>
                <ns0:lnTo>
                  <ns0:pt x="1284686" y="230176"/>
                </ns0:lnTo>
                <ns0:lnTo>
                  <ns0:pt x="1285714" y="225870"/>
                </ns0:lnTo>
                <ns0:lnTo>
                  <ns0:pt x="1286743" y="221034"/>
                </ns0:lnTo>
                <ns0:lnTo>
                  <ns0:pt x="1287771" y="217742"/>
                </ns0:lnTo>
                <ns0:lnTo>
                  <ns0:pt x="1288800" y="217451"/>
                </ns0:lnTo>
                <ns0:lnTo>
                  <ns0:pt x="1289829" y="220153"/>
                </ns0:lnTo>
                <ns0:lnTo>
                  <ns0:pt x="1290857" y="224498"/>
                </ns0:lnTo>
                <ns0:lnTo>
                  <ns0:pt x="1291886" y="228837"/>
                </ns0:lnTo>
                <ns0:lnTo>
                  <ns0:pt x="1292914" y="231827"/>
                </ns0:lnTo>
                <ns0:lnTo>
                  <ns0:pt x="1293943" y="232860"/>
                </ns0:lnTo>
                <ns0:lnTo>
                  <ns0:pt x="1294971" y="232528"/>
                </ns0:lnTo>
                <ns0:lnTo>
                  <ns0:pt x="1296000" y="232259"/>
                </ns0:lnTo>
                <ns0:lnTo>
                  <ns0:pt x="1297029" y="232682"/>
                </ns0:lnTo>
                <ns0:lnTo>
                  <ns0:pt x="1298057" y="232538"/>
                </ns0:lnTo>
                <ns0:lnTo>
                  <ns0:pt x="1299086" y="230402"/>
                </ns0:lnTo>
                <ns0:lnTo>
                  <ns0:pt x="1300114" y="226234"/>
                </ns0:lnTo>
                <ns0:lnTo>
                  <ns0:pt x="1301143" y="221458"/>
                </ns0:lnTo>
                <ns0:lnTo>
                  <ns0:pt x="1302171" y="218136"/>
                </ns0:lnTo>
                <ns0:lnTo>
                  <ns0:pt x="1303200" y="217728"/>
                </ns0:lnTo>
                <ns0:lnTo>
                  <ns0:pt x="1304229" y="220281"/>
                </ns0:lnTo>
                <ns0:lnTo>
                  <ns0:pt x="1305257" y="224510"/>
                </ns0:lnTo>
                <ns0:lnTo>
                  <ns0:pt x="1306286" y="228801"/>
                </ns0:lnTo>
                <ns0:lnTo>
                  <ns0:pt x="1307314" y="231847"/>
                </ns0:lnTo>
                <ns0:lnTo>
                  <ns0:pt x="1308343" y="233055"/>
                </ns0:lnTo>
                <ns0:lnTo>
                  <ns0:pt x="1309371" y="232935"/>
                </ns0:lnTo>
                <ns0:lnTo>
                  <ns0:pt x="1310400" y="232751"/>
                </ns0:lnTo>
                <ns0:lnTo>
                  <ns0:pt x="1311429" y="233030"/>
                </ns0:lnTo>
                <ns0:lnTo>
                  <ns0:pt x="1312457" y="232667"/>
                </ns0:lnTo>
                <ns0:lnTo>
                  <ns0:pt x="1313486" y="230372"/>
                </ns0:lnTo>
                <ns0:lnTo>
                  <ns0:pt x="1314514" y="226140"/>
                </ns0:lnTo>
                <ns0:lnTo>
                  <ns0:pt x="1315543" y="221371"/>
                </ns0:lnTo>
                <ns0:lnTo>
                  <ns0:pt x="1316571" y="218129"/>
                </ns0:lnTo>
                <ns0:lnTo>
                  <ns0:pt x="1317600" y="217864"/>
                </ns0:lnTo>
                <ns0:lnTo>
                  <ns0:pt x="1318629" y="220562"/>
                </ns0:lnTo>
                <ns0:lnTo>
                  <ns0:pt x="1319657" y="224882"/>
                </ns0:lnTo>
                <ns0:lnTo>
                  <ns0:pt x="1320686" y="229182"/>
                </ns0:lnTo>
                <ns0:lnTo>
                  <ns0:pt x="1321714" y="232130"/>
                </ns0:lnTo>
                <ns0:lnTo>
                  <ns0:pt x="1322743" y="233132"/>
                </ns0:lnTo>
                <ns0:lnTo>
                  <ns0:pt x="1323771" y="232792"/>
                </ns0:lnTo>
                <ns0:lnTo>
                  <ns0:pt x="1324800" y="232535"/>
                </ns0:lnTo>
                <ns0:lnTo>
                  <ns0:pt x="1325829" y="232972"/>
                </ns0:lnTo>
                <ns0:lnTo>
                  <ns0:pt x="1326857" y="232827"/>
                </ns0:lnTo>
                <ns0:lnTo>
                  <ns0:pt x="1327886" y="230679"/>
                </ns0:lnTo>
                <ns0:lnTo>
                  <ns0:pt x="1328914" y="226498"/>
                </ns0:lnTo>
                <ns0:lnTo>
                  <ns0:pt x="1329943" y="221712"/>
                </ns0:lnTo>
                <ns0:lnTo>
                  <ns0:pt x="1330971" y="218385"/>
                </ns0:lnTo>
                <ns0:lnTo>
                  <ns0:pt x="1332000" y="217973"/>
                </ns0:lnTo>
                <ns0:lnTo>
                  <ns0:pt x="1333029" y="220517"/>
                </ns0:lnTo>
                <ns0:lnTo>
                  <ns0:pt x="1334057" y="224734"/>
                </ns0:lnTo>
                <ns0:lnTo>
                  <ns0:pt x="1335086" y="229013"/>
                </ns0:lnTo>
                <ns0:lnTo>
                  <ns0:pt x="1336114" y="232053"/>
                </ns0:lnTo>
                <ns0:lnTo>
                  <ns0:pt x="1337143" y="233262"/>
                </ns0:lnTo>
                <ns0:lnTo>
                  <ns0:pt x="1338171" y="233151"/>
                </ns0:lnTo>
                <ns0:lnTo>
                  <ns0:pt x="1339200" y="232976"/>
                </ns0:lnTo>
                <ns0:lnTo>
                  <ns0:pt x="1340229" y="233251"/>
                </ns0:lnTo>
                <ns0:lnTo>
                  <ns0:pt x="1341257" y="232866"/>
                </ns0:lnTo>
                <ns0:lnTo>
                  <ns0:pt x="1342286" y="230534"/>
                </ns0:lnTo>
                <ns0:lnTo>
                  <ns0:pt x="1343314" y="226261"/>
                </ns0:lnTo>
                <ns0:lnTo>
                  <ns0:pt x="1344343" y="221457"/>
                </ns0:lnTo>
                <ns0:lnTo>
                  <ns0:pt x="1345371" y="218194"/>
                </ns0:lnTo>
                <ns0:lnTo>
                  <ns0:pt x="1346400" y="217927"/>
                </ns0:lnTo>
                <ns0:lnTo>
                  <ns0:pt x="1347429" y="220640"/>
                </ns0:lnTo>
                <ns0:lnTo>
                  <ns0:pt x="1348457" y="224982"/>
                </ns0:lnTo>
                <ns0:lnTo>
                  <ns0:pt x="1349486" y="229302"/>
                </ns0:lnTo>
                <ns0:lnTo>
                  <ns0:pt x="1350514" y="232266"/>
                </ns0:lnTo>
                <ns0:lnTo>
                  <ns0:pt x="1351543" y="233276"/>
                </ns0:lnTo>
                <ns0:lnTo>
                  <ns0:pt x="1352571" y="232937"/>
                </ns0:lnTo>
                <ns0:lnTo>
                  <ns0:pt x="1353600" y="232676"/>
                </ns0:lnTo>
                <ns0:lnTo>
                  <ns0:pt x="1354629" y="233110"/>
                </ns0:lnTo>
                <ns0:lnTo>
                  <ns0:pt x="1355657" y="232962"/>
                </ns0:lnTo>
                <ns0:lnTo>
                  <ns0:pt x="1356686" y="230809"/>
                </ns0:lnTo>
                <ns0:lnTo>
                  <ns0:pt x="1357714" y="226617"/>
                </ns0:lnTo>
                <ns0:lnTo>
                  <ns0:pt x="1358743" y="221812"/>
                </ns0:lnTo>
                <ns0:lnTo>
                  <ns0:pt x="1359771" y="218455"/>
                </ns0:lnTo>
                <ns0:lnTo>
                  <ns0:pt x="1360800" y="218009"/>
                </ns0:lnTo>
                <ns0:lnTo>
                  <ns0:pt x="1361829" y="220525"/>
                </ns0:lnTo>
                <ns0:lnTo>
                  <ns0:pt x="1362857" y="224722"/>
                </ns0:lnTo>
                <ns0:lnTo>
                  <ns0:pt x="1363886" y="228990"/>
                </ns0:lnTo>
                <ns0:lnTo>
                  <ns0:pt x="1364914" y="232024"/>
                </ns0:lnTo>
                <ns0:lnTo>
                  <ns0:pt x="1365943" y="233229"/>
                </ns0:lnTo>
                <ns0:lnTo>
                  <ns0:pt x="1366971" y="233115"/>
                </ns0:lnTo>
                <ns0:lnTo>
                  <ns0:pt x="1368000" y="232939"/>
                </ns0:lnTo>
                <ns0:lnTo>
                  <ns0:pt x="1369029" y="233216"/>
                </ns0:lnTo>
                <ns0:lnTo>
                  <ns0:pt x="1370057" y="232835"/>
                </ns0:lnTo>
                <ns0:lnTo>
                  <ns0:pt x="1371086" y="230509"/>
                </ns0:lnTo>
                <ns0:lnTo>
                  <ns0:pt x="1372114" y="226240"/>
                </ns0:lnTo>
                <ns0:lnTo>
                  <ns0:pt x="1373143" y="221438"/>
                </ns0:lnTo>
                <ns0:lnTo>
                  <ns0:pt x="1374171" y="218174"/>
                </ns0:lnTo>
                <ns0:lnTo>
                  <ns0:pt x="1375200" y="217903"/>
                </ns0:lnTo>
                <ns0:lnTo>
                  <ns0:pt x="1376229" y="220608"/>
                </ns0:lnTo>
                <ns0:lnTo>
                  <ns0:pt x="1377257" y="224942"/>
                </ns0:lnTo>
                <ns0:lnTo>
                  <ns0:pt x="1378286" y="229258"/>
                </ns0:lnTo>
                <ns0:lnTo>
                  <ns0:pt x="1379314" y="232219"/>
                </ns0:lnTo>
                <ns0:lnTo>
                  <ns0:pt x="1380343" y="233230"/>
                </ns0:lnTo>
                <ns0:lnTo>
                  <ns0:pt x="1381371" y="232893"/>
                </ns0:lnTo>
                <ns0:lnTo>
                  <ns0:pt x="1382400" y="232633"/>
                </ns0:lnTo>
                <ns0:lnTo>
                  <ns0:pt x="1383429" y="233067"/>
                </ns0:lnTo>
                <ns0:lnTo>
                  <ns0:pt x="1384457" y="232926"/>
                </ns0:lnTo>
                <ns0:lnTo>
                  <ns0:pt x="1385486" y="230787"/>
                </ns0:lnTo>
                <ns0:lnTo>
                  <ns0:pt x="1386514" y="226615"/>
                </ns0:lnTo>
                <ns0:lnTo>
                  <ns0:pt x="1387543" y="221833"/>
                </ns0:lnTo>
                <ns0:lnTo>
                  <ns0:pt x="1388571" y="218502"/>
                </ns0:lnTo>
                <ns0:lnTo>
                  <ns0:pt x="1389600" y="218078"/>
                </ns0:lnTo>
                <ns0:lnTo>
                  <ns0:pt x="1390629" y="220609"/>
                </ns0:lnTo>
                <ns0:lnTo>
                  <ns0:pt x="1391657" y="224816"/>
                </ns0:lnTo>
                <ns0:lnTo>
                  <ns0:pt x="1392686" y="229090"/>
                </ns0:lnTo>
                <ns0:lnTo>
                  <ns0:pt x="1393714" y="232125"/>
                </ns0:lnTo>
                <ns0:lnTo>
                  <ns0:pt x="1394743" y="233331"/>
                </ns0:lnTo>
                <ns0:lnTo>
                  <ns0:pt x="1395771" y="233217"/>
                </ns0:lnTo>
                <ns0:lnTo>
                  <ns0:pt x="1396800" y="233041"/>
                </ns0:lnTo>
                <ns0:lnTo>
                  <ns0:pt x="1397829" y="233318"/>
                </ns0:lnTo>
                <ns0:lnTo>
                  <ns0:pt x="1398857" y="232934"/>
                </ns0:lnTo>
                <ns0:lnTo>
                  <ns0:pt x="1399886" y="230600"/>
                </ns0:lnTo>
                <ns0:lnTo>
                  <ns0:pt x="1400914" y="226321"/>
                </ns0:lnTo>
                <ns0:lnTo>
                  <ns0:pt x="1401943" y="221506"/>
                </ns0:lnTo>
                <ns0:lnTo>
                  <ns0:pt x="1402971" y="218228"/>
                </ns0:lnTo>
                <ns0:lnTo>
                  <ns0:pt x="1404000" y="217943"/>
                </ns0:lnTo>
                <ns0:lnTo>
                  <ns0:pt x="1405029" y="220639"/>
                </ns0:lnTo>
                <ns0:lnTo>
                  <ns0:pt x="1406057" y="224966"/>
                </ns0:lnTo>
                <ns0:lnTo>
                  <ns0:pt x="1407086" y="229276"/>
                </ns0:lnTo>
                <ns0:lnTo>
                  <ns0:pt x="1408114" y="232234"/>
                </ns0:lnTo>
                <ns0:lnTo>
                  <ns0:pt x="1409143" y="233243"/>
                </ns0:lnTo>
                <ns0:lnTo>
                  <ns0:pt x="1410171" y="232906"/>
                </ns0:lnTo>
                <ns0:lnTo>
                  <ns0:pt x="1411200" y="232646"/>
                </ns0:lnTo>
                <ns0:lnTo>
                  <ns0:pt x="1412229" y="233081"/>
                </ns0:lnTo>
                <ns0:lnTo>
                  <ns0:pt x="1413257" y="232937"/>
                </ns0:lnTo>
                <ns0:lnTo>
                  <ns0:pt x="1414286" y="230790"/>
                </ns0:lnTo>
                <ns0:lnTo>
                  <ns0:pt x="1415314" y="226607"/>
                </ns0:lnTo>
                <ns0:lnTo>
                  <ns0:pt x="1416343" y="221812"/>
                </ns0:lnTo>
                <ns0:lnTo>
                  <ns0:pt x="1417371" y="218468"/>
                </ns0:lnTo>
                <ns0:lnTo>
                  <ns0:pt x="1418400" y="218034"/>
                </ns0:lnTo>
                <ns0:lnTo>
                  <ns0:pt x="1419429" y="220559"/>
                </ns0:lnTo>
                <ns0:lnTo>
                  <ns0:pt x="1420457" y="224765"/>
                </ns0:lnTo>
                <ns0:lnTo>
                  <ns0:pt x="1421486" y="229040"/>
                </ns0:lnTo>
                <ns0:lnTo>
                  <ns0:pt x="1422514" y="232079"/>
                </ns0:lnTo>
                <ns0:lnTo>
                  <ns0:pt x="1423543" y="233289"/>
                </ns0:lnTo>
                <ns0:lnTo>
                  <ns0:pt x="1424571" y="233177"/>
                </ns0:lnTo>
                <ns0:lnTo>
                  <ns0:pt x="1425600" y="233001"/>
                </ns0:lnTo>
                <ns0:lnTo>
                  <ns0:pt x="1426629" y="233277"/>
                </ns0:lnTo>
                <ns0:lnTo>
                  <ns0:pt x="1427657" y="232896"/>
                </ns0:lnTo>
                <ns0:lnTo>
                  <ns0:pt x="1428686" y="232675"/>
                </ns0:lnTo>
                <ns0:lnTo>
                  <ns0:pt x="1429714" y="230508"/>
                </ns0:lnTo>
                <ns0:lnTo>
                  <ns0:pt x="1430743" y="226693"/>
                </ns0:lnTo>
                <ns0:lnTo>
                  <ns0:pt x="1431771" y="222245"/>
                </ns0:lnTo>
                <ns0:lnTo>
                  <ns0:pt x="1432800" y="218385"/>
                </ns0:lnTo>
                <ns0:lnTo>
                  <ns0:pt x="1433829" y="216199"/>
                </ns0:lnTo>
                <ns0:lnTo>
                  <ns0:pt x="1434857" y="216204"/>
                </ns0:lnTo>
                <ns0:lnTo>
                  <ns0:pt x="1435886" y="218160"/>
                </ns0:lnTo>
                <ns0:lnTo>
                  <ns0:pt x="1436914" y="221272"/>
                </ns0:lnTo>
                <ns0:lnTo>
                  <ns0:pt x="1437943" y="224592"/>
                </ns0:lnTo>
                <ns0:lnTo>
                  <ns0:pt x="1438971" y="227752"/>
                </ns0:lnTo>
                <ns0:lnTo>
                  <ns0:pt x="1440000" y="231136"/>
                </ns0:lnTo>
                <ns0:lnTo>
                  <ns0:pt x="1440000" y="133951"/>
                </ns0:lnTo>
                <ns0:lnTo>
                  <ns0:pt x="1440000" y="133951"/>
                </ns0:lnTo>
                <ns0:lnTo>
                  <ns0:pt x="1438971" y="127120"/>
                </ns0:lnTo>
                <ns0:lnTo>
                  <ns0:pt x="1437943" y="119895"/>
                </ns0:lnTo>
                <ns0:lnTo>
                  <ns0:pt x="1436914" y="114862"/>
                </ns0:lnTo>
                <ns0:lnTo>
                  <ns0:pt x="1435886" y="113112"/>
                </ns0:lnTo>
                <ns0:lnTo>
                  <ns0:pt x="1434857" y="114025"/>
                </ns0:lnTo>
                <ns0:lnTo>
                  <ns0:pt x="1433829" y="116286"/>
                </ns0:lnTo>
                <ns0:lnTo>
                  <ns0:pt x="1432800" y="118837"/>
                </ns0:lnTo>
                <ns0:lnTo>
                  <ns0:pt x="1431771" y="121195"/>
                </ns0:lnTo>
                <ns0:lnTo>
                  <ns0:pt x="1430743" y="123385"/>
                </ns0:lnTo>
                <ns0:lnTo>
                  <ns0:pt x="1429714" y="125595"/>
                </ns0:lnTo>
                <ns0:lnTo>
                  <ns0:pt x="1428686" y="127826"/>
                </ns0:lnTo>
                <ns0:lnTo>
                  <ns0:pt x="1427657" y="129669"/>
                </ns0:lnTo>
                <ns0:lnTo>
                  <ns0:pt x="1426629" y="134903"/>
                </ns0:lnTo>
                <ns0:lnTo>
                  <ns0:pt x="1425600" y="137734"/>
                </ns0:lnTo>
                <ns0:lnTo>
                  <ns0:pt x="1424571" y="136348"/>
                </ns0:lnTo>
                <ns0:lnTo>
                  <ns0:pt x="1423543" y="131826"/>
                </ns0:lnTo>
                <ns0:lnTo>
                  <ns0:pt x="1422514" y="126744"/>
                </ns0:lnTo>
                <ns0:lnTo>
                  <ns0:pt x="1421486" y="123056"/>
                </ns0:lnTo>
                <ns0:lnTo>
                  <ns0:pt x="1420457" y="121320"/>
                </ns0:lnTo>
                <ns0:lnTo>
                  <ns0:pt x="1419429" y="121045"/>
                </ns0:lnTo>
                <ns0:lnTo>
                  <ns0:pt x="1418400" y="121273"/>
                </ns0:lnTo>
                <ns0:lnTo>
                  <ns0:pt x="1417371" y="121220"/>
                </ns0:lnTo>
                <ns0:lnTo>
                  <ns0:pt x="1416343" y="121082"/>
                </ns0:lnTo>
                <ns0:lnTo>
                  <ns0:pt x="1415314" y="122004"/>
                </ns0:lnTo>
                <ns0:lnTo>
                  <ns0:pt x="1414286" y="125102"/>
                </ns0:lnTo>
                <ns0:lnTo>
                  <ns0:pt x="1413257" y="130421"/>
                </ns0:lnTo>
                <ns0:lnTo>
                  <ns0:pt x="1412229" y="136066"/>
                </ns0:lnTo>
                <ns0:lnTo>
                  <ns0:pt x="1411200" y="139145"/>
                </ns0:lnTo>
                <ns0:lnTo>
                  <ns0:pt x="1410171" y="137630"/>
                </ns0:lnTo>
                <ns0:lnTo>
                  <ns0:pt x="1409143" y="132757"/>
                </ns0:lnTo>
                <ns0:lnTo>
                  <ns0:pt x="1408114" y="127278"/>
                </ns0:lnTo>
                <ns0:lnTo>
                  <ns0:pt x="1407086" y="123289"/>
                </ns0:lnTo>
                <ns0:lnTo>
                  <ns0:pt x="1406057" y="121391"/>
                </ns0:lnTo>
                <ns0:lnTo>
                  <ns0:pt x="1405029" y="121064"/>
                </ns0:lnTo>
                <ns0:lnTo>
                  <ns0:pt x="1404000" y="121306"/>
                </ns0:lnTo>
                <ns0:lnTo>
                  <ns0:pt x="1402971" y="121269"/>
                </ns0:lnTo>
                <ns0:lnTo>
                  <ns0:pt x="1401943" y="121094"/>
                </ns0:lnTo>
                <ns0:lnTo>
                  <ns0:pt x="1400914" y="121894"/>
                </ns0:lnTo>
                <ns0:lnTo>
                  <ns0:pt x="1399886" y="124749"/>
                </ns0:lnTo>
                <ns0:lnTo>
                  <ns0:pt x="1398857" y="129670"/>
                </ns0:lnTo>
                <ns0:lnTo>
                  <ns0:pt x="1397829" y="134914"/>
                </ns0:lnTo>
                <ns0:lnTo>
                  <ns0:pt x="1396800" y="137756"/>
                </ns0:lnTo>
                <ns0:lnTo>
                  <ns0:pt x="1395771" y="136377"/>
                </ns0:lnTo>
                <ns0:lnTo>
                  <ns0:pt x="1394743" y="131857"/>
                </ns0:lnTo>
                <ns0:lnTo>
                  <ns0:pt x="1393714" y="126771"/>
                </ns0:lnTo>
                <ns0:lnTo>
                  <ns0:pt x="1392686" y="123077"/>
                </ns0:lnTo>
                <ns0:lnTo>
                  <ns0:pt x="1391657" y="121334"/>
                </ns0:lnTo>
                <ns0:lnTo>
                  <ns0:pt x="1390629" y="121055"/>
                </ns0:lnTo>
                <ns0:lnTo>
                  <ns0:pt x="1389600" y="121282"/>
                </ns0:lnTo>
                <ns0:lnTo>
                  <ns0:pt x="1388571" y="121230"/>
                </ns0:lnTo>
                <ns0:lnTo>
                  <ns0:pt x="1387543" y="121095"/>
                </ns0:lnTo>
                <ns0:lnTo>
                  <ns0:pt x="1386514" y="122020"/>
                </ns0:lnTo>
                <ns0:lnTo>
                  <ns0:pt x="1385486" y="125118"/>
                </ns0:lnTo>
                <ns0:lnTo>
                  <ns0:pt x="1384457" y="130434"/>
                </ns0:lnTo>
                <ns0:lnTo>
                  <ns0:pt x="1383429" y="136072"/>
                </ns0:lnTo>
                <ns0:lnTo>
                  <ns0:pt x="1382400" y="139142"/>
                </ns0:lnTo>
                <ns0:lnTo>
                  <ns0:pt x="1381371" y="137619"/>
                </ns0:lnTo>
                <ns0:lnTo>
                  <ns0:pt x="1380343" y="132743"/>
                </ns0:lnTo>
                <ns0:lnTo>
                  <ns0:pt x="1379314" y="127264"/>
                </ns0:lnTo>
                <ns0:lnTo>
                  <ns0:pt x="1378286" y="123277"/>
                </ns0:lnTo>
                <ns0:lnTo>
                  <ns0:pt x="1377257" y="121382"/>
                </ns0:lnTo>
                <ns0:lnTo>
                  <ns0:pt x="1376229" y="121058"/>
                </ns0:lnTo>
                <ns0:lnTo>
                  <ns0:pt x="1375200" y="121304"/>
                </ns0:lnTo>
                <ns0:lnTo>
                  <ns0:pt x="1374171" y="121269"/>
                </ns0:lnTo>
                <ns0:lnTo>
                  <ns0:pt x="1373143" y="121091"/>
                </ns0:lnTo>
                <ns0:lnTo>
                  <ns0:pt x="1372114" y="121884"/>
                </ns0:lnTo>
                <ns0:lnTo>
                  <ns0:pt x="1371086" y="124728"/>
                </ns0:lnTo>
                <ns0:lnTo>
                  <ns0:pt x="1370057" y="129639"/>
                </ns0:lnTo>
                <ns0:lnTo>
                  <ns0:pt x="1369029" y="134871"/>
                </ns0:lnTo>
                <ns0:lnTo>
                  <ns0:pt x="1368000" y="137704"/>
                </ns0:lnTo>
                <ns0:lnTo>
                  <ns0:pt x="1366971" y="136322"/>
                </ns0:lnTo>
                <ns0:lnTo>
                  <ns0:pt x="1365943" y="131804"/>
                </ns0:lnTo>
                <ns0:lnTo>
                  <ns0:pt x="1364914" y="126724"/>
                </ns0:lnTo>
                <ns0:lnTo>
                  <ns0:pt x="1363886" y="123036"/>
                </ns0:lnTo>
                <ns0:lnTo>
                  <ns0:pt x="1362857" y="121299"/>
                </ns0:lnTo>
                <ns0:lnTo>
                  <ns0:pt x="1361829" y="121024"/>
                </ns0:lnTo>
                <ns0:lnTo>
                  <ns0:pt x="1360800" y="121249"/>
                </ns0:lnTo>
                <ns0:lnTo>
                  <ns0:pt x="1359771" y="121195"/>
                </ns0:lnTo>
                <ns0:lnTo>
                  <ns0:pt x="1358743" y="121058"/>
                </ns0:lnTo>
                <ns0:lnTo>
                  <ns0:pt x="1357714" y="121983"/>
                </ns0:lnTo>
                <ns0:lnTo>
                  <ns0:pt x="1356686" y="125086"/>
                </ns0:lnTo>
                <ns0:lnTo>
                  <ns0:pt x="1355657" y="130411"/>
                </ns0:lnTo>
                <ns0:lnTo>
                  <ns0:pt x="1354629" y="136060"/>
                </ns0:lnTo>
                <ns0:lnTo>
                  <ns0:pt x="1353600" y="139137"/>
                </ns0:lnTo>
                <ns0:lnTo>
                  <ns0:pt x="1352571" y="137612"/>
                </ns0:lnTo>
                <ns0:lnTo>
                  <ns0:pt x="1351543" y="132723"/>
                </ns0:lnTo>
                <ns0:lnTo>
                  <ns0:pt x="1350514" y="127225"/>
                </ns0:lnTo>
                <ns0:lnTo>
                  <ns0:pt x="1349486" y="123218"/>
                </ns0:lnTo>
                <ns0:lnTo>
                  <ns0:pt x="1348457" y="121307"/>
                </ns0:lnTo>
                <ns0:lnTo>
                  <ns0:pt x="1347429" y="120972"/>
                </ns0:lnTo>
                <ns0:lnTo>
                  <ns0:pt x="1346400" y="121213"/>
                </ns0:lnTo>
                <ns0:lnTo>
                  <ns0:pt x="1345371" y="121179"/>
                </ns0:lnTo>
                <ns0:lnTo>
                  <ns0:pt x="1344343" y="121007"/>
                </ns0:lnTo>
                <ns0:lnTo>
                  <ns0:pt x="1343314" y="121809"/>
                </ns0:lnTo>
                <ns0:lnTo>
                  <ns0:pt x="1342286" y="124662"/>
                </ns0:lnTo>
                <ns0:lnTo>
                  <ns0:pt x="1341257" y="129579"/>
                </ns0:lnTo>
                <ns0:lnTo>
                  <ns0:pt x="1340229" y="134817"/>
                </ns0:lnTo>
                <ns0:lnTo>
                  <ns0:pt x="1339200" y="137657"/>
                </ns0:lnTo>
                <ns0:lnTo>
                  <ns0:pt x="1338171" y="136278"/>
                </ns0:lnTo>
                <ns0:lnTo>
                  <ns0:pt x="1337143" y="131761"/>
                </ns0:lnTo>
                <ns0:lnTo>
                  <ns0:pt x="1336114" y="126679"/>
                </ns0:lnTo>
                <ns0:lnTo>
                  <ns0:pt x="1335086" y="122988"/>
                </ns0:lnTo>
                <ns0:lnTo>
                  <ns0:pt x="1334057" y="121249"/>
                </ns0:lnTo>
                <ns0:lnTo>
                  <ns0:pt x="1333029" y="120974"/>
                </ns0:lnTo>
                <ns0:lnTo>
                  <ns0:pt x="1332000" y="121204"/>
                </ns0:lnTo>
                <ns0:lnTo>
                  <ns0:pt x="1330971" y="121153"/>
                </ns0:lnTo>
                <ns0:lnTo>
                  <ns0:pt x="1329943" y="121013"/>
                </ns0:lnTo>
                <ns0:lnTo>
                  <ns0:pt x="1328914" y="121928"/>
                </ns0:lnTo>
                <ns0:lnTo>
                  <ns0:pt x="1327886" y="125017"/>
                </ns0:lnTo>
                <ns0:lnTo>
                  <ns0:pt x="1326857" y="130332"/>
                </ns0:lnTo>
                <ns0:lnTo>
                  <ns0:pt x="1325829" y="135980"/>
                </ns0:lnTo>
                <ns0:lnTo>
                  <ns0:pt x="1324800" y="139070"/>
                </ns0:lnTo>
                <ns0:lnTo>
                  <ns0:pt x="1323771" y="137569"/>
                </ns0:lnTo>
                <ns0:lnTo>
                  <ns0:pt x="1322743" y="132711"/>
                </ns0:lnTo>
                <ns0:lnTo>
                  <ns0:pt x="1321714" y="127243"/>
                </ns0:lnTo>
                <ns0:lnTo>
                  <ns0:pt x="1320686" y="123264"/>
                </ns0:lnTo>
                <ns0:lnTo>
                  <ns0:pt x="1319657" y="121370"/>
                </ns0:lnTo>
                <ns0:lnTo>
                  <ns0:pt x="1318629" y="121044"/>
                </ns0:lnTo>
                <ns0:lnTo>
                  <ns0:pt x="1317600" y="121287"/>
                </ns0:lnTo>
                <ns0:lnTo>
                  <ns0:pt x="1316571" y="121253"/>
                </ns0:lnTo>
                <ns0:lnTo>
                  <ns0:pt x="1315543" y="121081"/>
                </ns0:lnTo>
                <ns0:lnTo>
                  <ns0:pt x="1314514" y="121880"/>
                </ns0:lnTo>
                <ns0:lnTo>
                  <ns0:pt x="1313486" y="124725"/>
                </ns0:lnTo>
                <ns0:lnTo>
                  <ns0:pt x="1312457" y="129624"/>
                </ns0:lnTo>
                <ns0:lnTo>
                  <ns0:pt x="1311429" y="134830"/>
                </ns0:lnTo>
                <ns0:lnTo>
                  <ns0:pt x="1310400" y="137622"/>
                </ns0:lnTo>
                <ns0:lnTo>
                  <ns0:pt x="1309371" y="136195"/>
                </ns0:lnTo>
                <ns0:lnTo>
                  <ns0:pt x="1308343" y="131635"/>
                </ns0:lnTo>
                <ns0:lnTo>
                  <ns0:pt x="1307314" y="126522"/>
                </ns0:lnTo>
                <ns0:lnTo>
                  <ns0:pt x="1306286" y="122809"/>
                </ns0:lnTo>
                <ns0:lnTo>
                  <ns0:pt x="1305257" y="121059"/>
                </ns0:lnTo>
                <ns0:lnTo>
                  <ns0:pt x="1304229" y="120781"/>
                </ns0:lnTo>
                <ns0:lnTo>
                  <ns0:pt x="1303200" y="121012"/>
                </ns0:lnTo>
                <ns0:lnTo>
                  <ns0:pt x="1302171" y="120961"/>
                </ns0:lnTo>
                <ns0:lnTo>
                  <ns0:pt x="1301143" y="120821"/>
                </ns0:lnTo>
                <ns0:lnTo>
                  <ns0:pt x="1300114" y="121732"/>
                </ns0:lnTo>
                <ns0:lnTo>
                  <ns0:pt x="1299086" y="124811"/>
                </ns0:lnTo>
                <ns0:lnTo>
                  <ns0:pt x="1298057" y="130097"/>
                </ns0:lnTo>
                <ns0:lnTo>
                  <ns0:pt x="1297029" y="135689"/>
                </ns0:lnTo>
                <ns0:lnTo>
                  <ns0:pt x="1296000" y="138696"/>
                </ns0:lnTo>
                <ns0:lnTo>
                  <ns0:pt x="1294971" y="137107"/>
                </ns0:lnTo>
                <ns0:lnTo>
                  <ns0:pt x="1293943" y="132178"/>
                </ns0:lnTo>
                <ns0:lnTo>
                  <ns0:pt x="1292914" y="126671"/>
                </ns0:lnTo>
                <ns0:lnTo>
                  <ns0:pt x="1291886" y="122675"/>
                </ns0:lnTo>
                <ns0:lnTo>
                  <ns0:pt x="1290857" y="120778"/>
                </ns0:lnTo>
                <ns0:lnTo>
                  <ns0:pt x="1289829" y="120453"/>
                </ns0:lnTo>
                <ns0:lnTo>
                  <ns0:pt x="1288800" y="120696"/>
                </ns0:lnTo>
                <ns0:lnTo>
                  <ns0:pt x="1287771" y="120659"/>
                </ns0:lnTo>
                <ns0:lnTo>
                  <ns0:pt x="1286743" y="120484"/>
                </ns0:lnTo>
                <ns0:lnTo>
                  <ns0:pt x="1285714" y="121288"/>
                </ns0:lnTo>
                <ns0:lnTo>
                  <ns0:pt x="1284686" y="124149"/>
                </ns0:lnTo>
                <ns0:lnTo>
                  <ns0:pt x="1283657" y="129081"/>
                </ns0:lnTo>
                <ns0:lnTo>
                  <ns0:pt x="1282629" y="134350"/>
                </ns0:lnTo>
                <ns0:lnTo>
                  <ns0:pt x="1281600" y="137230"/>
                </ns0:lnTo>
                <ns0:lnTo>
                  <ns0:pt x="1280571" y="135893"/>
                </ns0:lnTo>
                <ns0:lnTo>
                  <ns0:pt x="1279543" y="131424"/>
                </ns0:lnTo>
                <ns0:lnTo>
                  <ns0:pt x="1278514" y="126385"/>
                </ns0:lnTo>
                <ns0:lnTo>
                  <ns0:pt x="1277486" y="122728"/>
                </ns0:lnTo>
                <ns0:lnTo>
                  <ns0:pt x="1276457" y="121013"/>
                </ns0:lnTo>
                <ns0:lnTo>
                  <ns0:pt x="1275429" y="120749"/>
                </ns0:lnTo>
                <ns0:lnTo>
                  <ns0:pt x="1274400" y="120975"/>
                </ns0:lnTo>
                <ns0:lnTo>
                  <ns0:pt x="1273371" y="120914"/>
                </ns0:lnTo>
                <ns0:lnTo>
                  <ns0:pt x="1272343" y="120775"/>
                </ns0:lnTo>
                <ns0:lnTo>
                  <ns0:pt x="1271314" y="121716"/>
                </ns0:lnTo>
                <ns0:lnTo>
                  <ns0:pt x="1270286" y="124854"/>
                </ns0:lnTo>
                <ns0:lnTo>
                  <ns0:pt x="1269257" y="130227"/>
                </ns0:lnTo>
                <ns0:lnTo>
                  <ns0:pt x="1268229" y="135934"/>
                </ns0:lnTo>
                <ns0:lnTo>
                  <ns0:pt x="1267200" y="139065"/>
                </ns0:lnTo>
                <ns0:lnTo>
                  <ns0:pt x="1266171" y="137585"/>
                </ns0:lnTo>
                <ns0:lnTo>
                  <ns0:pt x="1265143" y="132732"/>
                </ns0:lnTo>
                <ns0:lnTo>
                  <ns0:pt x="1264114" y="127271"/>
                </ns0:lnTo>
                <ns0:lnTo>
                  <ns0:pt x="1263086" y="123297"/>
                </ns0:lnTo>
                <ns0:lnTo>
                  <ns0:pt x="1262057" y="121405"/>
                </ns0:lnTo>
                <ns0:lnTo>
                  <ns0:pt x="1261029" y="121074"/>
                </ns0:lnTo>
                <ns0:lnTo>
                  <ns0:pt x="1260000" y="121309"/>
                </ns0:lnTo>
                <ns0:lnTo>
                  <ns0:pt x="1258971" y="121269"/>
                </ns0:lnTo>
                <ns0:lnTo>
                  <ns0:pt x="1257943" y="121094"/>
                </ns0:lnTo>
                <ns0:lnTo>
                  <ns0:pt x="1256914" y="121890"/>
                </ns0:lnTo>
                <ns0:lnTo>
                  <ns0:pt x="1255886" y="124744"/>
                </ns0:lnTo>
                <ns0:lnTo>
                  <ns0:pt x="1254857" y="129687"/>
                </ns0:lnTo>
                <ns0:lnTo>
                  <ns0:pt x="1253829" y="134966"/>
                </ns0:lnTo>
                <ns0:lnTo>
                  <ns0:pt x="1252800" y="137860"/>
                </ns0:lnTo>
                <ns0:lnTo>
                  <ns0:pt x="1251771" y="136546"/>
                </ns0:lnTo>
                <ns0:lnTo>
                  <ns0:pt x="1250743" y="132105"/>
                </ns0:lnTo>
                <ns0:lnTo>
                  <ns0:pt x="1249714" y="127098"/>
                </ns0:lnTo>
                <ns0:lnTo>
                  <ns0:pt x="1248686" y="123471"/>
                </ns0:lnTo>
                <ns0:lnTo>
                  <ns0:pt x="1247657" y="121782"/>
                </ns0:lnTo>
                <ns0:lnTo>
                  <ns0:pt x="1246629" y="121531"/>
                </ns0:lnTo>
                <ns0:lnTo>
                  <ns0:pt x="1245600" y="121757"/>
                </ns0:lnTo>
                <ns0:lnTo>
                  <ns0:pt x="1244571" y="121687"/>
                </ns0:lnTo>
                <ns0:lnTo>
                  <ns0:pt x="1243543" y="121542"/>
                </ns0:lnTo>
                <ns0:lnTo>
                  <ns0:pt x="1242514" y="122487"/>
                </ns0:lnTo>
                <ns0:lnTo>
                  <ns0:pt x="1241486" y="125642"/>
                </ns0:lnTo>
                <ns0:lnTo>
                  <ns0:pt x="1240457" y="131047"/>
                </ns0:lnTo>
                <ns0:lnTo>
                  <ns0:pt x="1239429" y="136801"/>
                </ns0:lnTo>
                <ns0:lnTo>
                  <ns0:pt x="1238400" y="139992"/>
                </ns0:lnTo>
                <ns0:lnTo>
                  <ns0:pt x="1237371" y="138576"/>
                </ns0:lnTo>
                <ns0:lnTo>
                  <ns0:pt x="1236343" y="133777"/>
                </ns0:lnTo>
                <ns0:lnTo>
                  <ns0:pt x="1235314" y="128359"/>
                </ns0:lnTo>
                <ns0:lnTo>
                  <ns0:pt x="1234286" y="124420"/>
                </ns0:lnTo>
                <ns0:lnTo>
                  <ns0:pt x="1233257" y="122551"/>
                </ns0:lnTo>
                <ns0:lnTo>
                  <ns0:pt x="1232229" y="122227"/>
                </ns0:lnTo>
                <ns0:lnTo>
                  <ns0:pt x="1231200" y="122454"/>
                </ns0:lnTo>
                <ns0:lnTo>
                  <ns0:pt x="1230171" y="122401"/>
                </ns0:lnTo>
                <ns0:lnTo>
                  <ns0:pt x="1229143" y="122223"/>
                </ns0:lnTo>
                <ns0:lnTo>
                  <ns0:pt x="1228114" y="123039"/>
                </ns0:lnTo>
                <ns0:lnTo>
                  <ns0:pt x="1227086" y="125936"/>
                </ns0:lnTo>
                <ns0:lnTo>
                  <ns0:pt x="1226057" y="130941"/>
                </ns0:lnTo>
                <ns0:lnTo>
                  <ns0:pt x="1225029" y="136304"/>
                </ns0:lnTo>
                <ns0:lnTo>
                  <ns0:pt x="1224000" y="139293"/>
                </ns0:lnTo>
                <ns0:lnTo>
                  <ns0:pt x="1222971" y="138062"/>
                </ns0:lnTo>
                <ns0:lnTo>
                  <ns0:pt x="1221943" y="133678"/>
                </ns0:lnTo>
                <ns0:lnTo>
                  <ns0:pt x="1220914" y="128705"/>
                </ns0:lnTo>
                <ns0:lnTo>
                  <ns0:pt x="1219886" y="125098"/>
                </ns0:lnTo>
                <ns0:lnTo>
                  <ns0:pt x="1218857" y="123414"/>
                </ns0:lnTo>
                <ns0:lnTo>
                  <ns0:pt x="1217829" y="123159"/>
                </ns0:lnTo>
                <ns0:lnTo>
                  <ns0:pt x="1216800" y="123375"/>
                </ns0:lnTo>
                <ns0:lnTo>
                  <ns0:pt x="1215771" y="123302"/>
                </ns0:lnTo>
                <ns0:lnTo>
                  <ns0:pt x="1214743" y="123169"/>
                </ns0:lnTo>
                <ns0:lnTo>
                  <ns0:pt x="1213714" y="124137"/>
                </ns0:lnTo>
                <ns0:lnTo>
                  <ns0:pt x="1212686" y="127326"/>
                </ns0:lnTo>
                <ns0:lnTo>
                  <ns0:pt x="1211657" y="132776"/>
                </ns0:lnTo>
                <ns0:lnTo>
                  <ns0:pt x="1210629" y="138606"/>
                </ns0:lnTo>
                <ns0:lnTo>
                  <ns0:pt x="1209600" y="141924"/>
                </ns0:lnTo>
                <ns0:lnTo>
                  <ns0:pt x="1208571" y="140684"/>
                </ns0:lnTo>
                <ns0:lnTo>
                  <ns0:pt x="1207543" y="136078"/>
                </ns0:lnTo>
                <ns0:lnTo>
                  <ns0:pt x="1206514" y="130839"/>
                </ns0:lnTo>
                <ns0:lnTo>
                  <ns0:pt x="1205486" y="127047"/>
                </ns0:lnTo>
                <ns0:lnTo>
                  <ns0:pt x="1204457" y="125273"/>
                </ns0:lnTo>
                <ns0:lnTo>
                  <ns0:pt x="1203429" y="124999"/>
                </ns0:lnTo>
                <ns0:lnTo>
                  <ns0:pt x="1202400" y="125232"/>
                </ns0:lnTo>
                <ns0:lnTo>
                  <ns0:pt x="1201371" y="125155"/>
                </ns0:lnTo>
                <ns0:lnTo>
                  <ns0:pt x="1200343" y="124946"/>
                </ns0:lnTo>
                <ns0:lnTo>
                  <ns0:pt x="1199314" y="125752"/>
                </ns0:lnTo>
                <ns0:lnTo>
                  <ns0:pt x="1198286" y="128683"/>
                </ns0:lnTo>
                <ns0:lnTo>
                  <ns0:pt x="1197257" y="133792"/>
                </ns0:lnTo>
                <ns0:lnTo>
                  <ns0:pt x="1196229" y="139344"/>
                </ns0:lnTo>
                <ns0:lnTo>
                  <ns0:pt x="1195200" y="142614"/>
                </ns0:lnTo>
                <ns0:lnTo>
                  <ns0:pt x="1194171" y="141718"/>
                </ns0:lnTo>
                <ns0:lnTo>
                  <ns0:pt x="1193143" y="137656"/>
                </ns0:lnTo>
                <ns0:lnTo>
                  <ns0:pt x="1192114" y="132960"/>
                </ns0:lnTo>
                <ns0:lnTo>
                  <ns0:pt x="1191086" y="129565"/>
                </ns0:lnTo>
                <ns0:lnTo>
                  <ns0:pt x="1190057" y="128009"/>
                </ns0:lnTo>
                <ns0:lnTo>
                  <ns0:pt x="1189029" y="127794"/>
                </ns0:lnTo>
                <ns0:lnTo>
                  <ns0:pt x="1188000" y="127978"/>
                </ns0:lnTo>
                <ns0:lnTo>
                  <ns0:pt x="1186971" y="127851"/>
                </ns0:lnTo>
                <ns0:lnTo>
                  <ns0:pt x="1185943" y="127713"/>
                </ns0:lnTo>
                <ns0:lnTo>
                  <ns0:pt x="1184914" y="128759"/>
                </ns0:lnTo>
                <ns0:lnTo>
                  <ns0:pt x="1183886" y="132102"/>
                </ns0:lnTo>
                <ns0:lnTo>
                  <ns0:pt x="1182857" y="137772"/>
                </ns0:lnTo>
                <ns0:lnTo>
                  <ns0:pt x="1181829" y="143894"/>
                </ns0:lnTo>
                <ns0:lnTo>
                  <ns0:pt x="1180800" y="147582"/>
                </ns0:lnTo>
                <ns0:lnTo>
                  <ns0:pt x="1179771" y="146748"/>
                </ns0:lnTo>
                <ns0:lnTo>
                  <ns0:pt x="1178743" y="142517"/>
                </ns0:lnTo>
                <ns0:lnTo>
                  <ns0:pt x="1177714" y="137589"/>
                </ns0:lnTo>
                <ns0:lnTo>
                  <ns0:pt x="1176686" y="134037"/>
                </ns0:lnTo>
                <ns0:lnTo>
                  <ns0:pt x="1175657" y="132412"/>
                </ns0:lnTo>
                <ns0:lnTo>
                  <ns0:pt x="1174629" y="132181"/>
                </ns0:lnTo>
                <ns0:lnTo>
                  <ns0:pt x="1173600" y="132372"/>
                </ns0:lnTo>
                <ns0:lnTo>
                  <ns0:pt x="1172571" y="132238"/>
                </ns0:lnTo>
                <ns0:lnTo>
                  <ns0:pt x="1171543" y="132037"/>
                </ns0:lnTo>
                <ns0:lnTo>
                  <ns0:pt x="1170514" y="132940"/>
                </ns0:lnTo>
                <ns0:lnTo>
                  <ns0:pt x="1169486" y="136038"/>
                </ns0:lnTo>
                <ns0:lnTo>
                  <ns0:pt x="1168457" y="141360"/>
                </ns0:lnTo>
                <ns0:lnTo>
                  <ns0:pt x="1167429" y="147187"/>
                </ns0:lnTo>
                <ns0:lnTo>
                  <ns0:pt x="1166400" y="150816"/>
                </ns0:lnTo>
                <ns0:lnTo>
                  <ns0:pt x="1165371" y="150381"/>
                </ns0:lnTo>
                <ns0:lnTo>
                  <ns0:pt x="1164343" y="146799"/>
                </ns0:lnTo>
                <ns0:lnTo>
                  <ns0:pt x="1163314" y="142560"/>
                </ns0:lnTo>
                <ns0:lnTo>
                  <ns0:pt x="1162286" y="139546"/>
                </ns0:lnTo>
                <ns0:lnTo>
                  <ns0:pt x="1161257" y="138242"/>
                </ns0:lnTo>
                <ns0:lnTo>
                  <ns0:pt x="1160229" y="138117"/>
                </ns0:lnTo>
                <ns0:lnTo>
                  <ns0:pt x="1159200" y="138261"/>
                </ns0:lnTo>
                <ns0:lnTo>
                  <ns0:pt x="1158171" y="138066"/>
                </ns0:lnTo>
                <ns0:lnTo>
                  <ns0:pt x="1157143" y="137936"/>
                </ns0:lnTo>
                <ns0:lnTo>
                  <ns0:pt x="1156114" y="139096"/>
                </ns0:lnTo>
                <ns0:lnTo>
                  <ns0:pt x="1155086" y="142623"/>
                </ns0:lnTo>
                <ns0:lnTo>
                  <ns0:pt x="1154057" y="148521"/>
                </ns0:lnTo>
                <ns0:lnTo>
                  <ns0:pt x="1153029" y="154936"/>
                </ns0:lnTo>
                <ns0:lnTo>
                  <ns0:pt x="1152000" y="159034"/>
                </ns0:lnTo>
                <ns0:lnTo>
                  <ns0:pt x="1150971" y="158808"/>
                </ns0:lnTo>
                <ns0:lnTo>
                  <ns0:pt x="1149943" y="155232"/>
                </ns0:lnTo>
                <ns0:lnTo>
                  <ns0:pt x="1148914" y="150943"/>
                </ns0:lnTo>
                <ns0:lnTo>
                  <ns0:pt x="1147886" y="147918"/>
                </ns0:lnTo>
                <ns0:lnTo>
                  <ns0:pt x="1146857" y="146634"/>
                </ns0:lnTo>
                <ns0:lnTo>
                  <ns0:pt x="1145829" y="146528"/>
                </ns0:lnTo>
                <ns0:lnTo>
                  <ns0:pt x="1144800" y="146650"/>
                </ns0:lnTo>
                <ns0:lnTo>
                  <ns0:pt x="1143771" y="146384"/>
                </ns0:lnTo>
                <ns0:lnTo>
                  <ns0:pt x="1142743" y="146161"/>
                </ns0:lnTo>
                <ns0:lnTo>
                  <ns0:pt x="1141714" y="147228"/>
                </ns0:lnTo>
                <ns0:lnTo>
                  <ns0:pt x="1140686" y="150635"/>
                </ns0:lnTo>
                <ns0:lnTo>
                  <ns0:pt x="1139657" y="156323"/>
                </ns0:lnTo>
                <ns0:lnTo>
                  <ns0:pt x="1138629" y="162593"/>
                </ns0:lnTo>
                <ns0:lnTo>
                  <ns0:pt x="1137600" y="166788"/>
                </ns0:lnTo>
                <ns0:lnTo>
                  <ns0:pt x="1136571" y="167225"/>
                </ns0:lnTo>
                <ns0:lnTo>
                  <ns0:pt x="1135543" y="164721"/>
                </ns0:lnTo>
                <ns0:lnTo>
                  <ns0:pt x="1134514" y="161625"/>
                </ns0:lnTo>
                <ns0:lnTo>
                  <ns0:pt x="1133486" y="159530"/>
                </ns0:lnTo>
                <ns0:lnTo>
                  <ns0:pt x="1132457" y="158772"/>
                </ns0:lnTo>
                <ns0:lnTo>
                  <ns0:pt x="1131429" y="158788"/>
                </ns0:lnTo>
                <ns0:lnTo>
                  <ns0:pt x="1130400" y="158740"/>
                </ns0:lnTo>
                <ns0:lnTo>
                  <ns0:pt x="1129371" y="158301"/>
                </ns0:lnTo>
                <ns0:lnTo>
                  <ns0:pt x="1128343" y="158186"/>
                </ns0:lnTo>
                <ns0:lnTo>
                  <ns0:pt x="1127314" y="159747"/>
                </ns0:lnTo>
                <ns0:lnTo>
                  <ns0:pt x="1126286" y="163997"/>
                </ns0:lnTo>
                <ns0:lnTo>
                  <ns0:pt x="1125257" y="170811"/>
                </ns0:lnTo>
                <ns0:lnTo>
                  <ns0:pt x="1124229" y="178455"/>
                </ns0:lnTo>
                <ns0:lnTo>
                  <ns0:pt x="1123200" y="184162"/>
                </ns0:lnTo>
                <ns0:lnTo>
                  <ns0:pt x="1122171" y="185933"/>
                </ns0:lnTo>
                <ns0:lnTo>
                  <ns0:pt x="1121143" y="184437"/>
                </ns0:lnTo>
                <ns0:lnTo>
                  <ns0:pt x="1120114" y="182015"/>
                </ns0:lnTo>
                <ns0:lnTo>
                  <ns0:pt x="1119086" y="180355"/>
                </ns0:lnTo>
                <ns0:lnTo>
                  <ns0:pt x="1118057" y="179797"/>
                </ns0:lnTo>
                <ns0:lnTo>
                  <ns0:pt x="1117029" y="179799"/>
                </ns0:lnTo>
                <ns0:lnTo>
                  <ns0:pt x="1116000" y="179608"/>
                </ns0:lnTo>
                <ns0:lnTo>
                  <ns0:pt x="1114971" y="179059"/>
                </ns0:lnTo>
                <ns0:lnTo>
                  <ns0:pt x="1113943" y="179016"/>
                </ns0:lnTo>
                <ns0:lnTo>
                  <ns0:pt x="1112914" y="180857"/>
                </ns0:lnTo>
                <ns0:lnTo>
                  <ns0:pt x="1111886" y="185530"/>
                </ns0:lnTo>
                <ns0:lnTo>
                  <ns0:pt x="1110857" y="192751"/>
                </ns0:lnTo>
                <ns0:lnTo>
                  <ns0:pt x="1109829" y="200886"/>
                </ns0:lnTo>
                <ns0:lnTo>
                  <ns0:pt x="1108800" y="207310"/>
                </ns0:lnTo>
                <ns0:lnTo>
                  <ns0:pt x="1107771" y="210324"/>
                </ns0:lnTo>
                <ns0:lnTo>
                  <ns0:pt x="1106743" y="210357"/>
                </ns0:lnTo>
                <ns0:lnTo>
                  <ns0:pt x="1105714" y="209355"/>
                </ns0:lnTo>
                <ns0:lnTo>
                  <ns0:pt x="1104686" y="208680"/>
                </ns0:lnTo>
                <ns0:lnTo>
                  <ns0:pt x="1103657" y="208550"/>
                </ns0:lnTo>
                <ns0:lnTo>
                  <ns0:pt x="1102629" y="208537"/>
                </ns0:lnTo>
                <ns0:lnTo>
                  <ns0:pt x="1101600" y="208195"/>
                </ns0:lnTo>
                <ns0:lnTo>
                  <ns0:pt x="1100571" y="207706"/>
                </ns0:lnTo>
                <ns0:lnTo>
                  <ns0:pt x="1099543" y="208078"/>
                </ns0:lnTo>
                <ns0:lnTo>
                  <ns0:pt x="1098514" y="210643"/>
                </ns0:lnTo>
                <ns0:lnTo>
                  <ns0:pt x="1097486" y="216286"/>
                </ns0:lnTo>
                <ns0:lnTo>
                  <ns0:pt x="1096457" y="224745"/>
                </ns0:lnTo>
                <ns0:lnTo>
                  <ns0:pt x="1095429" y="234382"/>
                </ns0:lnTo>
                <ns0:lnTo>
                  <ns0:pt x="1094400" y="242590"/>
                </ns0:lnTo>
                <ns0:lnTo>
                  <ns0:pt x="1093371" y="247469"/>
                </ns0:lnTo>
                <ns0:lnTo>
                  <ns0:pt x="1092343" y="249176"/>
                </ns0:lnTo>
                <ns0:lnTo>
                  <ns0:pt x="1091314" y="249466"/>
                </ns0:lnTo>
                <ns0:lnTo>
                  <ns0:pt x="1090286" y="249574"/>
                </ns0:lnTo>
                <ns0:lnTo>
                  <ns0:pt x="1089257" y="249747"/>
                </ns0:lnTo>
                <ns0:lnTo>
                  <ns0:pt x="1088229" y="249677"/>
                </ns0:lnTo>
                <ns0:lnTo>
                  <ns0:pt x="1087200" y="249140"/>
                </ns0:lnTo>
                <ns0:lnTo>
                  <ns0:pt x="1086171" y="248553"/>
                </ns0:lnTo>
                <ns0:lnTo>
                  <ns0:pt x="1085143" y="249023"/>
                </ns0:lnTo>
                <ns0:lnTo>
                  <ns0:pt x="1084114" y="251848"/>
                </ns0:lnTo>
                <ns0:lnTo>
                  <ns0:pt x="1083086" y="257780"/>
                </ns0:lnTo>
                <ns0:lnTo>
                  <ns0:pt x="1082057" y="266471"/>
                </ns0:lnTo>
                <ns0:lnTo>
                  <ns0:pt x="1081029" y="276410"/>
                </ns0:lnTo>
                <ns0:lnTo>
                  <ns0:pt x="1080000" y="285093"/>
                </ns0:lnTo>
                <ns0:lnTo>
                  <ns0:pt x="1078971" y="290856"/>
                </ns0:lnTo>
                <ns0:lnTo>
                  <ns0:pt x="1077943" y="293876"/>
                </ns0:lnTo>
                <ns0:lnTo>
                  <ns0:pt x="1076914" y="295456"/>
                </ns0:lnTo>
                <ns0:lnTo>
                  <ns0:pt x="1075886" y="296399"/>
                </ns0:lnTo>
                <ns0:lnTo>
                  <ns0:pt x="1074857" y="296885"/>
                </ns0:lnTo>
                <ns0:lnTo>
                  <ns0:pt x="1073829" y="296911"/>
                </ns0:lnTo>
                <ns0:lnTo>
                  <ns0:pt x="1072800" y="296699"/>
                </ns0:lnTo>
                <ns0:lnTo>
                  <ns0:pt x="1071771" y="296938"/>
                </ns0:lnTo>
                <ns0:lnTo>
                  <ns0:pt x="1070743" y="298677"/>
                </ns0:lnTo>
                <ns0:lnTo>
                  <ns0:pt x="1069714" y="302905"/>
                </ns0:lnTo>
                <ns0:lnTo>
                  <ns0:pt x="1068686" y="310078"/>
                </ns0:lnTo>
                <ns0:lnTo>
                  <ns0:pt x="1067657" y="319717"/>
                </ns0:lnTo>
                <ns0:lnTo>
                  <ns0:pt x="1066629" y="330459"/>
                </ns0:lnTo>
                <ns0:lnTo>
                  <ns0:pt x="1065600" y="340051"/>
                </ns0:lnTo>
                <ns0:lnTo>
                  <ns0:pt x="1064571" y="347153"/>
                </ns0:lnTo>
                <ns0:lnTo>
                  <ns0:pt x="1063543" y="351821"/>
                </ns0:lnTo>
                <ns0:lnTo>
                  <ns0:pt x="1062514" y="354556"/>
                </ns0:lnTo>
                <ns0:lnTo>
                  <ns0:pt x="1061486" y="355801"/>
                </ns0:lnTo>
                <ns0:lnTo>
                  <ns0:pt x="1060457" y="356005"/>
                </ns0:lnTo>
                <ns0:lnTo>
                  <ns0:pt x="1059429" y="355663"/>
                </ns0:lnTo>
                <ns0:lnTo>
                  <ns0:pt x="1058400" y="355405"/>
                </ns0:lnTo>
                <ns0:lnTo>
                  <ns0:pt x="1057371" y="356022"/>
                </ns0:lnTo>
                <ns0:lnTo>
                  <ns0:pt x="1056343" y="358363"/>
                </ns0:lnTo>
                <ns0:lnTo>
                  <ns0:pt x="1055314" y="363051"/>
                </ns0:lnTo>
                <ns0:lnTo>
                  <ns0:pt x="1054286" y="370237"/>
                </ns0:lnTo>
                <ns0:lnTo>
                  <ns0:pt x="1053257" y="379234"/>
                </ns0:lnTo>
                <ns0:lnTo>
                  <ns0:pt x="1052229" y="388618"/>
                </ns0:lnTo>
                <ns0:lnTo>
                  <ns0:pt x="1051200" y="396484"/>
                </ns0:lnTo>
                <ns0:lnTo>
                  <ns0:pt x="1050171" y="402109"/>
                </ns0:lnTo>
                <ns0:lnTo>
                  <ns0:pt x="1049143" y="405747"/>
                </ns0:lnTo>
                <ns0:lnTo>
                  <ns0:pt x="1048114" y="407800"/>
                </ns0:lnTo>
                <ns0:lnTo>
                  <ns0:pt x="1047086" y="408764"/>
                </ns0:lnTo>
                <ns0:lnTo>
                  <ns0:pt x="1046057" y="409165"/>
                </ns0:lnTo>
                <ns0:lnTo>
                  <ns0:pt x="1045029" y="409507"/>
                </ns0:lnTo>
                <ns0:lnTo>
                  <ns0:pt x="1044000" y="410307"/>
                </ns0:lnTo>
                <ns0:lnTo>
                  <ns0:pt x="1042971" y="412064"/>
                </ns0:lnTo>
                <ns0:lnTo>
                  <ns0:pt x="1041943" y="415102"/>
                </ns0:lnTo>
                <ns0:lnTo>
                  <ns0:pt x="1040914" y="418786"/>
                </ns0:lnTo>
                <ns0:lnTo>
                  <ns0:pt x="1039886" y="424535"/>
                </ns0:lnTo>
                <ns0:lnTo>
                  <ns0:pt x="1038857" y="431567"/>
                </ns0:lnTo>
                <ns0:lnTo>
                  <ns0:pt x="1037829" y="437810"/>
                </ns0:lnTo>
                <ns0:lnTo>
                  <ns0:pt x="1036800" y="441763"/>
                </ns0:lnTo>
                <ns0:lnTo>
                  <ns0:pt x="1035771" y="443182"/>
                </ns0:lnTo>
                <ns0:lnTo>
                  <ns0:pt x="1034743" y="442831"/>
                </ns0:lnTo>
                <ns0:lnTo>
                  <ns0:pt x="1033714" y="441569"/>
                </ns0:lnTo>
                <ns0:lnTo>
                  <ns0:pt x="1032686" y="439978"/>
                </ns0:lnTo>
                <ns0:lnTo>
                  <ns0:pt x="1031657" y="438276"/>
                </ns0:lnTo>
                <ns0:lnTo>
                  <ns0:pt x="1030629" y="436461"/>
                </ns0:lnTo>
                <ns0:lnTo>
                  <ns0:pt x="1029600" y="434798"/>
                </ns0:lnTo>
                <ns0:lnTo>
                  <ns0:pt x="1028571" y="432428"/>
                </ns0:lnTo>
                <ns0:lnTo>
                  <ns0:pt x="1027543" y="432411"/>
                </ns0:lnTo>
                <ns0:lnTo>
                  <ns0:pt x="1026514" y="430382"/>
                </ns0:lnTo>
                <ns0:lnTo>
                  <ns0:pt x="1025486" y="427338"/>
                </ns0:lnTo>
                <ns0:lnTo>
                  <ns0:pt x="1024457" y="424881"/>
                </ns0:lnTo>
                <ns0:lnTo>
                  <ns0:pt x="1023429" y="424215"/>
                </ns0:lnTo>
                <ns0:lnTo>
                  <ns0:pt x="1022400" y="424965"/>
                </ns0:lnTo>
                <ns0:lnTo>
                  <ns0:pt x="1021371" y="426289"/>
                </ns0:lnTo>
                <ns0:lnTo>
                  <ns0:pt x="1020343" y="427629"/>
                </ns0:lnTo>
                <ns0:lnTo>
                  <ns0:pt x="1019314" y="428844"/>
                </ns0:lnTo>
                <ns0:lnTo>
                  <ns0:pt x="1018286" y="430027"/>
                </ns0:lnTo>
                <ns0:lnTo>
                  <ns0:pt x="1017257" y="431249"/>
                </ns0:lnTo>
                <ns0:lnTo>
                  <ns0:pt x="1016229" y="432346"/>
                </ns0:lnTo>
                <ns0:lnTo>
                  <ns0:pt x="1015200" y="432792"/>
                </ns0:lnTo>
                <ns0:lnTo>
                  <ns0:pt x="1014171" y="433473"/>
                </ns0:lnTo>
                <ns0:lnTo>
                  <ns0:pt x="1013143" y="434025"/>
                </ns0:lnTo>
                <ns0:lnTo>
                  <ns0:pt x="1012114" y="434128"/>
                </ns0:lnTo>
                <ns0:lnTo>
                  <ns0:pt x="1011086" y="433616"/>
                </ns0:lnTo>
                <ns0:lnTo>
                  <ns0:pt x="1010057" y="433096"/>
                </ns0:lnTo>
                <ns0:lnTo>
                  <ns0:pt x="1009029" y="432812"/>
                </ns0:lnTo>
                <ns0:lnTo>
                  <ns0:pt x="1008000" y="432740"/>
                </ns0:lnTo>
                <ns0:lnTo>
                  <ns0:pt x="1006971" y="432765"/>
                </ns0:lnTo>
                <ns0:lnTo>
                  <ns0:pt x="1005943" y="432771"/>
                </ns0:lnTo>
                <ns0:lnTo>
                  <ns0:pt x="1004914" y="432711"/>
                </ns0:lnTo>
                <ns0:lnTo>
                  <ns0:pt x="1003886" y="432704"/>
                </ns0:lnTo>
                <ns0:lnTo>
                  <ns0:pt x="1002857" y="432944"/>
                </ns0:lnTo>
                <ns0:lnTo>
                  <ns0:pt x="1001829" y="433533"/>
                </ns0:lnTo>
                <ns0:lnTo>
                  <ns0:pt x="1000800" y="434371"/>
                </ns0:lnTo>
                <ns0:lnTo>
                  <ns0:pt x="999771" y="434934"/>
                </ns0:lnTo>
                <ns0:lnTo>
                  <ns0:pt x="998743" y="435022"/>
                </ns0:lnTo>
                <ns0:lnTo>
                  <ns0:pt x="997714" y="434575"/>
                </ns0:lnTo>
                <ns0:lnTo>
                  <ns0:pt x="996686" y="434150"/>
                </ns0:lnTo>
                <ns0:lnTo>
                  <ns0:pt x="995657" y="433940"/>
                </ns0:lnTo>
                <ns0:lnTo>
                  <ns0:pt x="994629" y="433894"/>
                </ns0:lnTo>
                <ns0:lnTo>
                  <ns0:pt x="993600" y="433905"/>
                </ns0:lnTo>
                <ns0:lnTo>
                  <ns0:pt x="992571" y="433892"/>
                </ns0:lnTo>
                <ns0:lnTo>
                  <ns0:pt x="991543" y="433861"/>
                </ns0:lnTo>
                <ns0:lnTo>
                  <ns0:pt x="990514" y="433949"/>
                </ns0:lnTo>
                <ns0:lnTo>
                  <ns0:pt x="989486" y="434300"/>
                </ns0:lnTo>
                <ns0:lnTo>
                  <ns0:pt x="988457" y="434909"/>
                </ns0:lnTo>
                <ns0:lnTo>
                  <ns0:pt x="987429" y="435558"/>
                </ns0:lnTo>
                <ns0:lnTo>
                  <ns0:pt x="986400" y="435630"/>
                </ns0:lnTo>
                <ns0:lnTo>
                  <ns0:pt x="985371" y="435050"/>
                </ns0:lnTo>
                <ns0:lnTo>
                  <ns0:pt x="984343" y="434192"/>
                </ns0:lnTo>
                <ns0:lnTo>
                  <ns0:pt x="983314" y="433581"/>
                </ns0:lnTo>
                <ns0:lnTo>
                  <ns0:pt x="982286" y="433325"/>
                </ns0:lnTo>
                <ns0:lnTo>
                  <ns0:pt x="981257" y="433301"/>
                </ns0:lnTo>
                <ns0:lnTo>
                  <ns0:pt x="980229" y="433352"/>
                </ns0:lnTo>
                <ns0:lnTo>
                  <ns0:pt x="979200" y="433367"/>
                </ns0:lnTo>
                <ns0:lnTo>
                  <ns0:pt x="978171" y="433339"/>
                </ns0:lnTo>
                <ns0:lnTo>
                  <ns0:pt x="977143" y="433403"/>
                </ns0:lnTo>
                <ns0:lnTo>
                  <ns0:pt x="976114" y="433689"/>
                </ns0:lnTo>
                <ns0:lnTo>
                  <ns0:pt x="975086" y="434158"/>
                </ns0:lnTo>
                <ns0:lnTo>
                  <ns0:pt x="974057" y="434579"/>
                </ns0:lnTo>
                <ns0:lnTo>
                  <ns0:pt x="973029" y="434451"/>
                </ns0:lnTo>
                <ns0:lnTo>
                  <ns0:pt x="972000" y="433694"/>
                </ns0:lnTo>
                <ns0:lnTo>
                  <ns0:pt x="970971" y="432878"/>
                </ns0:lnTo>
                <ns0:lnTo>
                  <ns0:pt x="969943" y="432362"/>
                </ns0:lnTo>
                <ns0:lnTo>
                  <ns0:pt x="968914" y="432168"/>
                </ns0:lnTo>
                <ns0:lnTo>
                  <ns0:pt x="967886" y="432163"/>
                </ns0:lnTo>
                <ns0:lnTo>
                  <ns0:pt x="966857" y="432202"/>
                </ns0:lnTo>
                <ns0:lnTo>
                  <ns0:pt x="965829" y="432198"/>
                </ns0:lnTo>
                <ns0:lnTo>
                  <ns0:pt x="964800" y="432196"/>
                </ns0:lnTo>
                <ns0:lnTo>
                  <ns0:pt x="963771" y="432355"/>
                </ns0:lnTo>
                <ns0:lnTo>
                  <ns0:pt x="962743" y="432801"/>
                </ns0:lnTo>
                <ns0:lnTo>
                  <ns0:pt x="961714" y="433482"/>
                </ns0:lnTo>
                <ns0:lnTo>
                  <ns0:pt x="960686" y="434036"/>
                </ns0:lnTo>
                <ns0:lnTo>
                  <ns0:pt x="959657" y="434141"/>
                </ns0:lnTo>
                <ns0:lnTo>
                  <ns0:pt x="958629" y="433633"/>
                </ns0:lnTo>
                <ns0:lnTo>
                  <ns0:pt x="957600" y="433116"/>
                </ns0:lnTo>
                <ns0:lnTo>
                  <ns0:pt x="956571" y="432833"/>
                </ns0:lnTo>
                <ns0:lnTo>
                  <ns0:pt x="955543" y="432762"/>
                </ns0:lnTo>
                <ns0:lnTo>
                  <ns0:pt x="954514" y="432787"/>
                </ns0:lnTo>
                <ns0:lnTo>
                  <ns0:pt x="953486" y="432793"/>
                </ns0:lnTo>
                <ns0:lnTo>
                  <ns0:pt x="952457" y="432733"/>
                </ns0:lnTo>
                <ns0:lnTo>
                  <ns0:pt x="951429" y="432725"/>
                </ns0:lnTo>
                <ns0:lnTo>
                  <ns0:pt x="950400" y="432966"/>
                </ns0:lnTo>
                <ns0:lnTo>
                  <ns0:pt x="949371" y="433554"/>
                </ns0:lnTo>
                <ns0:lnTo>
                  <ns0:pt x="948343" y="434393"/>
                </ns0:lnTo>
                <ns0:lnTo>
                  <ns0:pt x="947314" y="434957"/>
                </ns0:lnTo>
                <ns0:lnTo>
                  <ns0:pt x="946286" y="435048"/>
                </ns0:lnTo>
                <ns0:lnTo>
                  <ns0:pt x="945257" y="434604"/>
                </ns0:lnTo>
                <ns0:lnTo>
                  <ns0:pt x="944229" y="434181"/>
                </ns0:lnTo>
                <ns0:lnTo>
                  <ns0:pt x="943200" y="433973"/>
                </ns0:lnTo>
                <ns0:lnTo>
                  <ns0:pt x="942171" y="433927"/>
                </ns0:lnTo>
                <ns0:lnTo>
                  <ns0:pt x="941143" y="433937"/>
                </ns0:lnTo>
                <ns0:lnTo>
                  <ns0:pt x="940114" y="433924"/>
                </ns0:lnTo>
                <ns0:lnTo>
                  <ns0:pt x="939086" y="433893"/>
                </ns0:lnTo>
                <ns0:lnTo>
                  <ns0:pt x="938057" y="433981"/>
                </ns0:lnTo>
                <ns0:lnTo>
                  <ns0:pt x="937029" y="434335"/>
                </ns0:lnTo>
                <ns0:lnTo>
                  <ns0:pt x="936000" y="434947"/>
                </ns0:lnTo>
                <ns0:lnTo>
                  <ns0:pt x="934971" y="435598"/>
                </ns0:lnTo>
                <ns0:lnTo>
                  <ns0:pt x="933943" y="435670"/>
                </ns0:lnTo>
                <ns0:lnTo>
                  <ns0:pt x="932914" y="435087"/>
                </ns0:lnTo>
                <ns0:lnTo>
                  <ns0:pt x="931886" y="434226"/>
                </ns0:lnTo>
                <ns0:lnTo>
                  <ns0:pt x="930857" y="433612"/>
                </ns0:lnTo>
                <ns0:lnTo>
                  <ns0:pt x="929829" y="433356"/>
                </ns0:lnTo>
                <ns0:lnTo>
                  <ns0:pt x="928800" y="433332"/>
                </ns0:lnTo>
                <ns0:lnTo>
                  <ns0:pt x="927771" y="433383"/>
                </ns0:lnTo>
                <ns0:lnTo>
                  <ns0:pt x="926743" y="433397"/>
                </ns0:lnTo>
                <ns0:lnTo>
                  <ns0:pt x="925714" y="433370"/>
                </ns0:lnTo>
                <ns0:lnTo>
                  <ns0:pt x="924686" y="433434"/>
                </ns0:lnTo>
                <ns0:lnTo>
                  <ns0:pt x="923657" y="433721"/>
                </ns0:lnTo>
                <ns0:lnTo>
                  <ns0:pt x="922629" y="434192"/>
                </ns0:lnTo>
                <ns0:lnTo>
                  <ns0:pt x="921600" y="434619"/>
                </ns0:lnTo>
                <ns0:lnTo>
                  <ns0:pt x="920571" y="434498"/>
                </ns0:lnTo>
                <ns0:lnTo>
                  <ns0:pt x="919543" y="433749"/>
                </ns0:lnTo>
                <ns0:lnTo>
                  <ns0:pt x="918514" y="432941"/>
                </ns0:lnTo>
                <ns0:lnTo>
                  <ns0:pt x="917486" y="432430"/>
                </ns0:lnTo>
                <ns0:lnTo>
                  <ns0:pt x="916457" y="432238"/>
                </ns0:lnTo>
                <ns0:lnTo>
                  <ns0:pt x="915429" y="432233"/>
                </ns0:lnTo>
                <ns0:lnTo>
                  <ns0:pt x="914400" y="432272"/>
                </ns0:lnTo>
                <ns0:lnTo>
                  <ns0:pt x="913371" y="432268"/>
                </ns0:lnTo>
                <ns0:lnTo>
                  <ns0:pt x="912343" y="432265"/>
                </ns0:lnTo>
                <ns0:lnTo>
                  <ns0:pt x="911314" y="432424"/>
                </ns0:lnTo>
                <ns0:lnTo>
                  <ns0:pt x="910286" y="432870"/>
                </ns0:lnTo>
                <ns0:lnTo>
                  <ns0:pt x="909257" y="433552"/>
                </ns0:lnTo>
                <ns0:lnTo>
                  <ns0:pt x="908229" y="434110"/>
                </ns0:lnTo>
                <ns0:lnTo>
                  <ns0:pt x="907200" y="434224"/>
                </ns0:lnTo>
                <ns0:lnTo>
                  <ns0:pt x="906171" y="433725"/>
                </ns0:lnTo>
                <ns0:lnTo>
                  <ns0:pt x="905143" y="433216"/>
                </ns0:lnTo>
                <ns0:lnTo>
                  <ns0:pt x="904114" y="432938"/>
                </ns0:lnTo>
                <ns0:lnTo>
                  <ns0:pt x="903086" y="432869"/>
                </ns0:lnTo>
                <ns0:lnTo>
                  <ns0:pt x="902057" y="432893"/>
                </ns0:lnTo>
                <ns0:lnTo>
                  <ns0:pt x="901029" y="432896"/>
                </ns0:lnTo>
                <ns0:lnTo>
                  <ns0:pt x="900000" y="432834"/>
                </ns0:lnTo>
                <ns0:lnTo>
                  <ns0:pt x="898971" y="432826"/>
                </ns0:lnTo>
                <ns0:lnTo>
                  <ns0:pt x="897943" y="433070"/>
                </ns0:lnTo>
                <ns0:lnTo>
                  <ns0:pt x="896914" y="433664"/>
                </ns0:lnTo>
                <ns0:lnTo>
                  <ns0:pt x="895886" y="434508"/>
                </ns0:lnTo>
                <ns0:lnTo>
                  <ns0:pt x="894857" y="435074"/>
                </ns0:lnTo>
                <ns0:lnTo>
                  <ns0:pt x="893829" y="435164"/>
                </ns0:lnTo>
                <ns0:lnTo>
                  <ns0:pt x="892800" y="434717"/>
                </ns0:lnTo>
                <ns0:lnTo>
                  <ns0:pt x="891771" y="434291"/>
                </ns0:lnTo>
                <ns0:lnTo>
                  <ns0:pt x="890743" y="434081"/>
                </ns0:lnTo>
                <ns0:lnTo>
                  <ns0:pt x="889714" y="434034"/>
                </ns0:lnTo>
                <ns0:lnTo>
                  <ns0:pt x="888686" y="434045"/>
                </ns0:lnTo>
                <ns0:lnTo>
                  <ns0:pt x="887657" y="434032"/>
                </ns0:lnTo>
                <ns0:lnTo>
                  <ns0:pt x="886629" y="434001"/>
                </ns0:lnTo>
                <ns0:lnTo>
                  <ns0:pt x="885600" y="434090"/>
                </ns0:lnTo>
                <ns0:lnTo>
                  <ns0:pt x="884571" y="434447"/>
                </ns0:lnTo>
                <ns0:lnTo>
                  <ns0:pt x="883543" y="435065"/>
                </ns0:lnTo>
                <ns0:lnTo>
                  <ns0:pt x="882514" y="435729"/>
                </ns0:lnTo>
                <ns0:lnTo>
                  <ns0:pt x="881486" y="435822"/>
                </ns0:lnTo>
                <ns0:lnTo>
                  <ns0:pt x="880457" y="435262"/>
                </ns0:lnTo>
                <ns0:lnTo>
                  <ns0:pt x="879429" y="434422"/>
                </ns0:lnTo>
                <ns0:lnTo>
                  <ns0:pt x="878400" y="433825"/>
                </ns0:lnTo>
                <ns0:lnTo>
                  <ns0:pt x="877371" y="433576"/>
                </ns0:lnTo>
                <ns0:lnTo>
                  <ns0:pt x="876343" y="433554"/>
                </ns0:lnTo>
                <ns0:lnTo>
                  <ns0:pt x="875314" y="433603"/>
                </ns0:lnTo>
                <ns0:lnTo>
                  <ns0:pt x="874286" y="433616"/>
                </ns0:lnTo>
                <ns0:lnTo>
                  <ns0:pt x="873257" y="433587"/>
                </ns0:lnTo>
                <ns0:lnTo>
                  <ns0:pt x="872229" y="433652"/>
                </ns0:lnTo>
                <ns0:lnTo>
                  <ns0:pt x="871200" y="433942"/>
                </ns0:lnTo>
                <ns0:lnTo>
                  <ns0:pt x="870171" y="434422"/>
                </ns0:lnTo>
                <ns0:lnTo>
                  <ns0:pt x="869143" y="434866"/>
                </ns0:lnTo>
                <ns0:lnTo>
                  <ns0:pt x="868114" y="434774"/>
                </ns0:lnTo>
                <ns0:lnTo>
                  <ns0:pt x="867086" y="434061"/>
                </ns0:lnTo>
                <ns0:lnTo>
                  <ns0:pt x="866057" y="433282"/>
                </ns0:lnTo>
                <ns0:lnTo>
                  <ns0:pt x="865029" y="432790"/>
                </ns0:lnTo>
                <ns0:lnTo>
                  <ns0:pt x="864000" y="432608"/>
                </ns0:lnTo>
                <ns0:lnTo>
                  <ns0:pt x="862971" y="432604"/>
                </ns0:lnTo>
                <ns0:lnTo>
                  <ns0:pt x="861943" y="432638"/>
                </ns0:lnTo>
                <ns0:lnTo>
                  <ns0:pt x="860914" y="432627"/>
                </ns0:lnTo>
                <ns0:lnTo>
                  <ns0:pt x="859886" y="432625"/>
                </ns0:lnTo>
                <ns0:lnTo>
                  <ns0:pt x="858857" y="432795"/>
                </ns0:lnTo>
                <ns0:lnTo>
                  <ns0:pt x="857829" y="433262"/>
                </ns0:lnTo>
                <ns0:lnTo>
                  <ns0:pt x="856800" y="433970"/>
                </ns0:lnTo>
                <ns0:lnTo>
                  <ns0:pt x="855771" y="434549"/>
                </ns0:lnTo>
                <ns0:lnTo>
                  <ns0:pt x="854743" y="434674"/>
                </ns0:lnTo>
                <ns0:lnTo>
                  <ns0:pt x="853714" y="434176"/>
                </ns0:lnTo>
                <ns0:lnTo>
                  <ns0:pt x="852686" y="433665"/>
                </ns0:lnTo>
                <ns0:lnTo>
                  <ns0:pt x="851657" y="433387"/>
                </ns0:lnTo>
                <ns0:lnTo>
                  <ns0:pt x="850629" y="433318"/>
                </ns0:lnTo>
                <ns0:lnTo>
                  <ns0:pt x="849600" y="433341"/>
                </ns0:lnTo>
                <ns0:lnTo>
                  <ns0:pt x="848571" y="433342"/>
                </ns0:lnTo>
                <ns0:lnTo>
                  <ns0:pt x="847543" y="433278"/>
                </ns0:lnTo>
                <ns0:lnTo>
                  <ns0:pt x="846514" y="433272"/>
                </ns0:lnTo>
                <ns0:lnTo>
                  <ns0:pt x="845486" y="433524"/>
                </ns0:lnTo>
                <ns0:lnTo>
                  <ns0:pt x="844457" y="434138"/>
                </ns0:lnTo>
                <ns0:lnTo>
                  <ns0:pt x="843429" y="435015"/>
                </ns0:lnTo>
                <ns0:lnTo>
                  <ns0:pt x="842400" y="435628"/>
                </ns0:lnTo>
                <ns0:lnTo>
                  <ns0:pt x="841371" y="435772"/>
                </ns0:lnTo>
                <ns0:lnTo>
                  <ns0:pt x="840343" y="435376"/>
                </ns0:lnTo>
                <ns0:lnTo>
                  <ns0:pt x="839314" y="434989"/>
                </ns0:lnTo>
                <ns0:lnTo>
                  <ns0:pt x="838286" y="434801"/>
                </ns0:lnTo>
                <ns0:lnTo>
                  <ns0:pt x="837257" y="434761"/>
                </ns0:lnTo>
                <ns0:lnTo>
                  <ns0:pt x="836229" y="434770"/>
                </ns0:lnTo>
                <ns0:lnTo>
                  <ns0:pt x="835200" y="434753"/>
                </ns0:lnTo>
                <ns0:lnTo>
                  <ns0:pt x="834171" y="434721"/>
                </ns0:lnTo>
                <ns0:lnTo>
                  <ns0:pt x="833143" y="434811"/>
                </ns0:lnTo>
                <ns0:lnTo>
                  <ns0:pt x="832114" y="435172"/>
                </ns0:lnTo>
                <ns0:lnTo>
                  <ns0:pt x="831086" y="435807"/>
                </ns0:lnTo>
                <ns0:lnTo>
                  <ns0:pt x="830057" y="436514"/>
                </ns0:lnTo>
                <ns0:lnTo>
                  <ns0:pt x="829029" y="436693"/>
                </ns0:lnTo>
                <ns0:lnTo>
                  <ns0:pt x="828000" y="436239"/>
                </ns0:lnTo>
                <ns0:lnTo>
                  <ns0:pt x="826971" y="435496"/>
                </ns0:lnTo>
                <ns0:lnTo>
                  <ns0:pt x="825943" y="434964"/>
                </ns0:lnTo>
                <ns0:lnTo>
                  <ns0:pt x="824914" y="434749"/>
                </ns0:lnTo>
                <ns0:lnTo>
                  <ns0:pt x="823886" y="434733"/>
                </ns0:lnTo>
                <ns0:lnTo>
                  <ns0:pt x="822857" y="434768"/>
                </ns0:lnTo>
                <ns0:lnTo>
                  <ns0:pt x="821829" y="434759"/>
                </ns0:lnTo>
                <ns0:lnTo>
                  <ns0:pt x="820800" y="434719"/>
                </ns0:lnTo>
                <ns0:lnTo>
                  <ns0:pt x="819771" y="434798"/>
                </ns0:lnTo>
                <ns0:lnTo>
                  <ns0:pt x="818743" y="435130"/>
                </ns0:lnTo>
                <ns0:lnTo>
                  <ns0:pt x="817714" y="435674"/>
                </ns0:lnTo>
                <ns0:lnTo>
                  <ns0:pt x="816686" y="436189"/>
                </ns0:lnTo>
                <ns0:lnTo>
                  <ns0:pt x="815657" y="436163"/>
                </ns0:lnTo>
                <ns0:lnTo>
                  <ns0:pt x="814629" y="435497"/>
                </ns0:lnTo>
                <ns0:lnTo>
                  <ns0:pt x="813600" y="434750"/>
                </ns0:lnTo>
                <ns0:lnTo>
                  <ns0:pt x="812571" y="434280"/>
                </ns0:lnTo>
                <ns0:lnTo>
                  <ns0:pt x="811543" y="434108"/>
                </ns0:lnTo>
                <ns0:lnTo>
                  <ns0:pt x="810514" y="434104"/>
                </ns0:lnTo>
                <ns0:lnTo>
                  <ns0:pt x="809486" y="434129"/>
                </ns0:lnTo>
                <ns0:lnTo>
                  <ns0:pt x="808457" y="434110"/>
                </ns0:lnTo>
                <ns0:lnTo>
                  <ns0:pt x="807429" y="434110"/>
                </ns0:lnTo>
                <ns0:lnTo>
                  <ns0:pt x="806400" y="434306"/>
                </ns0:lnTo>
                <ns0:lnTo>
                  <ns0:pt x="805371" y="434833"/>
                </ns0:lnTo>
                <ns0:lnTo>
                  <ns0:pt x="804343" y="435640"/>
                </ns0:lnTo>
                <ns0:lnTo>
                  <ns0:pt x="803314" y="436351"/>
                </ns0:lnTo>
                <ns0:lnTo>
                  <ns0:pt x="802286" y="436639"/>
                </ns0:lnTo>
                <ns0:lnTo>
                  <ns0:pt x="801257" y="436308"/>
                </ns0:lnTo>
                <ns0:lnTo>
                  <ns0:pt x="800229" y="435931"/>
                </ns0:lnTo>
                <ns0:lnTo>
                  <ns0:pt x="799200" y="435731"/>
                </ns0:lnTo>
                <ns0:lnTo>
                  <ns0:pt x="798171" y="435688"/>
                </ns0:lnTo>
                <ns0:lnTo>
                  <ns0:pt x="797143" y="435701"/>
                </ns0:lnTo>
                <ns0:lnTo>
                  <ns0:pt x="796114" y="435679"/>
                </ns0:lnTo>
                <ns0:lnTo>
                  <ns0:pt x="795086" y="435599"/>
                </ns0:lnTo>
                <ns0:lnTo>
                  <ns0:pt x="794057" y="435593"/>
                </ns0:lnTo>
                <ns0:lnTo>
                  <ns0:pt x="793029" y="435865"/>
                </ns0:lnTo>
                <ns0:lnTo>
                  <ns0:pt x="792000" y="436530"/>
                </ns0:lnTo>
                <ns0:lnTo>
                  <ns0:pt x="790971" y="437520"/>
                </ns0:lnTo>
                <ns0:lnTo>
                  <ns0:pt x="789943" y="438349"/>
                </ns0:lnTo>
                <ns0:lnTo>
                  <ns0:pt x="788914" y="438773"/>
                </ns0:lnTo>
                <ns0:lnTo>
                  <ns0:pt x="787886" y="438660"/>
                </ns0:lnTo>
                <ns0:lnTo>
                  <ns0:pt x="786857" y="438485"/>
                </ns0:lnTo>
                <ns0:lnTo>
                  <ns0:pt x="785829" y="438419"/>
                </ns0:lnTo>
                <ns0:lnTo>
                  <ns0:pt x="784800" y="438417"/>
                </ns0:lnTo>
                <ns0:lnTo>
                  <ns0:pt x="783771" y="438401"/>
                </ns0:lnTo>
                <ns0:lnTo>
                  <ns0:pt x="782743" y="438333"/>
                </ns0:lnTo>
                <ns0:lnTo>
                  <ns0:pt x="781714" y="438275"/>
                </ns0:lnTo>
                <ns0:lnTo>
                  <ns0:pt x="780686" y="438413"/>
                </ns0:lnTo>
                <ns0:lnTo>
                  <ns0:pt x="779657" y="438910"/>
                </ns0:lnTo>
                <ns0:lnTo>
                  <ns0:pt x="778629" y="439753"/>
                </ns0:lnTo>
                <ns0:lnTo>
                  <ns0:pt x="777600" y="440701"/>
                </ns0:lnTo>
                <ns0:lnTo>
                  <ns0:pt x="776571" y="441100"/>
                </ns0:lnTo>
                <ns0:lnTo>
                  <ns0:pt x="775543" y="440805"/>
                </ns0:lnTo>
                <ns0:lnTo>
                  <ns0:pt x="774514" y="440163"/>
                </ns0:lnTo>
                <ns0:lnTo>
                  <ns0:pt x="773486" y="439702"/>
                </ns0:lnTo>
                <ns0:lnTo>
                  <ns0:pt x="772457" y="439529"/>
                </ns0:lnTo>
                <ns0:lnTo>
                  <ns0:pt x="771429" y="439518"/>
                </ns0:lnTo>
                <ns0:lnTo>
                  <ns0:pt x="770400" y="439521"/>
                </ns0:lnTo>
                <ns0:lnTo>
                  <ns0:pt x="769371" y="439458"/>
                </ns0:lnTo>
                <ns0:lnTo>
                  <ns0:pt x="768343" y="439394"/>
                </ns0:lnTo>
                <ns0:lnTo>
                  <ns0:pt x="767314" y="439531"/>
                </ns0:lnTo>
                <ns0:lnTo>
                  <ns0:pt x="766286" y="440044"/>
                </ns0:lnTo>
                <ns0:lnTo>
                  <ns0:pt x="765257" y="440903"/>
                </ns0:lnTo>
                <ns0:lnTo>
                  <ns0:pt x="764229" y="441847"/>
                </ns0:lnTo>
                <ns0:lnTo>
                  <ns0:pt x="763200" y="442329"/>
                </ns0:lnTo>
                <ns0:lnTo>
                  <ns0:pt x="762171" y="442147"/>
                </ns0:lnTo>
                <ns0:lnTo>
                  <ns0:pt x="761143" y="441779"/>
                </ns0:lnTo>
                <ns0:lnTo>
                  <ns0:pt x="760114" y="441546"/>
                </ns0:lnTo>
                <ns0:lnTo>
                  <ns0:pt x="759086" y="441477"/>
                </ns0:lnTo>
                <ns0:lnTo>
                  <ns0:pt x="758057" y="441479"/>
                </ns0:lnTo>
                <ns0:lnTo>
                  <ns0:pt x="757029" y="441461"/>
                </ns0:lnTo>
                <ns0:lnTo>
                  <ns0:pt x="756000" y="441398"/>
                </ns0:lnTo>
                <ns0:lnTo>
                  <ns0:pt x="754971" y="441400"/>
                </ns0:lnTo>
                <ns0:lnTo>
                  <ns0:pt x="753943" y="441672"/>
                </ns0:lnTo>
                <ns0:lnTo>
                  <ns0:pt x="752914" y="442397"/>
                </ns0:lnTo>
                <ns0:lnTo>
                  <ns0:pt x="751886" y="443606"/>
                </ns0:lnTo>
                <ns0:lnTo>
                  <ns0:pt x="750857" y="445010"/>
                </ns0:lnTo>
                <ns0:lnTo>
                  <ns0:pt x="749829" y="446219"/>
                </ns0:lnTo>
                <ns0:lnTo>
                  <ns0:pt x="748800" y="446829"/>
                </ns0:lnTo>
                <ns0:lnTo>
                  <ns0:pt x="747771" y="447151"/>
                </ns0:lnTo>
                <ns0:lnTo>
                  <ns0:pt x="746743" y="447333"/>
                </ns0:lnTo>
                <ns0:lnTo>
                  <ns0:pt x="745714" y="447386"/>
                </ns0:lnTo>
                <ns0:lnTo>
                  <ns0:pt x="744686" y="447295"/>
                </ns0:lnTo>
                <ns0:lnTo>
                  <ns0:pt x="743657" y="447081"/>
                </ns0:lnTo>
                <ns0:lnTo>
                  <ns0:pt x="742629" y="446855"/>
                </ns0:lnTo>
                <ns0:lnTo>
                  <ns0:pt x="741600" y="446861"/>
                </ns0:lnTo>
                <ns0:lnTo>
                  <ns0:pt x="740571" y="447349"/>
                </ns0:lnTo>
                <ns0:lnTo>
                  <ns0:pt x="739543" y="448421"/>
                </ns0:lnTo>
                <ns0:lnTo>
                  <ns0:pt x="738514" y="449963"/>
                </ns0:lnTo>
                <ns0:lnTo>
                  <ns0:pt x="737486" y="451417"/>
                </ns0:lnTo>
                <ns0:lnTo>
                  <ns0:pt x="736457" y="452436"/>
                </ns0:lnTo>
                <ns0:lnTo>
                  <ns0:pt x="735429" y="452789"/>
                </ns0:lnTo>
                <ns0:lnTo>
                  <ns0:pt x="734400" y="452929"/>
                </ns0:lnTo>
                <ns0:lnTo>
                  <ns0:pt x="733371" y="453041"/>
                </ns0:lnTo>
                <ns0:lnTo>
                  <ns0:pt x="732343" y="453099"/>
                </ns0:lnTo>
                <ns0:lnTo>
                  <ns0:pt x="731314" y="453057"/>
                </ns0:lnTo>
                <ns0:lnTo>
                  <ns0:pt x="730286" y="452933"/>
                </ns0:lnTo>
                <ns0:lnTo>
                  <ns0:pt x="729257" y="452881"/>
                </ns0:lnTo>
                <ns0:lnTo>
                  <ns0:pt x="728229" y="453187"/>
                </ns0:lnTo>
                <ns0:lnTo>
                  <ns0:pt x="727200" y="454093"/>
                </ns0:lnTo>
                <ns0:lnTo>
                  <ns0:pt x="726171" y="455620"/>
                </ns0:lnTo>
                <ns0:lnTo>
                  <ns0:pt x="725143" y="457516"/>
                </ns0:lnTo>
                <ns0:lnTo>
                  <ns0:pt x="724114" y="459079"/>
                </ns0:lnTo>
                <ns0:lnTo>
                  <ns0:pt x="723086" y="459903"/>
                </ns0:lnTo>
                <ns0:lnTo>
                  <ns0:pt x="722057" y="460162"/>
                </ns0:lnTo>
                <ns0:lnTo>
                  <ns0:pt x="721029" y="460258"/>
                </ns0:lnTo>
                <ns0:lnTo>
                  <ns0:pt x="720000" y="460336"/>
                </ns0:lnTo>
                <ns0:lnTo>
                  <ns0:pt x="718971" y="460314"/>
                </ns0:lnTo>
                <ns0:lnTo>
                  <ns0:pt x="717943" y="460120"/>
                </ns0:lnTo>
                <ns0:lnTo>
                  <ns0:pt x="716914" y="459797"/>
                </ns0:lnTo>
                <ns0:lnTo>
                  <ns0:pt x="715886" y="459578"/>
                </ns0:lnTo>
                <ns0:lnTo>
                  <ns0:pt x="714857" y="459832"/>
                </ns0:lnTo>
                <ns0:lnTo>
                  <ns0:pt x="713829" y="460874"/>
                </ns0:lnTo>
                <ns0:lnTo>
                  <ns0:pt x="712800" y="462800"/>
                </ns0:lnTo>
                <ns0:lnTo>
                  <ns0:pt x="711771" y="465435"/>
                </ns0:lnTo>
                <ns0:lnTo>
                  <ns0:pt x="710743" y="468105"/>
                </ns0:lnTo>
                <ns0:lnTo>
                  <ns0:pt x="709714" y="470186"/>
                </ns0:lnTo>
                <ns0:lnTo>
                  <ns0:pt x="708686" y="471571"/>
                </ns0:lnTo>
                <ns0:lnTo>
                  <ns0:pt x="707657" y="472381"/>
                </ns0:lnTo>
                <ns0:lnTo>
                  <ns0:pt x="706629" y="472720"/>
                </ns0:lnTo>
                <ns0:lnTo>
                  <ns0:pt x="705600" y="472646"/>
                </ns0:lnTo>
                <ns0:lnTo>
                  <ns0:pt x="704571" y="472308"/>
                </ns0:lnTo>
                <ns0:lnTo>
                  <ns0:pt x="703543" y="471978"/>
                </ns0:lnTo>
                <ns0:lnTo>
                  <ns0:pt x="702514" y="472076"/>
                </ns0:lnTo>
                <ns0:lnTo>
                  <ns0:pt x="701486" y="473007"/>
                </ns0:lnTo>
                <ns0:lnTo>
                  <ns0:pt x="700457" y="475040"/>
                </ns0:lnTo>
                <ns0:lnTo>
                  <ns0:pt x="699429" y="478216"/>
                </ns0:lnTo>
                <ns0:lnTo>
                  <ns0:pt x="698400" y="482161"/>
                </ns0:lnTo>
                <ns0:lnTo>
                  <ns0:pt x="697371" y="486223"/>
                </ns0:lnTo>
                <ns0:lnTo>
                  <ns0:pt x="696343" y="489474"/>
                </ns0:lnTo>
                <ns0:lnTo>
                  <ns0:pt x="695314" y="491716"/>
                </ns0:lnTo>
                <ns0:lnTo>
                  <ns0:pt x="694286" y="492906"/>
                </ns0:lnTo>
                <ns0:lnTo>
                  <ns0:pt x="693257" y="493191"/>
                </ns0:lnTo>
                <ns0:lnTo>
                  <ns0:pt x="692229" y="492833"/>
                </ns0:lnTo>
                <ns0:lnTo>
                  <ns0:pt x="691200" y="492193"/>
                </ns0:lnTo>
                <ns0:lnTo>
                  <ns0:pt x="690171" y="491742"/>
                </ns0:lnTo>
                <ns0:lnTo>
                  <ns0:pt x="689143" y="491991"/>
                </ns0:lnTo>
                <ns0:lnTo>
                  <ns0:pt x="688114" y="493367"/>
                </ns0:lnTo>
                <ns0:lnTo>
                  <ns0:pt x="687086" y="496086"/>
                </ns0:lnTo>
                <ns0:lnTo>
                  <ns0:pt x="686057" y="500097"/>
                </ns0:lnTo>
                <ns0:lnTo>
                  <ns0:pt x="685029" y="504848"/>
                </ns0:lnTo>
                <ns0:lnTo>
                  <ns0:pt x="684000" y="509597"/>
                </ns0:lnTo>
                <ns0:lnTo>
                  <ns0:pt x="682971" y="513417"/>
                </ns0:lnTo>
                <ns0:lnTo>
                  <ns0:pt x="681943" y="516055"/>
                </ns0:lnTo>
                <ns0:lnTo>
                  <ns0:pt x="680914" y="517491"/>
                </ns0:lnTo>
                <ns0:lnTo>
                  <ns0:pt x="679886" y="517970"/>
                </ns0:lnTo>
                <ns0:lnTo>
                  <ns0:pt x="678857" y="517885"/>
                </ns0:lnTo>
                <ns0:lnTo>
                  <ns0:pt x="677829" y="517686"/>
                </ns0:lnTo>
                <ns0:lnTo>
                  <ns0:pt x="676800" y="517897"/>
                </ns0:lnTo>
                <ns0:lnTo>
                  <ns0:pt x="675771" y="518977"/>
                </ns0:lnTo>
                <ns0:lnTo>
                  <ns0:pt x="674743" y="521300"/>
                </ns0:lnTo>
                <ns0:lnTo>
                  <ns0:pt x="673714" y="525075"/>
                </ns0:lnTo>
                <ns0:lnTo>
                  <ns0:pt x="672686" y="530276"/>
                </ns0:lnTo>
                <ns0:lnTo>
                  <ns0:pt x="671657" y="536317"/>
                </ns0:lnTo>
                <ns0:lnTo>
                  <ns0:pt x="670629" y="542197"/>
                </ns0:lnTo>
                <ns0:lnTo>
                  <ns0:pt x="669600" y="546817"/>
                </ns0:lnTo>
                <ns0:lnTo>
                  <ns0:pt x="668571" y="549641"/>
                </ns0:lnTo>
                <ns0:lnTo>
                  <ns0:pt x="667543" y="550787"/>
                </ns0:lnTo>
                <ns0:lnTo>
                  <ns0:pt x="666514" y="550810"/>
                </ns0:lnTo>
                <ns0:lnTo>
                  <ns0:pt x="665486" y="550359"/>
                </ns0:lnTo>
                <ns0:lnTo>
                  <ns0:pt x="664457" y="550027"/>
                </ns0:lnTo>
                <ns0:lnTo>
                  <ns0:pt x="663429" y="550297"/>
                </ns0:lnTo>
                <ns0:lnTo>
                  <ns0:pt x="662400" y="551579"/>
                </ns0:lnTo>
                <ns0:lnTo>
                  <ns0:pt x="661371" y="554198"/>
                </ns0:lnTo>
                <ns0:lnTo>
                  <ns0:pt x="660343" y="558348"/>
                </ns0:lnTo>
                <ns0:lnTo>
                  <ns0:pt x="659314" y="563967"/>
                </ns0:lnTo>
                <ns0:lnTo>
                  <ns0:pt x="658286" y="570392"/>
                </ns0:lnTo>
                <ns0:lnTo>
                  <ns0:pt x="657257" y="576495"/>
                </ns0:lnTo>
                <ns0:lnTo>
                  <ns0:pt x="656229" y="581195"/>
                </ns0:lnTo>
                <ns0:lnTo>
                  <ns0:pt x="655200" y="584072"/>
                </ns0:lnTo>
                <ns0:lnTo>
                  <ns0:pt x="654171" y="585503"/>
                </ns0:lnTo>
                <ns0:lnTo>
                  <ns0:pt x="653143" y="586142"/>
                </ns0:lnTo>
                <ns0:lnTo>
                  <ns0:pt x="652114" y="586600"/>
                </ns0:lnTo>
                <ns0:lnTo>
                  <ns0:pt x="651086" y="587387"/>
                </ns0:lnTo>
                <ns0:lnTo>
                  <ns0:pt x="650057" y="588884"/>
                </ns0:lnTo>
                <ns0:lnTo>
                  <ns0:pt x="649029" y="591411"/>
                </ns0:lnTo>
                <ns0:lnTo>
                  <ns0:pt x="648000" y="595204"/>
                </ns0:lnTo>
                <ns0:lnTo>
                  <ns0:pt x="646971" y="600340"/>
                </ns0:lnTo>
                <ns0:lnTo>
                  <ns0:pt x="645943" y="606583"/>
                </ns0:lnTo>
                <ns0:lnTo>
                  <ns0:pt x="644914" y="613258"/>
                </ns0:lnTo>
                <ns0:lnTo>
                  <ns0:pt x="643886" y="619006"/>
                </ns0:lnTo>
                <ns0:lnTo>
                  <ns0:pt x="642857" y="622878"/>
                </ns0:lnTo>
                <ns0:lnTo>
                  <ns0:pt x="641829" y="624838"/>
                </ns0:lnTo>
                <ns0:lnTo>
                  <ns0:pt x="640800" y="625611"/>
                </ns0:lnTo>
                <ns0:lnTo>
                  <ns0:pt x="639771" y="625941"/>
                </ns0:lnTo>
                <ns0:lnTo>
                  <ns0:pt x="638743" y="626309"/>
                </ns0:lnTo>
                <ns0:lnTo>
                  <ns0:pt x="637714" y="626988"/>
                </ns0:lnTo>
                <ns0:lnTo>
                  <ns0:pt x="636686" y="628175"/>
                </ns0:lnTo>
                <ns0:lnTo>
                  <ns0:pt x="635657" y="630039"/>
                </ns0:lnTo>
                <ns0:lnTo>
                  <ns0:pt x="634629" y="632680"/>
                </ns0:lnTo>
                <ns0:lnTo>
                  <ns0:pt x="633600" y="636250"/>
                </ns0:lnTo>
                <ns0:lnTo>
                  <ns0:pt x="632571" y="640400"/>
                </ns0:lnTo>
                <ns0:lnTo>
                  <ns0:pt x="631543" y="644468"/>
                </ns0:lnTo>
                <ns0:lnTo>
                  <ns0:pt x="630514" y="647371"/>
                </ns0:lnTo>
                <ns0:lnTo>
                  <ns0:pt x="629486" y="648299"/>
                </ns0:lnTo>
                <ns0:lnTo>
                  <ns0:pt x="628457" y="648291"/>
                </ns0:lnTo>
                <ns0:lnTo>
                  <ns0:pt x="627429" y="647842"/>
                </ns0:lnTo>
                <ns0:lnTo>
                  <ns0:pt x="626400" y="647238"/>
                </ns0:lnTo>
                <ns0:lnTo>
                  <ns0:pt x="625371" y="646609"/>
                </ns0:lnTo>
                <ns0:lnTo>
                  <ns0:pt x="624343" y="646119"/>
                </ns0:lnTo>
                <ns0:lnTo>
                  <ns0:pt x="623314" y="646059"/>
                </ns0:lnTo>
                <ns0:lnTo>
                  <ns0:pt x="622286" y="646782"/>
                </ns0:lnTo>
                <ns0:lnTo>
                  <ns0:pt x="621257" y="648622"/>
                </ns0:lnTo>
                <ns0:lnTo>
                  <ns0:pt x="620229" y="651266"/>
                </ns0:lnTo>
                <ns0:lnTo>
                  <ns0:pt x="619200" y="653951"/>
                </ns0:lnTo>
                <ns0:lnTo>
                  <ns0:pt x="618171" y="655222"/>
                </ns0:lnTo>
                <ns0:lnTo>
                  <ns0:pt x="617143" y="654377"/>
                </ns0:lnTo>
                <ns0:lnTo>
                  <ns0:pt x="616114" y="655434"/>
                </ns0:lnTo>
                <ns0:lnTo>
                  <ns0:pt x="615086" y="656417"/>
                </ns0:lnTo>
                <ns0:lnTo>
                  <ns0:pt x="614057" y="657339"/>
                </ns0:lnTo>
                <ns0:lnTo>
                  <ns0:pt x="613029" y="658090"/>
                </ns0:lnTo>
                <ns0:lnTo>
                  <ns0:pt x="612000" y="658420"/>
                </ns0:lnTo>
                <ns0:lnTo>
                  <ns0:pt x="610971" y="658048"/>
                </ns0:lnTo>
                <ns0:lnTo>
                  <ns0:pt x="609943" y="656802"/>
                </ns0:lnTo>
                <ns0:lnTo>
                  <ns0:pt x="608914" y="655235"/>
                </ns0:lnTo>
                <ns0:lnTo>
                  <ns0:pt x="607886" y="653986"/>
                </ns0:lnTo>
                <ns0:lnTo>
                  <ns0:pt x="606857" y="653657"/>
                </ns0:lnTo>
                <ns0:lnTo>
                  <ns0:pt x="605829" y="653969"/>
                </ns0:lnTo>
                <ns0:lnTo>
                  <ns0:pt x="604800" y="654513"/>
                </ns0:lnTo>
                <ns0:lnTo>
                  <ns0:pt x="603771" y="654535"/>
                </ns0:lnTo>
                <ns0:lnTo>
                  <ns0:pt x="602743" y="654519"/>
                </ns0:lnTo>
                <ns0:lnTo>
                  <ns0:pt x="601714" y="654538"/>
                </ns0:lnTo>
                <ns0:lnTo>
                  <ns0:pt x="600686" y="654534"/>
                </ns0:lnTo>
                <ns0:lnTo>
                  <ns0:pt x="599657" y="654362"/>
                </ns0:lnTo>
                <ns0:lnTo>
                  <ns0:pt x="598629" y="653931"/>
                </ns0:lnTo>
                <ns0:lnTo>
                  <ns0:pt x="597600" y="653262"/>
                </ns0:lnTo>
                <ns0:lnTo>
                  <ns0:pt x="596571" y="652836"/>
                </ns0:lnTo>
                <ns0:lnTo>
                  <ns0:pt x="595543" y="652904"/>
                </ns0:lnTo>
                <ns0:lnTo>
                  <ns0:pt x="594514" y="653693"/>
                </ns0:lnTo>
                <ns0:lnTo>
                  <ns0:pt x="593486" y="654394"/>
                </ns0:lnTo>
                <ns0:lnTo>
                  <ns0:pt x="592457" y="654691"/>
                </ns0:lnTo>
                <ns0:lnTo>
                  <ns0:pt x="591429" y="654732"/>
                </ns0:lnTo>
                <ns0:lnTo>
                  <ns0:pt x="590400" y="654718"/>
                </ns0:lnTo>
                <ns0:lnTo>
                  <ns0:pt x="589371" y="654727"/>
                </ns0:lnTo>
                <ns0:lnTo>
                  <ns0:pt x="588343" y="654711"/>
                </ns0:lnTo>
                <ns0:lnTo>
                  <ns0:pt x="587314" y="654532"/>
                </ns0:lnTo>
                <ns0:lnTo>
                  <ns0:pt x="586286" y="654093"/>
                </ns0:lnTo>
                <ns0:lnTo>
                  <ns0:pt x="585257" y="653398"/>
                </ns0:lnTo>
                <ns0:lnTo>
                  <ns0:pt x="584229" y="652963"/>
                </ns0:lnTo>
                <ns0:lnTo>
                  <ns0:pt x="583200" y="653008"/>
                </ns0:lnTo>
                <ns0:lnTo>
                  <ns0:pt x="582171" y="653683"/>
                </ns0:lnTo>
                <ns0:lnTo>
                  <ns0:pt x="581143" y="654252"/>
                </ns0:lnTo>
                <ns0:lnTo>
                  <ns0:pt x="580114" y="654500"/>
                </ns0:lnTo>
                <ns0:lnTo>
                  <ns0:pt x="579086" y="654524"/>
                </ns0:lnTo>
                <ns0:lnTo>
                  <ns0:pt x="578057" y="654502"/>
                </ns0:lnTo>
                <ns0:lnTo>
                  <ns0:pt x="577029" y="654514"/>
                </ns0:lnTo>
                <ns0:lnTo>
                  <ns0:pt x="576000" y="654510"/>
                </ns0:lnTo>
                <ns0:lnTo>
                  <ns0:pt x="574971" y="654353"/>
                </ns0:lnTo>
                <ns0:lnTo>
                  <ns0:pt x="573943" y="653945"/>
                </ns0:lnTo>
                <ns0:lnTo>
                  <ns0:pt x="572914" y="653280"/>
                </ns0:lnTo>
                <ns0:lnTo>
                  <ns0:pt x="571886" y="652800"/>
                </ns0:lnTo>
                <ns0:lnTo>
                  <ns0:pt x="570857" y="652761"/>
                </ns0:lnTo>
                <ns0:lnTo>
                  <ns0:pt x="569829" y="653427"/>
                </ns0:lnTo>
                <ns0:lnTo>
                  <ns0:pt x="568800" y="654040"/>
                </ns0:lnTo>
                <ns0:lnTo>
                  <ns0:pt x="567771" y="654298"/>
                </ns0:lnTo>
                <ns0:lnTo>
                  <ns0:pt x="566743" y="654335"/>
                </ns0:lnTo>
                <ns0:lnTo>
                  <ns0:pt x="565714" y="654328"/>
                </ns0:lnTo>
                <ns0:lnTo>
                  <ns0:pt x="564686" y="654342"/>
                </ns0:lnTo>
                <ns0:lnTo>
                  <ns0:pt x="563657" y="654325"/>
                </ns0:lnTo>
                <ns0:lnTo>
                  <ns0:pt x="562629" y="654154"/>
                </ns0:lnTo>
                <ns0:lnTo>
                  <ns0:pt x="561600" y="653756"/>
                </ns0:lnTo>
                <ns0:lnTo>
                  <ns0:pt x="560571" y="653158"/>
                </ns0:lnTo>
                <ns0:lnTo>
                  <ns0:pt x="559543" y="652865"/>
                </ns0:lnTo>
                <ns0:lnTo>
                  <ns0:pt x="558514" y="653062"/>
                </ns0:lnTo>
                <ns0:lnTo>
                  <ns0:pt x="557486" y="653857"/>
                </ns0:lnTo>
                <ns0:lnTo>
                  <ns0:pt x="556457" y="654493"/>
                </ns0:lnTo>
                <ns0:lnTo>
                  <ns0:pt x="555429" y="654759"/>
                </ns0:lnTo>
                <ns0:lnTo>
                  <ns0:pt x="554400" y="654780"/>
                </ns0:lnTo>
                <ns0:lnTo>
                  <ns0:pt x="553371" y="654759"/>
                </ns0:lnTo>
                <ns0:lnTo>
                  <ns0:pt x="552343" y="654779"/>
                </ns0:lnTo>
                <ns0:lnTo>
                  <ns0:pt x="551314" y="654773"/>
                </ns0:lnTo>
                <ns0:lnTo>
                  <ns0:pt x="550286" y="654575"/>
                </ns0:lnTo>
                <ns0:lnTo>
                  <ns0:pt x="549257" y="654079"/>
                </ns0:lnTo>
                <ns0:lnTo>
                  <ns0:pt x="548229" y="653306"/>
                </ns0:lnTo>
                <ns0:lnTo>
                  <ns0:pt x="547200" y="652779"/>
                </ns0:lnTo>
                <ns0:lnTo>
                  <ns0:pt x="546171" y="652781"/>
                </ns0:lnTo>
                <ns0:lnTo>
                  <ns0:pt x="545143" y="653542"/>
                </ns0:lnTo>
                <ns0:lnTo>
                  <ns0:pt x="544114" y="654239"/>
                </ns0:lnTo>
                <ns0:lnTo>
                  <ns0:pt x="543086" y="654541"/>
                </ns0:lnTo>
                <ns0:lnTo>
                  <ns0:pt x="542057" y="654587"/>
                </ns0:lnTo>
                <ns0:lnTo>
                  <ns0:pt x="541029" y="654575"/>
                </ns0:lnTo>
                <ns0:lnTo>
                  <ns0:pt x="540000" y="654582"/>
                </ns0:lnTo>
                <ns0:lnTo>
                  <ns0:pt x="538971" y="654562"/>
                </ns0:lnTo>
                <ns0:lnTo>
                  <ns0:pt x="537943" y="654382"/>
                </ns0:lnTo>
                <ns0:lnTo>
                  <ns0:pt x="536914" y="653943"/>
                </ns0:lnTo>
                <ns0:lnTo>
                  <ns0:pt x="535886" y="653237"/>
                </ns0:lnTo>
                <ns0:lnTo>
                  <ns0:pt x="534857" y="652762"/>
                </ns0:lnTo>
                <ns0:lnTo>
                  <ns0:pt x="533829" y="652723"/>
                </ns0:lnTo>
                <ns0:lnTo>
                  <ns0:pt x="532800" y="653287"/>
                </ns0:lnTo>
                <ns0:lnTo>
                  <ns0:pt x="531771" y="653759"/>
                </ns0:lnTo>
                <ns0:lnTo>
                  <ns0:pt x="530743" y="653952"/>
                </ns0:lnTo>
                <ns0:lnTo>
                  <ns0:pt x="529714" y="653969"/>
                </ns0:lnTo>
                <ns0:lnTo>
                  <ns0:pt x="528686" y="653968"/>
                </ns0:lnTo>
                <ns0:lnTo>
                  <ns0:pt x="527657" y="653999"/>
                </ns0:lnTo>
                <ns0:lnTo>
                  <ns0:pt x="526629" y="653988"/>
                </ns0:lnTo>
                <ns0:lnTo>
                  <ns0:pt x="525600" y="653795"/>
                </ns0:lnTo>
                <ns0:lnTo>
                  <ns0:pt x="524571" y="653361"/>
                </ns0:lnTo>
                <ns0:lnTo>
                  <ns0:pt x="523543" y="652743"/>
                </ns0:lnTo>
                <ns0:lnTo>
                  <ns0:pt x="522514" y="652452"/>
                </ns0:lnTo>
                <ns0:lnTo>
                  <ns0:pt x="521486" y="652683"/>
                </ns0:lnTo>
                <ns0:lnTo>
                  <ns0:pt x="520457" y="653589"/>
                </ns0:lnTo>
                <ns0:lnTo>
                  <ns0:pt x="519429" y="654329"/>
                </ns0:lnTo>
                <ns0:lnTo>
                  <ns0:pt x="518400" y="654617"/>
                </ns0:lnTo>
                <ns0:lnTo>
                  <ns0:pt x="517371" y="654639"/>
                </ns0:lnTo>
                <ns0:lnTo>
                  <ns0:pt x="516343" y="654617"/>
                </ns0:lnTo>
                <ns0:lnTo>
                  <ns0:pt x="515314" y="654629"/>
                </ns0:lnTo>
                <ns0:lnTo>
                  <ns0:pt x="514286" y="654615"/>
                </ns0:lnTo>
                <ns0:lnTo>
                  <ns0:pt x="513257" y="654426"/>
                </ns0:lnTo>
                <ns0:lnTo>
                  <ns0:pt x="512229" y="653975"/>
                </ns0:lnTo>
                <ns0:lnTo>
                  <ns0:pt x="511200" y="653290"/>
                </ns0:lnTo>
                <ns0:lnTo>
                  <ns0:pt x="510171" y="652935"/>
                </ns0:lnTo>
                <ns0:lnTo>
                  <ns0:pt x="509143" y="653103"/>
                </ns0:lnTo>
                <ns0:lnTo>
                  <ns0:pt x="508114" y="653900"/>
                </ns0:lnTo>
                <ns0:lnTo>
                  <ns0:pt x="507086" y="654550"/>
                </ns0:lnTo>
                <ns0:lnTo>
                  <ns0:pt x="506057" y="654833"/>
                </ns0:lnTo>
                <ns0:lnTo>
                  <ns0:pt x="505029" y="654854"/>
                </ns0:lnTo>
                <ns0:lnTo>
                  <ns0:pt x="504000" y="654808"/>
                </ns0:lnTo>
                <ns0:lnTo>
                  <ns0:pt x="502971" y="654796"/>
                </ns0:lnTo>
                <ns0:lnTo>
                  <ns0:pt x="501943" y="654789"/>
                </ns0:lnTo>
                <ns0:lnTo>
                  <ns0:pt x="500914" y="654659"/>
                </ns0:lnTo>
                <ns0:lnTo>
                  <ns0:pt x="499886" y="654286"/>
                </ns0:lnTo>
                <ns0:lnTo>
                  <ns0:pt x="498857" y="653613"/>
                </ns0:lnTo>
                <ns0:lnTo>
                  <ns0:pt x="497829" y="653018"/>
                </ns0:lnTo>
                <ns0:lnTo>
                  <ns0:pt x="496800" y="652732"/>
                </ns0:lnTo>
                <ns0:lnTo>
                  <ns0:pt x="495771" y="653113"/>
                </ns0:lnTo>
                <ns0:lnTo>
                  <ns0:pt x="494743" y="653517"/>
                </ns0:lnTo>
                <ns0:lnTo>
                  <ns0:pt x="493714" y="653685"/>
                </ns0:lnTo>
                <ns0:lnTo>
                  <ns0:pt x="492686" y="653707"/>
                </ns0:lnTo>
                <ns0:lnTo>
                  <ns0:pt x="491657" y="653709"/>
                </ns0:lnTo>
                <ns0:lnTo>
                  <ns0:pt x="490629" y="653726"/>
                </ns0:lnTo>
                <ns0:lnTo>
                  <ns0:pt x="489600" y="653706"/>
                </ns0:lnTo>
                <ns0:lnTo>
                  <ns0:pt x="488571" y="653559"/>
                </ns0:lnTo>
                <ns0:lnTo>
                  <ns0:pt x="487543" y="653255"/>
                </ns0:lnTo>
                <ns0:lnTo>
                  <ns0:pt x="486514" y="652833"/>
                </ns0:lnTo>
                <ns0:lnTo>
                  <ns0:pt x="485486" y="652745"/>
                </ns0:lnTo>
                <ns0:lnTo>
                  <ns0:pt x="484457" y="653096"/>
                </ns0:lnTo>
                <ns0:lnTo>
                  <ns0:pt x="483429" y="653955"/>
                </ns0:lnTo>
                <ns0:lnTo>
                  <ns0:pt x="482400" y="654587"/>
                </ns0:lnTo>
                <ns0:lnTo>
                  <ns0:pt x="481371" y="654827"/>
                </ns0:lnTo>
                <ns0:lnTo>
                  <ns0:pt x="480343" y="654840"/>
                </ns0:lnTo>
                <ns0:lnTo>
                  <ns0:pt x="479314" y="654842"/>
                </ns0:lnTo>
                <ns0:lnTo>
                  <ns0:pt x="478286" y="654891"/>
                </ns0:lnTo>
                <ns0:lnTo>
                  <ns0:pt x="477257" y="654870"/>
                </ns0:lnTo>
                <ns0:lnTo>
                  <ns0:pt x="476229" y="654583"/>
                </ns0:lnTo>
                <ns0:lnTo>
                  <ns0:pt x="475200" y="653962"/>
                </ns0:lnTo>
                <ns0:lnTo>
                  <ns0:pt x="474171" y="653155"/>
                </ns0:lnTo>
                <ns0:lnTo>
                  <ns0:pt x="473143" y="652811"/>
                </ns0:lnTo>
                <ns0:lnTo>
                  <ns0:pt x="472114" y="653231"/>
                </ns0:lnTo>
                <ns0:lnTo>
                  <ns0:pt x="471086" y="654470"/>
                </ns0:lnTo>
                <ns0:lnTo>
                  <ns0:pt x="470057" y="655491"/>
                </ns0:lnTo>
                <ns0:lnTo>
                  <ns0:pt x="469029" y="655909"/>
                </ns0:lnTo>
                <ns0:lnTo>
                  <ns0:pt x="468000" y="655948"/>
                </ns0:lnTo>
                <ns0:lnTo>
                  <ns0:pt x="466971" y="655899"/>
                </ns0:lnTo>
                <ns0:lnTo>
                  <ns0:pt x="465943" y="655888"/>
                </ns0:lnTo>
                <ns0:lnTo>
                  <ns0:pt x="464914" y="655869"/>
                </ns0:lnTo>
                <ns0:lnTo>
                  <ns0:pt x="463886" y="655663"/>
                </ns0:lnTo>
                <ns0:lnTo>
                  <ns0:pt x="462857" y="655091"/>
                </ns0:lnTo>
                <ns0:lnTo>
                  <ns0:pt x="461829" y="654067"/>
                </ns0:lnTo>
                <ns0:lnTo>
                  <ns0:pt x="460800" y="653105"/>
                </ns0:lnTo>
                <ns0:lnTo>
                  <ns0:pt x="459771" y="652506"/>
                </ns0:lnTo>
                <ns0:lnTo>
                  <ns0:pt x="458743" y="652586"/>
                </ns0:lnTo>
                <ns0:lnTo>
                  <ns0:pt x="457714" y="652756"/>
                </ns0:lnTo>
                <ns0:lnTo>
                  <ns0:pt x="456686" y="652834"/>
                </ns0:lnTo>
                <ns0:lnTo>
                  <ns0:pt x="455657" y="652840"/>
                </ns0:lnTo>
                <ns0:lnTo>
                  <ns0:pt x="454629" y="652845"/>
                </ns0:lnTo>
                <ns0:lnTo>
                  <ns0:pt x="453600" y="652860"/>
                </ns0:lnTo>
                <ns0:lnTo>
                  <ns0:pt x="452571" y="652836"/>
                </ns0:lnTo>
                <ns0:lnTo>
                  <ns0:pt x="451543" y="652702"/>
                </ns0:lnTo>
                <ns0:lnTo>
                  <ns0:pt x="450514" y="652421"/>
                </ns0:lnTo>
                <ns0:lnTo>
                  <ns0:pt x="449486" y="651990"/>
                </ns0:lnTo>
                <ns0:lnTo>
                  <ns0:pt x="448457" y="651766"/>
                </ns0:lnTo>
                <ns0:lnTo>
                  <ns0:pt x="447429" y="651859"/>
                </ns0:lnTo>
                <ns0:lnTo>
                  <ns0:pt x="446400" y="652454"/>
                </ns0:lnTo>
                <ns0:lnTo>
                  <ns0:pt x="445371" y="652897"/>
                </ns0:lnTo>
                <ns0:lnTo>
                  <ns0:pt x="444343" y="653039"/>
                </ns0:lnTo>
                <ns0:lnTo>
                  <ns0:pt x="443314" y="653033"/>
                </ns0:lnTo>
                <ns0:lnTo>
                  <ns0:pt x="442286" y="653037"/>
                </ns0:lnTo>
                <ns0:lnTo>
                  <ns0:pt x="441257" y="653081"/>
                </ns0:lnTo>
                <ns0:lnTo>
                  <ns0:pt x="440229" y="653101"/>
                </ns0:lnTo>
                <ns0:lnTo>
                  <ns0:pt x="439200" y="653004"/>
                </ns0:lnTo>
                <ns0:lnTo>
                  <ns0:pt x="438171" y="652805"/>
                </ns0:lnTo>
                <ns0:lnTo>
                  <ns0:pt x="437143" y="652653"/>
                </ns0:lnTo>
                <ns0:lnTo>
                  <ns0:pt x="436114" y="653102"/>
                </ns0:lnTo>
                <ns0:lnTo>
                  <ns0:pt x="435086" y="654284"/>
                </ns0:lnTo>
                <ns0:lnTo>
                  <ns0:pt x="434057" y="656051"/>
                </ns0:lnTo>
                <ns0:lnTo>
                  <ns0:pt x="433029" y="657335"/>
                </ns0:lnTo>
                <ns0:lnTo>
                  <ns0:pt x="432000" y="657854"/>
                </ns0:lnTo>
                <ns0:lnTo>
                  <ns0:pt x="430971" y="657880"/>
                </ns0:lnTo>
                <ns0:lnTo>
                  <ns0:pt x="429943" y="657790"/>
                </ns0:lnTo>
                <ns0:lnTo>
                  <ns0:pt x="428914" y="657762"/>
                </ns0:lnTo>
                <ns0:lnTo>
                  <ns0:pt x="427886" y="657766"/>
                </ns0:lnTo>
                <ns0:lnTo>
                  <ns0:pt x="426857" y="657631"/>
                </ns0:lnTo>
                <ns0:lnTo>
                  <ns0:pt x="425829" y="657217"/>
                </ns0:lnTo>
                <ns0:lnTo>
                  <ns0:pt x="424800" y="656491"/>
                </ns0:lnTo>
                <ns0:lnTo>
                  <ns0:pt x="423771" y="655989"/>
                </ns0:lnTo>
                <ns0:lnTo>
                  <ns0:pt x="422743" y="655960"/>
                </ns0:lnTo>
                <ns0:lnTo>
                  <ns0:pt x="421714" y="656688"/>
                </ns0:lnTo>
                <ns0:lnTo>
                  <ns0:pt x="420686" y="657391"/>
                </ns0:lnTo>
                <ns0:lnTo>
                  <ns0:pt x="419657" y="657758"/>
                </ns0:lnTo>
                <ns0:lnTo>
                  <ns0:pt x="418629" y="657846"/>
                </ns0:lnTo>
                <ns0:lnTo>
                  <ns0:pt x="417600" y="657830"/>
                </ns0:lnTo>
                <ns0:lnTo>
                  <ns0:pt x="416571" y="657814"/>
                </ns0:lnTo>
                <ns0:lnTo>
                  <ns0:pt x="415543" y="657823"/>
                </ns0:lnTo>
                <ns0:lnTo>
                  <ns0:pt x="414514" y="657825"/>
                </ns0:lnTo>
                <ns0:lnTo>
                  <ns0:pt x="413486" y="657755"/>
                </ns0:lnTo>
                <ns0:lnTo>
                  <ns0:pt x="412457" y="657547"/>
                </ns0:lnTo>
                <ns0:lnTo>
                  <ns0:pt x="411429" y="657331"/>
                </ns0:lnTo>
                <ns0:lnTo>
                  <ns0:pt x="410400" y="657168"/>
                </ns0:lnTo>
                <ns0:lnTo>
                  <ns0:pt x="409371" y="657280"/>
                </ns0:lnTo>
                <ns0:lnTo>
                  <ns0:pt x="408343" y="657383"/>
                </ns0:lnTo>
                <ns0:lnTo>
                  <ns0:pt x="407314" y="657391"/>
                </ns0:lnTo>
                <ns0:lnTo>
                  <ns0:pt x="406286" y="657369"/>
                </ns0:lnTo>
                <ns0:lnTo>
                  <ns0:pt x="405257" y="657397"/>
                </ns0:lnTo>
                <ns0:lnTo>
                  <ns0:pt x="404229" y="657452"/>
                </ns0:lnTo>
                <ns0:lnTo>
                  <ns0:pt x="403200" y="657433"/>
                </ns0:lnTo>
                <ns0:lnTo>
                  <ns0:pt x="402171" y="657271"/>
                </ns0:lnTo>
                <ns0:lnTo>
                  <ns0:pt x="401143" y="657081"/>
                </ns0:lnTo>
                <ns0:lnTo>
                  <ns0:pt x="400114" y="657113"/>
                </ns0:lnTo>
                <ns0:lnTo>
                  <ns0:pt x="399086" y="657926"/>
                </ns0:lnTo>
                <ns0:lnTo>
                  <ns0:pt x="398057" y="659525"/>
                </ns0:lnTo>
                <ns0:lnTo>
                  <ns0:pt x="397029" y="661653"/>
                </ns0:lnTo>
                <ns0:lnTo>
                  <ns0:pt x="396000" y="663057"/>
                </ns0:lnTo>
                <ns0:lnTo>
                  <ns0:pt x="394971" y="663445"/>
                </ns0:lnTo>
                <ns0:lnTo>
                  <ns0:pt x="393943" y="663324"/>
                </ns0:lnTo>
                <ns0:lnTo>
                  <ns0:pt x="392914" y="663160"/>
                </ns0:lnTo>
                <ns0:lnTo>
                  <ns0:pt x="391886" y="663115"/>
                </ns0:lnTo>
                <ns0:lnTo>
                  <ns0:pt x="390857" y="663104"/>
                </ns0:lnTo>
                <ns0:lnTo>
                  <ns0:pt x="389829" y="662869"/>
                </ns0:lnTo>
                <ns0:lnTo>
                  <ns0:pt x="388800" y="662190"/>
                </ns0:lnTo>
                <ns0:lnTo>
                  <ns0:pt x="387771" y="661075"/>
                </ns0:lnTo>
                <ns0:lnTo>
                  <ns0:pt x="386743" y="660201"/>
                </ns0:lnTo>
                <ns0:lnTo>
                  <ns0:pt x="385714" y="660194"/>
                </ns0:lnTo>
                <ns0:lnTo>
                  <ns0:pt x="384686" y="661191"/>
                </ns0:lnTo>
                <ns0:lnTo>
                  <ns0:pt x="383657" y="662319"/>
                </ns0:lnTo>
                <ns0:lnTo>
                  <ns0:pt x="382629" y="662989"/>
                </ns0:lnTo>
                <ns0:lnTo>
                  <ns0:pt x="381600" y="663232"/>
                </ns0:lnTo>
                <ns0:lnTo>
                  <ns0:pt x="380571" y="663273"/>
                </ns0:lnTo>
                <ns0:lnTo>
                  <ns0:pt x="379543" y="663311"/>
                </ns0:lnTo>
                <ns0:lnTo>
                  <ns0:pt x="378514" y="663442"/>
                </ns0:lnTo>
                <ns0:lnTo>
                  <ns0:pt x="377486" y="663648"/>
                </ns0:lnTo>
                <ns0:lnTo>
                  <ns0:pt x="376457" y="663787"/>
                </ns0:lnTo>
                <ns0:lnTo>
                  <ns0:pt x="375429" y="663633"/>
                </ns0:lnTo>
                <ns0:lnTo>
                  <ns0:pt x="374400" y="663098"/>
                </ns0:lnTo>
                <ns0:lnTo>
                  <ns0:pt x="373371" y="662229"/>
                </ns0:lnTo>
                <ns0:lnTo>
                  <ns0:pt x="372343" y="661611"/>
                </ns0:lnTo>
                <ns0:lnTo>
                  <ns0:pt x="371314" y="661241"/>
                </ns0:lnTo>
                <ns0:lnTo>
                  <ns0:pt x="370286" y="661041"/>
                </ns0:lnTo>
                <ns0:lnTo>
                  <ns0:pt x="369257" y="660981"/>
                </ns0:lnTo>
                <ns0:lnTo>
                  <ns0:pt x="368229" y="661026"/>
                </ns0:lnTo>
                <ns0:lnTo>
                  <ns0:pt x="367200" y="661083"/>
                </ns0:lnTo>
                <ns0:lnTo>
                  <ns0:pt x="366171" y="661093"/>
                </ns0:lnTo>
                <ns0:lnTo>
                  <ns0:pt x="365143" y="661129"/>
                </ns0:lnTo>
                <ns0:lnTo>
                  <ns0:pt x="364114" y="661456"/>
                </ns0:lnTo>
                <ns0:lnTo>
                  <ns0:pt x="363086" y="662396"/>
                </ns0:lnTo>
                <ns0:lnTo>
                  <ns0:pt x="362057" y="664265"/>
                </ns0:lnTo>
                <ns0:lnTo>
                  <ns0:pt x="361029" y="666772"/>
                </ns0:lnTo>
                <ns0:lnTo>
                  <ns0:pt x="360000" y="669239"/>
                </ns0:lnTo>
                <ns0:lnTo>
                  <ns0:pt x="358971" y="670745"/>
                </ns0:lnTo>
                <ns0:lnTo>
                  <ns0:pt x="357943" y="671309"/>
                </ns0:lnTo>
                <ns0:lnTo>
                  <ns0:pt x="356914" y="671418"/>
                </ns0:lnTo>
                <ns0:lnTo>
                  <ns0:pt x="355886" y="671443"/>
                </ns0:lnTo>
                <ns0:lnTo>
                  <ns0:pt x="354857" y="671478"/>
                </ns0:lnTo>
                <ns0:lnTo>
                  <ns0:pt x="353829" y="671441"/>
                </ns0:lnTo>
                <ns0:lnTo>
                  <ns0:pt x="352800" y="671217"/>
                </ns0:lnTo>
                <ns0:lnTo>
                  <ns0:pt x="351771" y="670821"/>
                </ns0:lnTo>
                <ns0:lnTo>
                  <ns0:pt x="350743" y="670650"/>
                </ns0:lnTo>
                <ns0:lnTo>
                  <ns0:pt x="349714" y="671345"/>
                </ns0:lnTo>
                <ns0:lnTo>
                  <ns0:pt x="348686" y="673527"/>
                </ns0:lnTo>
                <ns0:lnTo>
                  <ns0:pt x="347657" y="677028"/>
                </ns0:lnTo>
                <ns0:lnTo>
                  <ns0:pt x="346629" y="680369"/>
                </ns0:lnTo>
                <ns0:lnTo>
                  <ns0:pt x="345600" y="682364"/>
                </ns0:lnTo>
                <ns0:lnTo>
                  <ns0:pt x="344571" y="683199"/>
                </ns0:lnTo>
                <ns0:lnTo>
                  <ns0:pt x="343543" y="683575"/>
                </ns0:lnTo>
                <ns0:lnTo>
                  <ns0:pt x="342514" y="683945"/>
                </ns0:lnTo>
                <ns0:lnTo>
                  <ns0:pt x="341486" y="684455"/>
                </ns0:lnTo>
                <ns0:lnTo>
                  <ns0:pt x="340457" y="685054"/>
                </ns0:lnTo>
                <ns0:lnTo>
                  <ns0:pt x="339429" y="685508"/>
                </ns0:lnTo>
                <ns0:lnTo>
                  <ns0:pt x="338400" y="685532"/>
                </ns0:lnTo>
                <ns0:lnTo>
                  <ns0:pt x="337371" y="685034"/>
                </ns0:lnTo>
                <ns0:lnTo>
                  <ns0:pt x="336343" y="684172"/>
                </ns0:lnTo>
                <ns0:lnTo>
                  <ns0:pt x="335314" y="683604"/>
                </ns0:lnTo>
                <ns0:lnTo>
                  <ns0:pt x="334286" y="683354"/>
                </ns0:lnTo>
                <ns0:lnTo>
                  <ns0:pt x="333257" y="683265"/>
                </ns0:lnTo>
                <ns0:lnTo>
                  <ns0:pt x="332229" y="683252"/>
                </ns0:lnTo>
                <ns0:lnTo>
                  <ns0:pt x="331200" y="683260"/>
                </ns0:lnTo>
                <ns0:lnTo>
                  <ns0:pt x="330171" y="683290"/>
                </ns0:lnTo>
                <ns0:lnTo>
                  <ns0:pt x="329143" y="683463"/>
                </ns0:lnTo>
                <ns0:lnTo>
                  <ns0:pt x="328114" y="684013"/>
                </ns0:lnTo>
                <ns0:lnTo>
                  <ns0:pt x="327086" y="685210"/>
                </ns0:lnTo>
                <ns0:lnTo>
                  <ns0:pt x="326057" y="687252"/>
                </ns0:lnTo>
                <ns0:lnTo>
                  <ns0:pt x="325029" y="689985"/>
                </ns0:lnTo>
                <ns0:lnTo>
                  <ns0:pt x="324000" y="692963"/>
                </ns0:lnTo>
                <ns0:lnTo>
                  <ns0:pt x="322971" y="695379"/>
                </ns0:lnTo>
                <ns0:lnTo>
                  <ns0:pt x="321943" y="696728"/>
                </ns0:lnTo>
                <ns0:lnTo>
                  <ns0:pt x="320914" y="697239"/>
                </ns0:lnTo>
                <ns0:lnTo>
                  <ns0:pt x="319886" y="697318"/>
                </ns0:lnTo>
                <ns0:lnTo>
                  <ns0:pt x="318857" y="697246"/>
                </ns0:lnTo>
                <ns0:lnTo>
                  <ns0:pt x="317829" y="697134"/>
                </ns0:lnTo>
                <ns0:lnTo>
                  <ns0:pt x="316800" y="697022"/>
                </ns0:lnTo>
                <ns0:lnTo>
                  <ns0:pt x="315771" y="697010"/>
                </ns0:lnTo>
                <ns0:lnTo>
                  <ns0:pt x="314743" y="697319"/>
                </ns0:lnTo>
                <ns0:lnTo>
                  <ns0:pt x="313714" y="698271"/>
                </ns0:lnTo>
                <ns0:lnTo>
                  <ns0:pt x="312686" y="700174"/>
                </ns0:lnTo>
                <ns0:lnTo>
                  <ns0:pt x="311657" y="703043"/>
                </ns0:lnTo>
                <ns0:lnTo>
                  <ns0:pt x="310629" y="706503"/>
                </ns0:lnTo>
                <ns0:lnTo>
                  <ns0:pt x="309600" y="709755"/>
                </ns0:lnTo>
                <ns0:lnTo>
                  <ns0:pt x="308571" y="712604"/>
                </ns0:lnTo>
                <ns0:lnTo>
                  <ns0:pt x="307543" y="715239"/>
                </ns0:lnTo>
                <ns0:lnTo>
                  <ns0:pt x="306514" y="717908"/>
                </ns0:lnTo>
                <ns0:lnTo>
                  <ns0:pt x="305486" y="720680"/>
                </ns0:lnTo>
                <ns0:lnTo>
                  <ns0:pt x="304457" y="723463"/>
                </ns0:lnTo>
                <ns0:lnTo>
                  <ns0:pt x="303429" y="726098"/>
                </ns0:lnTo>
                <ns0:lnTo>
                  <ns0:pt x="302400" y="728433"/>
                </ns0:lnTo>
                <ns0:lnTo>
                  <ns0:pt x="301371" y="730561"/>
                </ns0:lnTo>
                <ns0:lnTo>
                  <ns0:pt x="300343" y="732823"/>
                </ns0:lnTo>
                <ns0:lnTo>
                  <ns0:pt x="299314" y="735695"/>
                </ns0:lnTo>
                <ns0:lnTo>
                  <ns0:pt x="298286" y="739128"/>
                </ns0:lnTo>
                <ns0:lnTo>
                  <ns0:pt x="297257" y="742819"/>
                </ns0:lnTo>
                <ns0:lnTo>
                  <ns0:pt x="296229" y="746476"/>
                </ns0:lnTo>
                <ns0:lnTo>
                  <ns0:pt x="295200" y="749787"/>
                </ns0:lnTo>
                <ns0:lnTo>
                  <ns0:pt x="294171" y="752774"/>
                </ns0:lnTo>
                <ns0:lnTo>
                  <ns0:pt x="293143" y="755626"/>
                </ns0:lnTo>
                <ns0:lnTo>
                  <ns0:pt x="292114" y="758487"/>
                </ns0:lnTo>
                <ns0:lnTo>
                  <ns0:pt x="291086" y="761413"/>
                </ns0:lnTo>
                <ns0:lnTo>
                  <ns0:pt x="290057" y="764413"/>
                </ns0:lnTo>
                <ns0:lnTo>
                  <ns0:pt x="289029" y="767333"/>
                </ns0:lnTo>
                <ns0:lnTo>
                  <ns0:pt x="288000" y="769968"/>
                </ns0:lnTo>
                <ns0:lnTo>
                  <ns0:pt x="286971" y="772105"/>
                </ns0:lnTo>
                <ns0:lnTo>
                  <ns0:pt x="285943" y="773599"/>
                </ns0:lnTo>
                <ns0:lnTo>
                  <ns0:pt x="284914" y="774538"/>
                </ns0:lnTo>
                <ns0:lnTo>
                  <ns0:pt x="283886" y="775120"/>
                </ns0:lnTo>
                <ns0:lnTo>
                  <ns0:pt x="282857" y="775582"/>
                </ns0:lnTo>
                <ns0:lnTo>
                  <ns0:pt x="281829" y="776168"/>
                </ns0:lnTo>
                <ns0:lnTo>
                  <ns0:pt x="280800" y="777162"/>
                </ns0:lnTo>
                <ns0:lnTo>
                  <ns0:pt x="279771" y="778895"/>
                </ns0:lnTo>
                <ns0:lnTo>
                  <ns0:pt x="278743" y="781746"/>
                </ns0:lnTo>
                <ns0:lnTo>
                  <ns0:pt x="277714" y="786021"/>
                </ns0:lnTo>
                <ns0:lnTo>
                  <ns0:pt x="276686" y="791877"/>
                </ns0:lnTo>
                <ns0:lnTo>
                  <ns0:pt x="275657" y="799164"/>
                </ns0:lnTo>
                <ns0:lnTo>
                  <ns0:pt x="274629" y="807503"/>
                </ns0:lnTo>
                <ns0:lnTo>
                  <ns0:pt x="273600" y="815760"/>
                </ns0:lnTo>
                <ns0:lnTo>
                  <ns0:pt x="272571" y="823195"/>
                </ns0:lnTo>
                <ns0:lnTo>
                  <ns0:pt x="271543" y="829391"/>
                </ns0:lnTo>
                <ns0:lnTo>
                  <ns0:pt x="270514" y="834318"/>
                </ns0:lnTo>
                <ns0:lnTo>
                  <ns0:pt x="269486" y="838076"/>
                </ns0:lnTo>
                <ns0:lnTo>
                  <ns0:pt x="268457" y="840766"/>
                </ns0:lnTo>
                <ns0:lnTo>
                  <ns0:pt x="267429" y="842509"/>
                </ns0:lnTo>
                <ns0:lnTo>
                  <ns0:pt x="266400" y="843475"/>
                </ns0:lnTo>
                <ns0:lnTo>
                  <ns0:pt x="265371" y="843964"/>
                </ns0:lnTo>
                <ns0:lnTo>
                  <ns0:pt x="264343" y="844357"/>
                </ns0:lnTo>
                <ns0:lnTo>
                  <ns0:pt x="263314" y="844938"/>
                </ns0:lnTo>
                <ns0:lnTo>
                  <ns0:pt x="262286" y="845924"/>
                </ns0:lnTo>
                <ns0:lnTo>
                  <ns0:pt x="261257" y="847302"/>
                </ns0:lnTo>
                <ns0:lnTo>
                  <ns0:pt x="260229" y="848849"/>
                </ns0:lnTo>
                <ns0:lnTo>
                  <ns0:pt x="259200" y="849918"/>
                </ns0:lnTo>
                <ns0:lnTo>
                  <ns0:pt x="258171" y="850391"/>
                </ns0:lnTo>
                <ns0:lnTo>
                  <ns0:pt x="257143" y="850492"/>
                </ns0:lnTo>
                <ns0:lnTo>
                  <ns0:pt x="256114" y="850438"/>
                </ns0:lnTo>
                <ns0:lnTo>
                  <ns0:pt x="255086" y="850292"/>
                </ns0:lnTo>
                <ns0:lnTo>
                  <ns0:pt x="254057" y="850027"/>
                </ns0:lnTo>
                <ns0:lnTo>
                  <ns0:pt x="253029" y="849610"/>
                </ns0:lnTo>
                <ns0:lnTo>
                  <ns0:pt x="252000" y="849069"/>
                </ns0:lnTo>
                <ns0:lnTo>
                  <ns0:pt x="250971" y="848531"/>
                </ns0:lnTo>
                <ns0:lnTo>
                  <ns0:pt x="249943" y="848138"/>
                </ns0:lnTo>
                <ns0:lnTo>
                  <ns0:pt x="248914" y="847958"/>
                </ns0:lnTo>
                <ns0:lnTo>
                  <ns0:pt x="247886" y="847992"/>
                </ns0:lnTo>
                <ns0:lnTo>
                  <ns0:pt x="246857" y="848258"/>
                </ns0:lnTo>
                <ns0:lnTo>
                  <ns0:pt x="245829" y="848785"/>
                </ns0:lnTo>
                <ns0:lnTo>
                  <ns0:pt x="244800" y="849592"/>
                </ns0:lnTo>
                <ns0:lnTo>
                  <ns0:pt x="243771" y="850690"/>
                </ns0:lnTo>
                <ns0:lnTo>
                  <ns0:pt x="242743" y="852093"/>
                </ns0:lnTo>
                <ns0:lnTo>
                  <ns0:pt x="241714" y="853813"/>
                </ns0:lnTo>
                <ns0:lnTo>
                  <ns0:pt x="240686" y="855857"/>
                </ns0:lnTo>
                <ns0:lnTo>
                  <ns0:pt x="239657" y="858225"/>
                </ns0:lnTo>
                <ns0:lnTo>
                  <ns0:pt x="238629" y="860901"/>
                </ns0:lnTo>
                <ns0:lnTo>
                  <ns0:pt x="237600" y="863869"/>
                </ns0:lnTo>
                <ns0:lnTo>
                  <ns0:pt x="236571" y="867118"/>
                </ns0:lnTo>
                <ns0:lnTo>
                  <ns0:pt x="235543" y="870630"/>
                </ns0:lnTo>
                <ns0:lnTo>
                  <ns0:pt x="234514" y="874388"/>
                </ns0:lnTo>
                <ns0:lnTo>
                  <ns0:pt x="233486" y="878369"/>
                </ns0:lnTo>
                <ns0:lnTo>
                  <ns0:pt x="232457" y="882553"/>
                </ns0:lnTo>
                <ns0:lnTo>
                  <ns0:pt x="231429" y="886920"/>
                </ns0:lnTo>
                <ns0:lnTo>
                  <ns0:pt x="230400" y="891450"/>
                </ns0:lnTo>
                <ns0:lnTo>
                  <ns0:pt x="229371" y="896120"/>
                </ns0:lnTo>
                <ns0:lnTo>
                  <ns0:pt x="228343" y="900907"/>
                </ns0:lnTo>
                <ns0:lnTo>
                  <ns0:pt x="227314" y="905778"/>
                </ns0:lnTo>
                <ns0:lnTo>
                  <ns0:pt x="226286" y="910697"/>
                </ns0:lnTo>
                <ns0:lnTo>
                  <ns0:pt x="225257" y="915626"/>
                </ns0:lnTo>
                <ns0:lnTo>
                  <ns0:pt x="224229" y="920522"/>
                </ns0:lnTo>
                <ns0:lnTo>
                  <ns0:pt x="223200" y="925346"/>
                </ns0:lnTo>
                <ns0:lnTo>
                  <ns0:pt x="222171" y="930056"/>
                </ns0:lnTo>
                <ns0:lnTo>
                  <ns0:pt x="221143" y="934619"/>
                </ns0:lnTo>
                <ns0:lnTo>
                  <ns0:pt x="220114" y="939003"/>
                </ns0:lnTo>
                <ns0:lnTo>
                  <ns0:pt x="219086" y="943180"/>
                </ns0:lnTo>
                <ns0:lnTo>
                  <ns0:pt x="218057" y="946501"/>
                </ns0:lnTo>
                <ns0:lnTo>
                  <ns0:pt x="217029" y="949688"/>
                </ns0:lnTo>
                <ns0:lnTo>
                  <ns0:pt x="216000" y="952726"/>
                </ns0:lnTo>
                <ns0:lnTo>
                  <ns0:pt x="214971" y="955601"/>
                </ns0:lnTo>
                <ns0:lnTo>
                  <ns0:pt x="213943" y="958306"/>
                </ns0:lnTo>
                <ns0:lnTo>
                  <ns0:pt x="212914" y="960838"/>
                </ns0:lnTo>
                <ns0:lnTo>
                  <ns0:pt x="211886" y="963198"/>
                </ns0:lnTo>
                <ns0:lnTo>
                  <ns0:pt x="210857" y="965387"/>
                </ns0:lnTo>
                <ns0:lnTo>
                  <ns0:pt x="209829" y="967396"/>
                </ns0:lnTo>
                <ns0:lnTo>
                  <ns0:pt x="208800" y="969209"/>
                </ns0:lnTo>
                <ns0:lnTo>
                  <ns0:pt x="207771" y="970810"/>
                </ns0:lnTo>
                <ns0:lnTo>
                  <ns0:pt x="206743" y="97218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9" name="vx (m/s)"/>
          <ns0:cNvSpPr txBox="1"/>
          <ns0:nvPr/>
        </ns0:nvSpPr>
        <ns0:spPr>
          <ns0:xfrm xmlns:ns0="http://schemas.openxmlformats.org/drawingml/2006/main">
            <ns0:off x="792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0" name="MuJoCo vx native data chart"/>
          <ns0:cNvGraphicFramePr/>
          <ns0:nvPr/>
        </ns0:nvGraphicFramePr>
        <ns0:xfrm>
          <ns0:off xmlns:ns0="http://schemas.openxmlformats.org/drawingml/2006/main" x="828000" y="305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1="http://schemas.openxmlformats.org/officeDocument/2006/relationships" ns11:id="rId104"/>
          </ns0:graphicData>
        </ns0:graphic>
      </ns0:graphicFrame>
      <ns0:sp>
        <ns0:nvSpPr>
          <ns0:cNvPr id="31" name="MuJoCo vy CWC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18420"/>
                </ns0:lnTo>
                <ns0:lnTo>
                  <ns0:pt x="290880" y="917997"/>
                </ns0:lnTo>
                <ns0:lnTo>
                  <ns0:pt x="292320" y="918516"/>
                </ns0:lnTo>
                <ns0:lnTo>
                  <ns0:pt x="293760" y="920875"/>
                </ns0:lnTo>
                <ns0:lnTo>
                  <ns0:pt x="295200" y="922152"/>
                </ns0:lnTo>
                <ns0:lnTo>
                  <ns0:pt x="296640" y="920932"/>
                </ns0:lnTo>
                <ns0:lnTo>
                  <ns0:pt x="298080" y="919438"/>
                </ns0:lnTo>
                <ns0:lnTo>
                  <ns0:pt x="299520" y="918882"/>
                </ns0:lnTo>
                <ns0:lnTo>
                  <ns0:pt x="300960" y="918998"/>
                </ns0:lnTo>
                <ns0:lnTo>
                  <ns0:pt x="302400" y="918377"/>
                </ns0:lnTo>
                <ns0:lnTo>
                  <ns0:pt x="303840" y="917368"/>
                </ns0:lnTo>
                <ns0:lnTo>
                  <ns0:pt x="305280" y="916112"/>
                </ns0:lnTo>
                <ns0:lnTo>
                  <ns0:pt x="306720" y="914756"/>
                </ns0:lnTo>
                <ns0:lnTo>
                  <ns0:pt x="308160" y="909169"/>
                </ns0:lnTo>
                <ns0:lnTo>
                  <ns0:pt x="309600" y="903245"/>
                </ns0:lnTo>
                <ns0:lnTo>
                  <ns0:pt x="311040" y="898112"/>
                </ns0:lnTo>
                <ns0:lnTo>
                  <ns0:pt x="312480" y="895199"/>
                </ns0:lnTo>
                <ns0:lnTo>
                  <ns0:pt x="313920" y="895850"/>
                </ns0:lnTo>
                <ns0:lnTo>
                  <ns0:pt x="315360" y="897404"/>
                </ns0:lnTo>
                <ns0:lnTo>
                  <ns0:pt x="316800" y="897444"/>
                </ns0:lnTo>
                <ns0:lnTo>
                  <ns0:pt x="318240" y="897656"/>
                </ns0:lnTo>
                <ns0:lnTo>
                  <ns0:pt x="319680" y="898364"/>
                </ns0:lnTo>
                <ns0:lnTo>
                  <ns0:pt x="321120" y="899256"/>
                </ns0:lnTo>
                <ns0:lnTo>
                  <ns0:pt x="322560" y="899984"/>
                </ns0:lnTo>
                <ns0:lnTo>
                  <ns0:pt x="324000" y="899133"/>
                </ns0:lnTo>
                <ns0:lnTo>
                  <ns0:pt x="325440" y="896988"/>
                </ns0:lnTo>
                <ns0:lnTo>
                  <ns0:pt x="326880" y="895208"/>
                </ns0:lnTo>
                <ns0:lnTo>
                  <ns0:pt x="328320" y="891857"/>
                </ns0:lnTo>
                <ns0:lnTo>
                  <ns0:pt x="329760" y="885282"/>
                </ns0:lnTo>
                <ns0:lnTo>
                  <ns0:pt x="331200" y="877794"/>
                </ns0:lnTo>
                <ns0:lnTo>
                  <ns0:pt x="332640" y="872853"/>
                </ns0:lnTo>
                <ns0:lnTo>
                  <ns0:pt x="334080" y="871584"/>
                </ns0:lnTo>
                <ns0:lnTo>
                  <ns0:pt x="335520" y="872987"/>
                </ns0:lnTo>
                <ns0:lnTo>
                  <ns0:pt x="336960" y="875335"/>
                </ns0:lnTo>
                <ns0:lnTo>
                  <ns0:pt x="338400" y="877533"/>
                </ns0:lnTo>
                <ns0:lnTo>
                  <ns0:pt x="339840" y="878323"/>
                </ns0:lnTo>
                <ns0:lnTo>
                  <ns0:pt x="341280" y="878461"/>
                </ns0:lnTo>
                <ns0:lnTo>
                  <ns0:pt x="342720" y="878792"/>
                </ns0:lnTo>
                <ns0:lnTo>
                  <ns0:pt x="344160" y="878956"/>
                </ns0:lnTo>
                <ns0:lnTo>
                  <ns0:pt x="345600" y="878531"/>
                </ns0:lnTo>
                <ns0:lnTo>
                  <ns0:pt x="347040" y="877509"/>
                </ns0:lnTo>
                <ns0:lnTo>
                  <ns0:pt x="348480" y="874293"/>
                </ns0:lnTo>
                <ns0:lnTo>
                  <ns0:pt x="349920" y="866930"/>
                </ns0:lnTo>
                <ns0:lnTo>
                  <ns0:pt x="351360" y="858300"/>
                </ns0:lnTo>
                <ns0:lnTo>
                  <ns0:pt x="352800" y="850961"/>
                </ns0:lnTo>
                <ns0:lnTo>
                  <ns0:pt x="354240" y="844629"/>
                </ns0:lnTo>
                <ns0:lnTo>
                  <ns0:pt x="355680" y="838108"/>
                </ns0:lnTo>
                <ns0:lnTo>
                  <ns0:pt x="357120" y="831758"/>
                </ns0:lnTo>
                <ns0:lnTo>
                  <ns0:pt x="358560" y="825734"/>
                </ns0:lnTo>
                <ns0:lnTo>
                  <ns0:pt x="360000" y="822677"/>
                </ns0:lnTo>
                <ns0:lnTo>
                  <ns0:pt x="361440" y="823357"/>
                </ns0:lnTo>
                <ns0:lnTo>
                  <ns0:pt x="362880" y="826533"/>
                </ns0:lnTo>
                <ns0:lnTo>
                  <ns0:pt x="364320" y="830858"/>
                </ns0:lnTo>
                <ns0:lnTo>
                  <ns0:pt x="365760" y="835602"/>
                </ns0:lnTo>
                <ns0:lnTo>
                  <ns0:pt x="367200" y="840384"/>
                </ns0:lnTo>
                <ns0:lnTo>
                  <ns0:pt x="368640" y="842043"/>
                </ns0:lnTo>
                <ns0:lnTo>
                  <ns0:pt x="370080" y="840311"/>
                </ns0:lnTo>
                <ns0:lnTo>
                  <ns0:pt x="371520" y="837182"/>
                </ns0:lnTo>
                <ns0:lnTo>
                  <ns0:pt x="372960" y="833485"/>
                </ns0:lnTo>
                <ns0:lnTo>
                  <ns0:pt x="374400" y="829322"/>
                </ns0:lnTo>
                <ns0:lnTo>
                  <ns0:pt x="375840" y="827286"/>
                </ns0:lnTo>
                <ns0:lnTo>
                  <ns0:pt x="377280" y="826498"/>
                </ns0:lnTo>
                <ns0:lnTo>
                  <ns0:pt x="378720" y="825244"/>
                </ns0:lnTo>
                <ns0:lnTo>
                  <ns0:pt x="380160" y="823834"/>
                </ns0:lnTo>
                <ns0:lnTo>
                  <ns0:pt x="381600" y="822622"/>
                </ns0:lnTo>
                <ns0:lnTo>
                  <ns0:pt x="383040" y="821361"/>
                </ns0:lnTo>
                <ns0:lnTo>
                  <ns0:pt x="384480" y="820733"/>
                </ns0:lnTo>
                <ns0:lnTo>
                  <ns0:pt x="385920" y="821013"/>
                </ns0:lnTo>
                <ns0:lnTo>
                  <ns0:pt x="387360" y="821140"/>
                </ns0:lnTo>
                <ns0:lnTo>
                  <ns0:pt x="388800" y="821023"/>
                </ns0:lnTo>
                <ns0:lnTo>
                  <ns0:pt x="390240" y="821778"/>
                </ns0:lnTo>
                <ns0:lnTo>
                  <ns0:pt x="391680" y="825634"/>
                </ns0:lnTo>
                <ns0:lnTo>
                  <ns0:pt x="393120" y="831248"/>
                </ns0:lnTo>
                <ns0:lnTo>
                  <ns0:pt x="394560" y="836765"/>
                </ns0:lnTo>
                <ns0:lnTo>
                  <ns0:pt x="396000" y="841462"/>
                </ns0:lnTo>
                <ns0:lnTo>
                  <ns0:pt x="397440" y="842778"/>
                </ns0:lnTo>
                <ns0:lnTo>
                  <ns0:pt x="398880" y="840500"/>
                </ns0:lnTo>
                <ns0:lnTo>
                  <ns0:pt x="400320" y="835961"/>
                </ns0:lnTo>
                <ns0:lnTo>
                  <ns0:pt x="401760" y="830037"/>
                </ns0:lnTo>
                <ns0:lnTo>
                  <ns0:pt x="403200" y="823401"/>
                </ns0:lnTo>
                <ns0:lnTo>
                  <ns0:pt x="404640" y="819665"/>
                </ns0:lnTo>
                <ns0:lnTo>
                  <ns0:pt x="406080" y="817829"/>
                </ns0:lnTo>
                <ns0:lnTo>
                  <ns0:pt x="407520" y="815489"/>
                </ns0:lnTo>
                <ns0:lnTo>
                  <ns0:pt x="408960" y="813059"/>
                </ns0:lnTo>
                <ns0:lnTo>
                  <ns0:pt x="410400" y="811235"/>
                </ns0:lnTo>
                <ns0:lnTo>
                  <ns0:pt x="411840" y="809723"/>
                </ns0:lnTo>
                <ns0:lnTo>
                  <ns0:pt x="413280" y="808086"/>
                </ns0:lnTo>
                <ns0:lnTo>
                  <ns0:pt x="414720" y="806743"/>
                </ns0:lnTo>
                <ns0:lnTo>
                  <ns0:pt x="416160" y="805899"/>
                </ns0:lnTo>
                <ns0:lnTo>
                  <ns0:pt x="417600" y="806428"/>
                </ns0:lnTo>
                <ns0:lnTo>
                  <ns0:pt x="419040" y="809840"/>
                </ns0:lnTo>
                <ns0:lnTo>
                  <ns0:pt x="420480" y="815881"/>
                </ns0:lnTo>
                <ns0:lnTo>
                  <ns0:pt x="421920" y="821386"/>
                </ns0:lnTo>
                <ns0:lnTo>
                  <ns0:pt x="423360" y="825301"/>
                </ns0:lnTo>
                <ns0:lnTo>
                  <ns0:pt x="424800" y="827745"/>
                </ns0:lnTo>
                <ns0:lnTo>
                  <ns0:pt x="426240" y="827861"/>
                </ns0:lnTo>
                <ns0:lnTo>
                  <ns0:pt x="427680" y="824070"/>
                </ns0:lnTo>
                <ns0:lnTo>
                  <ns0:pt x="429120" y="817731"/>
                </ns0:lnTo>
                <ns0:lnTo>
                  <ns0:pt x="430560" y="810477"/>
                </ns0:lnTo>
                <ns0:lnTo>
                  <ns0:pt x="432000" y="803196"/>
                </ns0:lnTo>
                <ns0:lnTo>
                  <ns0:pt x="433440" y="798845"/>
                </ns0:lnTo>
                <ns0:lnTo>
                  <ns0:pt x="434880" y="796972"/>
                </ns0:lnTo>
                <ns0:lnTo>
                  <ns0:pt x="436320" y="795988"/>
                </ns0:lnTo>
                <ns0:lnTo>
                  <ns0:pt x="437760" y="795287"/>
                </ns0:lnTo>
                <ns0:lnTo>
                  <ns0:pt x="439200" y="794594"/>
                </ns0:lnTo>
                <ns0:lnTo>
                  <ns0:pt x="440640" y="793469"/>
                </ns0:lnTo>
                <ns0:lnTo>
                  <ns0:pt x="442080" y="792037"/>
                </ns0:lnTo>
                <ns0:lnTo>
                  <ns0:pt x="443520" y="791020"/>
                </ns0:lnTo>
                <ns0:lnTo>
                  <ns0:pt x="444960" y="790484"/>
                </ns0:lnTo>
                <ns0:lnTo>
                  <ns0:pt x="446400" y="790278"/>
                </ns0:lnTo>
                <ns0:lnTo>
                  <ns0:pt x="447840" y="790773"/>
                </ns0:lnTo>
                <ns0:lnTo>
                  <ns0:pt x="449280" y="792029"/>
                </ns0:lnTo>
                <ns0:lnTo>
                  <ns0:pt x="450720" y="792491"/>
                </ns0:lnTo>
                <ns0:lnTo>
                  <ns0:pt x="452160" y="792432"/>
                </ns0:lnTo>
                <ns0:lnTo>
                  <ns0:pt x="453600" y="791291"/>
                </ns0:lnTo>
                <ns0:lnTo>
                  <ns0:pt x="455040" y="786383"/>
                </ns0:lnTo>
                <ns0:lnTo>
                  <ns0:pt x="456480" y="776339"/>
                </ns0:lnTo>
                <ns0:lnTo>
                  <ns0:pt x="457920" y="764672"/>
                </ns0:lnTo>
                <ns0:lnTo>
                  <ns0:pt x="459360" y="753552"/>
                </ns0:lnTo>
                <ns0:lnTo>
                  <ns0:pt x="460800" y="743923"/>
                </ns0:lnTo>
                <ns0:lnTo>
                  <ns0:pt x="462240" y="736864"/>
                </ns0:lnTo>
                <ns0:lnTo>
                  <ns0:pt x="463680" y="733410"/>
                </ns0:lnTo>
                <ns0:lnTo>
                  <ns0:pt x="465120" y="731576"/>
                </ns0:lnTo>
                <ns0:lnTo>
                  <ns0:pt x="466560" y="730489"/>
                </ns0:lnTo>
                <ns0:lnTo>
                  <ns0:pt x="468000" y="729933"/>
                </ns0:lnTo>
                <ns0:lnTo>
                  <ns0:pt x="469440" y="729630"/>
                </ns0:lnTo>
                <ns0:lnTo>
                  <ns0:pt x="470880" y="729606"/>
                </ns0:lnTo>
                <ns0:lnTo>
                  <ns0:pt x="472320" y="729974"/>
                </ns0:lnTo>
                <ns0:lnTo>
                  <ns0:pt x="473760" y="730329"/>
                </ns0:lnTo>
                <ns0:lnTo>
                  <ns0:pt x="475200" y="730945"/>
                </ns0:lnTo>
                <ns0:lnTo>
                  <ns0:pt x="476640" y="733755"/>
                </ns0:lnTo>
                <ns0:lnTo>
                  <ns0:pt x="478080" y="739174"/>
                </ns0:lnTo>
                <ns0:lnTo>
                  <ns0:pt x="479520" y="743997"/>
                </ns0:lnTo>
                <ns0:lnTo>
                  <ns0:pt x="480960" y="746361"/>
                </ns0:lnTo>
                <ns0:lnTo>
                  <ns0:pt x="482400" y="746239"/>
                </ns0:lnTo>
                <ns0:lnTo>
                  <ns0:pt x="483840" y="743396"/>
                </ns0:lnTo>
                <ns0:lnTo>
                  <ns0:pt x="485280" y="738600"/>
                </ns0:lnTo>
                <ns0:lnTo>
                  <ns0:pt x="486720" y="734658"/>
                </ns0:lnTo>
                <ns0:lnTo>
                  <ns0:pt x="488160" y="730921"/>
                </ns0:lnTo>
                <ns0:lnTo>
                  <ns0:pt x="489600" y="726691"/>
                </ns0:lnTo>
                <ns0:lnTo>
                  <ns0:pt x="491040" y="723111"/>
                </ns0:lnTo>
                <ns0:lnTo>
                  <ns0:pt x="492480" y="721624"/>
                </ns0:lnTo>
                <ns0:lnTo>
                  <ns0:pt x="493920" y="721052"/>
                </ns0:lnTo>
                <ns0:lnTo>
                  <ns0:pt x="495360" y="720894"/>
                </ns0:lnTo>
                <ns0:lnTo>
                  <ns0:pt x="496800" y="720990"/>
                </ns0:lnTo>
                <ns0:lnTo>
                  <ns0:pt x="498240" y="721162"/>
                </ns0:lnTo>
                <ns0:lnTo>
                  <ns0:pt x="499680" y="721163"/>
                </ns0:lnTo>
                <ns0:lnTo>
                  <ns0:pt x="501120" y="721192"/>
                </ns0:lnTo>
                <ns0:lnTo>
                  <ns0:pt x="502560" y="721183"/>
                </ns0:lnTo>
                <ns0:lnTo>
                  <ns0:pt x="504000" y="721418"/>
                </ns0:lnTo>
                <ns0:lnTo>
                  <ns0:pt x="505440" y="722906"/>
                </ns0:lnTo>
                <ns0:lnTo>
                  <ns0:pt x="506880" y="728027"/>
                </ns0:lnTo>
                <ns0:lnTo>
                  <ns0:pt x="508320" y="735083"/>
                </ns0:lnTo>
                <ns0:lnTo>
                  <ns0:pt x="509760" y="742938"/>
                </ns0:lnTo>
                <ns0:lnTo>
                  <ns0:pt x="511200" y="749777"/>
                </ns0:lnTo>
                <ns0:lnTo>
                  <ns0:pt x="512640" y="752212"/>
                </ns0:lnTo>
                <ns0:lnTo>
                  <ns0:pt x="514080" y="749205"/>
                </ns0:lnTo>
                <ns0:lnTo>
                  <ns0:pt x="515520" y="744159"/>
                </ns0:lnTo>
                <ns0:lnTo>
                  <ns0:pt x="516960" y="739401"/>
                </ns0:lnTo>
                <ns0:lnTo>
                  <ns0:pt x="518400" y="735804"/>
                </ns0:lnTo>
                <ns0:lnTo>
                  <ns0:pt x="519840" y="734223"/>
                </ns0:lnTo>
                <ns0:lnTo>
                  <ns0:pt x="521280" y="734847"/>
                </ns0:lnTo>
                <ns0:lnTo>
                  <ns0:pt x="522720" y="735943"/>
                </ns0:lnTo>
                <ns0:lnTo>
                  <ns0:pt x="524160" y="737122"/>
                </ns0:lnTo>
                <ns0:lnTo>
                  <ns0:pt x="525600" y="738190"/>
                </ns0:lnTo>
                <ns0:lnTo>
                  <ns0:pt x="527040" y="738612"/>
                </ns0:lnTo>
                <ns0:lnTo>
                  <ns0:pt x="528480" y="738468"/>
                </ns0:lnTo>
                <ns0:lnTo>
                  <ns0:pt x="529920" y="738389"/>
                </ns0:lnTo>
                <ns0:lnTo>
                  <ns0:pt x="531360" y="738380"/>
                </ns0:lnTo>
                <ns0:lnTo>
                  <ns0:pt x="532800" y="738392"/>
                </ns0:lnTo>
                <ns0:lnTo>
                  <ns0:pt x="534240" y="738894"/>
                </ns0:lnTo>
                <ns0:lnTo>
                  <ns0:pt x="535680" y="741087"/>
                </ns0:lnTo>
                <ns0:lnTo>
                  <ns0:pt x="537120" y="744427"/>
                </ns0:lnTo>
                <ns0:lnTo>
                  <ns0:pt x="538560" y="748313"/>
                </ns0:lnTo>
                <ns0:lnTo>
                  <ns0:pt x="540000" y="752078"/>
                </ns0:lnTo>
                <ns0:lnTo>
                  <ns0:pt x="541440" y="752998"/>
                </ns0:lnTo>
                <ns0:lnTo>
                  <ns0:pt x="542880" y="749059"/>
                </ns0:lnTo>
                <ns0:lnTo>
                  <ns0:pt x="544320" y="742558"/>
                </ns0:lnTo>
                <ns0:lnTo>
                  <ns0:pt x="545760" y="734505"/>
                </ns0:lnTo>
                <ns0:lnTo>
                  <ns0:pt x="547200" y="725576"/>
                </ns0:lnTo>
                <ns0:lnTo>
                  <ns0:pt x="548640" y="717993"/>
                </ns0:lnTo>
                <ns0:lnTo>
                  <ns0:pt x="550080" y="714050"/>
                </ns0:lnTo>
                <ns0:lnTo>
                  <ns0:pt x="551520" y="712219"/>
                </ns0:lnTo>
                <ns0:lnTo>
                  <ns0:pt x="552960" y="711199"/>
                </ns0:lnTo>
                <ns0:lnTo>
                  <ns0:pt x="554400" y="710333"/>
                </ns0:lnTo>
                <ns0:lnTo>
                  <ns0:pt x="555840" y="708959"/>
                </ns0:lnTo>
                <ns0:lnTo>
                  <ns0:pt x="557280" y="706435"/>
                </ns0:lnTo>
                <ns0:lnTo>
                  <ns0:pt x="558720" y="703494"/>
                </ns0:lnTo>
                <ns0:lnTo>
                  <ns0:pt x="560160" y="700498"/>
                </ns0:lnTo>
                <ns0:lnTo>
                  <ns0:pt x="561600" y="697736"/>
                </ns0:lnTo>
                <ns0:lnTo>
                  <ns0:pt x="563040" y="696773"/>
                </ns0:lnTo>
                <ns0:lnTo>
                  <ns0:pt x="564480" y="699002"/>
                </ns0:lnTo>
                <ns0:lnTo>
                  <ns0:pt x="565920" y="702387"/>
                </ns0:lnTo>
                <ns0:lnTo>
                  <ns0:pt x="567360" y="705988"/>
                </ns0:lnTo>
                <ns0:lnTo>
                  <ns0:pt x="568800" y="709850"/>
                </ns0:lnTo>
                <ns0:lnTo>
                  <ns0:pt x="570240" y="710972"/>
                </ns0:lnTo>
                <ns0:lnTo>
                  <ns0:pt x="571680" y="708041"/>
                </ns0:lnTo>
                <ns0:lnTo>
                  <ns0:pt x="573120" y="702804"/>
                </ns0:lnTo>
                <ns0:lnTo>
                  <ns0:pt x="574560" y="695652"/>
                </ns0:lnTo>
                <ns0:lnTo>
                  <ns0:pt x="576000" y="687081"/>
                </ns0:lnTo>
                <ns0:lnTo>
                  <ns0:pt x="577440" y="681708"/>
                </ns0:lnTo>
                <ns0:lnTo>
                  <ns0:pt x="578880" y="682709"/>
                </ns0:lnTo>
                <ns0:lnTo>
                  <ns0:pt x="580320" y="686485"/>
                </ns0:lnTo>
                <ns0:lnTo>
                  <ns0:pt x="581760" y="689454"/>
                </ns0:lnTo>
                <ns0:lnTo>
                  <ns0:pt x="583200" y="690652"/>
                </ns0:lnTo>
                <ns0:lnTo>
                  <ns0:pt x="584640" y="690871"/>
                </ns0:lnTo>
                <ns0:lnTo>
                  <ns0:pt x="586080" y="690766"/>
                </ns0:lnTo>
                <ns0:lnTo>
                  <ns0:pt x="587520" y="691036"/>
                </ns0:lnTo>
                <ns0:lnTo>
                  <ns0:pt x="588960" y="690999"/>
                </ns0:lnTo>
                <ns0:lnTo>
                  <ns0:pt x="590400" y="690913"/>
                </ns0:lnTo>
                <ns0:lnTo>
                  <ns0:pt x="591840" y="692523"/>
                </ns0:lnTo>
                <ns0:lnTo>
                  <ns0:pt x="593280" y="697123"/>
                </ns0:lnTo>
                <ns0:lnTo>
                  <ns0:pt x="594720" y="703516"/>
                </ns0:lnTo>
                <ns0:lnTo>
                  <ns0:pt x="596160" y="709756"/>
                </ns0:lnTo>
                <ns0:lnTo>
                  <ns0:pt x="597600" y="715478"/>
                </ns0:lnTo>
                <ns0:lnTo>
                  <ns0:pt x="599040" y="719761"/>
                </ns0:lnTo>
                <ns0:lnTo>
                  <ns0:pt x="600480" y="721234"/>
                </ns0:lnTo>
                <ns0:lnTo>
                  <ns0:pt x="601920" y="721537"/>
                </ns0:lnTo>
                <ns0:lnTo>
                  <ns0:pt x="603360" y="722165"/>
                </ns0:lnTo>
                <ns0:lnTo>
                  <ns0:pt x="604800" y="723500"/>
                </ns0:lnTo>
                <ns0:lnTo>
                  <ns0:pt x="606240" y="728639"/>
                </ns0:lnTo>
                <ns0:lnTo>
                  <ns0:pt x="607680" y="736894"/>
                </ns0:lnTo>
                <ns0:lnTo>
                  <ns0:pt x="609120" y="743583"/>
                </ns0:lnTo>
                <ns0:lnTo>
                  <ns0:pt x="610560" y="747642"/>
                </ns0:lnTo>
                <ns0:lnTo>
                  <ns0:pt x="612000" y="748855"/>
                </ns0:lnTo>
                <ns0:lnTo>
                  <ns0:pt x="613440" y="748609"/>
                </ns0:lnTo>
                <ns0:lnTo>
                  <ns0:pt x="614880" y="747910"/>
                </ns0:lnTo>
                <ns0:lnTo>
                  <ns0:pt x="616320" y="746572"/>
                </ns0:lnTo>
                <ns0:lnTo>
                  <ns0:pt x="617760" y="746756"/>
                </ns0:lnTo>
                <ns0:lnTo>
                  <ns0:pt x="619200" y="750541"/>
                </ns0:lnTo>
                <ns0:lnTo>
                  <ns0:pt x="620640" y="758155"/>
                </ns0:lnTo>
                <ns0:lnTo>
                  <ns0:pt x="622080" y="766299"/>
                </ns0:lnTo>
                <ns0:lnTo>
                  <ns0:pt x="623520" y="770666"/>
                </ns0:lnTo>
                <ns0:lnTo>
                  <ns0:pt x="624960" y="771830"/>
                </ns0:lnTo>
                <ns0:lnTo>
                  <ns0:pt x="626400" y="772028"/>
                </ns0:lnTo>
                <ns0:lnTo>
                  <ns0:pt x="627840" y="772212"/>
                </ns0:lnTo>
                <ns0:lnTo>
                  <ns0:pt x="629280" y="771798"/>
                </ns0:lnTo>
                <ns0:lnTo>
                  <ns0:pt x="630720" y="770583"/>
                </ns0:lnTo>
                <ns0:lnTo>
                  <ns0:pt x="632160" y="769688"/>
                </ns0:lnTo>
                <ns0:lnTo>
                  <ns0:pt x="633600" y="769232"/>
                </ns0:lnTo>
                <ns0:lnTo>
                  <ns0:pt x="635040" y="769639"/>
                </ns0:lnTo>
                <ns0:lnTo>
                  <ns0:pt x="636480" y="770933"/>
                </ns0:lnTo>
                <ns0:lnTo>
                  <ns0:pt x="637920" y="771655"/>
                </ns0:lnTo>
                <ns0:lnTo>
                  <ns0:pt x="639360" y="771635"/>
                </ns0:lnTo>
                <ns0:lnTo>
                  <ns0:pt x="640800" y="770644"/>
                </ns0:lnTo>
                <ns0:lnTo>
                  <ns0:pt x="642240" y="768132"/>
                </ns0:lnTo>
                <ns0:lnTo>
                  <ns0:pt x="643680" y="763562"/>
                </ns0:lnTo>
                <ns0:lnTo>
                  <ns0:pt x="645120" y="758859"/>
                </ns0:lnTo>
                <ns0:lnTo>
                  <ns0:pt x="646560" y="755772"/>
                </ns0:lnTo>
                <ns0:lnTo>
                  <ns0:pt x="648000" y="756800"/>
                </ns0:lnTo>
                <ns0:lnTo>
                  <ns0:pt x="649440" y="762523"/>
                </ns0:lnTo>
                <ns0:lnTo>
                  <ns0:pt x="650880" y="769526"/>
                </ns0:lnTo>
                <ns0:lnTo>
                  <ns0:pt x="652320" y="775223"/>
                </ns0:lnTo>
                <ns0:lnTo>
                  <ns0:pt x="653760" y="778321"/>
                </ns0:lnTo>
                <ns0:lnTo>
                  <ns0:pt x="655200" y="778308"/>
                </ns0:lnTo>
                <ns0:lnTo>
                  <ns0:pt x="656640" y="774361"/>
                </ns0:lnTo>
                <ns0:lnTo>
                  <ns0:pt x="658080" y="768391"/>
                </ns0:lnTo>
                <ns0:lnTo>
                  <ns0:pt x="659520" y="764808"/>
                </ns0:lnTo>
                <ns0:lnTo>
                  <ns0:pt x="660960" y="764503"/>
                </ns0:lnTo>
                <ns0:lnTo>
                  <ns0:pt x="662400" y="766291"/>
                </ns0:lnTo>
                <ns0:lnTo>
                  <ns0:pt x="663840" y="769544"/>
                </ns0:lnTo>
                <ns0:lnTo>
                  <ns0:pt x="665280" y="771256"/>
                </ns0:lnTo>
                <ns0:lnTo>
                  <ns0:pt x="666720" y="771065"/>
                </ns0:lnTo>
                <ns0:lnTo>
                  <ns0:pt x="668160" y="770716"/>
                </ns0:lnTo>
                <ns0:lnTo>
                  <ns0:pt x="669600" y="770344"/>
                </ns0:lnTo>
                <ns0:lnTo>
                  <ns0:pt x="671040" y="769139"/>
                </ns0:lnTo>
                <ns0:lnTo>
                  <ns0:pt x="672480" y="766644"/>
                </ns0:lnTo>
                <ns0:lnTo>
                  <ns0:pt x="673920" y="764949"/>
                </ns0:lnTo>
                <ns0:lnTo>
                  <ns0:pt x="675360" y="765438"/>
                </ns0:lnTo>
                <ns0:lnTo>
                  <ns0:pt x="676800" y="768479"/>
                </ns0:lnTo>
                <ns0:lnTo>
                  <ns0:pt x="678240" y="773684"/>
                </ns0:lnTo>
                <ns0:lnTo>
                  <ns0:pt x="679680" y="779528"/>
                </ns0:lnTo>
                <ns0:lnTo>
                  <ns0:pt x="681120" y="783850"/>
                </ns0:lnTo>
                <ns0:lnTo>
                  <ns0:pt x="682560" y="786687"/>
                </ns0:lnTo>
                <ns0:lnTo>
                  <ns0:pt x="684000" y="787812"/>
                </ns0:lnTo>
                <ns0:lnTo>
                  <ns0:pt x="685440" y="785258"/>
                </ns0:lnTo>
                <ns0:lnTo>
                  <ns0:pt x="686880" y="780372"/>
                </ns0:lnTo>
                <ns0:lnTo>
                  <ns0:pt x="688320" y="777618"/>
                </ns0:lnTo>
                <ns0:lnTo>
                  <ns0:pt x="689760" y="777909"/>
                </ns0:lnTo>
                <ns0:lnTo>
                  <ns0:pt x="691200" y="779558"/>
                </ns0:lnTo>
                <ns0:lnTo>
                  <ns0:pt x="692640" y="781331"/>
                </ns0:lnTo>
                <ns0:lnTo>
                  <ns0:pt x="694080" y="782034"/>
                </ns0:lnTo>
                <ns0:lnTo>
                  <ns0:pt x="695520" y="780980"/>
                </ns0:lnTo>
                <ns0:lnTo>
                  <ns0:pt x="696960" y="778790"/>
                </ns0:lnTo>
                <ns0:lnTo>
                  <ns0:pt x="698400" y="775820"/>
                </ns0:lnTo>
                <ns0:lnTo>
                  <ns0:pt x="699840" y="772107"/>
                </ns0:lnTo>
                <ns0:lnTo>
                  <ns0:pt x="701280" y="769796"/>
                </ns0:lnTo>
                <ns0:lnTo>
                  <ns0:pt x="702720" y="769546"/>
                </ns0:lnTo>
                <ns0:lnTo>
                  <ns0:pt x="704160" y="769449"/>
                </ns0:lnTo>
                <ns0:lnTo>
                  <ns0:pt x="705600" y="768900"/>
                </ns0:lnTo>
                <ns0:lnTo>
                  <ns0:pt x="707040" y="768593"/>
                </ns0:lnTo>
                <ns0:lnTo>
                  <ns0:pt x="708480" y="771268"/>
                </ns0:lnTo>
                <ns0:lnTo>
                  <ns0:pt x="709920" y="776592"/>
                </ns0:lnTo>
                <ns0:lnTo>
                  <ns0:pt x="711360" y="781479"/>
                </ns0:lnTo>
                <ns0:lnTo>
                  <ns0:pt x="712800" y="784092"/>
                </ns0:lnTo>
                <ns0:lnTo>
                  <ns0:pt x="714240" y="782883"/>
                </ns0:lnTo>
                <ns0:lnTo>
                  <ns0:pt x="715680" y="779229"/>
                </ns0:lnTo>
                <ns0:lnTo>
                  <ns0:pt x="717120" y="776774"/>
                </ns0:lnTo>
                <ns0:lnTo>
                  <ns0:pt x="718560" y="775876"/>
                </ns0:lnTo>
                <ns0:lnTo>
                  <ns0:pt x="720000" y="775707"/>
                </ns0:lnTo>
                <ns0:lnTo>
                  <ns0:pt x="721440" y="776821"/>
                </ns0:lnTo>
                <ns0:lnTo>
                  <ns0:pt x="722880" y="777577"/>
                </ns0:lnTo>
                <ns0:lnTo>
                  <ns0:pt x="724320" y="776059"/>
                </ns0:lnTo>
                <ns0:lnTo>
                  <ns0:pt x="725760" y="773210"/>
                </ns0:lnTo>
                <ns0:lnTo>
                  <ns0:pt x="727200" y="770085"/>
                </ns0:lnTo>
                <ns0:lnTo>
                  <ns0:pt x="728640" y="767999"/>
                </ns0:lnTo>
                <ns0:lnTo>
                  <ns0:pt x="730080" y="766865"/>
                </ns0:lnTo>
                <ns0:lnTo>
                  <ns0:pt x="731520" y="766416"/>
                </ns0:lnTo>
                <ns0:lnTo>
                  <ns0:pt x="732960" y="766736"/>
                </ns0:lnTo>
                <ns0:lnTo>
                  <ns0:pt x="734400" y="768378"/>
                </ns0:lnTo>
                <ns0:lnTo>
                  <ns0:pt x="735840" y="771581"/>
                </ns0:lnTo>
                <ns0:lnTo>
                  <ns0:pt x="737280" y="776202"/>
                </ns0:lnTo>
                <ns0:lnTo>
                  <ns0:pt x="738720" y="780605"/>
                </ns0:lnTo>
                <ns0:lnTo>
                  <ns0:pt x="740160" y="784830"/>
                </ns0:lnTo>
                <ns0:lnTo>
                  <ns0:pt x="741600" y="788916"/>
                </ns0:lnTo>
                <ns0:lnTo>
                  <ns0:pt x="743040" y="790874"/>
                </ns0:lnTo>
                <ns0:lnTo>
                  <ns0:pt x="744480" y="788888"/>
                </ns0:lnTo>
                <ns0:lnTo>
                  <ns0:pt x="745920" y="784506"/>
                </ns0:lnTo>
                <ns0:lnTo>
                  <ns0:pt x="747360" y="779452"/>
                </ns0:lnTo>
                <ns0:lnTo>
                  <ns0:pt x="748800" y="775008"/>
                </ns0:lnTo>
                <ns0:lnTo>
                  <ns0:pt x="750240" y="772818"/>
                </ns0:lnTo>
                <ns0:lnTo>
                  <ns0:pt x="751680" y="772273"/>
                </ns0:lnTo>
                <ns0:lnTo>
                  <ns0:pt x="753120" y="771591"/>
                </ns0:lnTo>
                <ns0:lnTo>
                  <ns0:pt x="754560" y="770511"/>
                </ns0:lnTo>
                <ns0:lnTo>
                  <ns0:pt x="756000" y="769216"/>
                </ns0:lnTo>
                <ns0:lnTo>
                  <ns0:pt x="757440" y="766737"/>
                </ns0:lnTo>
                <ns0:lnTo>
                  <ns0:pt x="758880" y="764210"/>
                </ns0:lnTo>
                <ns0:lnTo>
                  <ns0:pt x="760320" y="763053"/>
                </ns0:lnTo>
                <ns0:lnTo>
                  <ns0:pt x="761760" y="762500"/>
                </ns0:lnTo>
                <ns0:lnTo>
                  <ns0:pt x="763200" y="762602"/>
                </ns0:lnTo>
                <ns0:lnTo>
                  <ns0:pt x="764640" y="763063"/>
                </ns0:lnTo>
                <ns0:lnTo>
                  <ns0:pt x="766080" y="765422"/>
                </ns0:lnTo>
                <ns0:lnTo>
                  <ns0:pt x="767520" y="770063"/>
                </ns0:lnTo>
                <ns0:lnTo>
                  <ns0:pt x="768960" y="775444"/>
                </ns0:lnTo>
                <ns0:lnTo>
                  <ns0:pt x="770400" y="779004"/>
                </ns0:lnTo>
                <ns0:lnTo>
                  <ns0:pt x="771840" y="778890"/>
                </ns0:lnTo>
                <ns0:lnTo>
                  <ns0:pt x="773280" y="775073"/>
                </ns0:lnTo>
                <ns0:lnTo>
                  <ns0:pt x="774720" y="770413"/>
                </ns0:lnTo>
                <ns0:lnTo>
                  <ns0:pt x="776160" y="765560"/>
                </ns0:lnTo>
                <ns0:lnTo>
                  <ns0:pt x="777600" y="760142"/>
                </ns0:lnTo>
                <ns0:lnTo>
                  <ns0:pt x="779040" y="755417"/>
                </ns0:lnTo>
                <ns0:lnTo>
                  <ns0:pt x="780480" y="753820"/>
                </ns0:lnTo>
                <ns0:lnTo>
                  <ns0:pt x="781920" y="754685"/>
                </ns0:lnTo>
                <ns0:lnTo>
                  <ns0:pt x="783360" y="756100"/>
                </ns0:lnTo>
                <ns0:lnTo>
                  <ns0:pt x="784800" y="756923"/>
                </ns0:lnTo>
                <ns0:lnTo>
                  <ns0:pt x="786240" y="756608"/>
                </ns0:lnTo>
                <ns0:lnTo>
                  <ns0:pt x="787680" y="755059"/>
                </ns0:lnTo>
                <ns0:lnTo>
                  <ns0:pt x="789120" y="753147"/>
                </ns0:lnTo>
                <ns0:lnTo>
                  <ns0:pt x="790560" y="751450"/>
                </ns0:lnTo>
                <ns0:lnTo>
                  <ns0:pt x="792000" y="750315"/>
                </ns0:lnTo>
                <ns0:lnTo>
                  <ns0:pt x="793440" y="750549"/>
                </ns0:lnTo>
                <ns0:lnTo>
                  <ns0:pt x="794880" y="753433"/>
                </ns0:lnTo>
                <ns0:lnTo>
                  <ns0:pt x="796320" y="757363"/>
                </ns0:lnTo>
                <ns0:lnTo>
                  <ns0:pt x="797760" y="761822"/>
                </ns0:lnTo>
                <ns0:lnTo>
                  <ns0:pt x="799200" y="765921"/>
                </ns0:lnTo>
                <ns0:lnTo>
                  <ns0:pt x="800640" y="767282"/>
                </ns0:lnTo>
                <ns0:lnTo>
                  <ns0:pt x="802080" y="764475"/>
                </ns0:lnTo>
                <ns0:lnTo>
                  <ns0:pt x="803520" y="758931"/>
                </ns0:lnTo>
                <ns0:lnTo>
                  <ns0:pt x="804960" y="751565"/>
                </ns0:lnTo>
                <ns0:lnTo>
                  <ns0:pt x="806400" y="744189"/>
                </ns0:lnTo>
                <ns0:lnTo>
                  <ns0:pt x="807840" y="739495"/>
                </ns0:lnTo>
                <ns0:lnTo>
                  <ns0:pt x="809280" y="738350"/>
                </ns0:lnTo>
                <ns0:lnTo>
                  <ns0:pt x="810720" y="738539"/>
                </ns0:lnTo>
                <ns0:lnTo>
                  <ns0:pt x="812160" y="738569"/>
                </ns0:lnTo>
                <ns0:lnTo>
                  <ns0:pt x="813600" y="738198"/>
                </ns0:lnTo>
                <ns0:lnTo>
                  <ns0:pt x="815040" y="738125"/>
                </ns0:lnTo>
                <ns0:lnTo>
                  <ns0:pt x="816480" y="737839"/>
                </ns0:lnTo>
                <ns0:lnTo>
                  <ns0:pt x="817920" y="736060"/>
                </ns0:lnTo>
                <ns0:lnTo>
                  <ns0:pt x="819360" y="733390"/>
                </ns0:lnTo>
                <ns0:lnTo>
                  <ns0:pt x="820800" y="731316"/>
                </ns0:lnTo>
                <ns0:lnTo>
                  <ns0:pt x="822240" y="731450"/>
                </ns0:lnTo>
                <ns0:lnTo>
                  <ns0:pt x="823680" y="735206"/>
                </ns0:lnTo>
                <ns0:lnTo>
                  <ns0:pt x="825120" y="741026"/>
                </ns0:lnTo>
                <ns0:lnTo>
                  <ns0:pt x="826560" y="747353"/>
                </ns0:lnTo>
                <ns0:lnTo>
                  <ns0:pt x="828000" y="752962"/>
                </ns0:lnTo>
                <ns0:lnTo>
                  <ns0:pt x="829440" y="754908"/>
                </ns0:lnTo>
                <ns0:lnTo>
                  <ns0:pt x="830880" y="752765"/>
                </ns0:lnTo>
                <ns0:lnTo>
                  <ns0:pt x="832320" y="748926"/>
                </ns0:lnTo>
                <ns0:lnTo>
                  <ns0:pt x="833760" y="743720"/>
                </ns0:lnTo>
                <ns0:lnTo>
                  <ns0:pt x="835200" y="737810"/>
                </ns0:lnTo>
                <ns0:lnTo>
                  <ns0:pt x="836640" y="733837"/>
                </ns0:lnTo>
                <ns0:lnTo>
                  <ns0:pt x="838080" y="732356"/>
                </ns0:lnTo>
                <ns0:lnTo>
                  <ns0:pt x="839520" y="731512"/>
                </ns0:lnTo>
                <ns0:lnTo>
                  <ns0:pt x="840960" y="730975"/>
                </ns0:lnTo>
                <ns0:lnTo>
                  <ns0:pt x="842400" y="730799"/>
                </ns0:lnTo>
                <ns0:lnTo>
                  <ns0:pt x="843840" y="730633"/>
                </ns0:lnTo>
                <ns0:lnTo>
                  <ns0:pt x="845280" y="730346"/>
                </ns0:lnTo>
                <ns0:lnTo>
                  <ns0:pt x="846720" y="729736"/>
                </ns0:lnTo>
                <ns0:lnTo>
                  <ns0:pt x="848160" y="730743"/>
                </ns0:lnTo>
                <ns0:lnTo>
                  <ns0:pt x="849600" y="731838"/>
                </ns0:lnTo>
                <ns0:lnTo>
                  <ns0:pt x="851040" y="733337"/>
                </ns0:lnTo>
                <ns0:lnTo>
                  <ns0:pt x="852480" y="735399"/>
                </ns0:lnTo>
                <ns0:lnTo>
                  <ns0:pt x="853920" y="737529"/>
                </ns0:lnTo>
                <ns0:lnTo>
                  <ns0:pt x="855360" y="739795"/>
                </ns0:lnTo>
                <ns0:lnTo>
                  <ns0:pt x="856800" y="742049"/>
                </ns0:lnTo>
                <ns0:lnTo>
                  <ns0:pt x="858240" y="743148"/>
                </ns0:lnTo>
                <ns0:lnTo>
                  <ns0:pt x="859680" y="740190"/>
                </ns0:lnTo>
                <ns0:lnTo>
                  <ns0:pt x="861120" y="732674"/>
                </ns0:lnTo>
                <ns0:lnTo>
                  <ns0:pt x="862560" y="720866"/>
                </ns0:lnTo>
                <ns0:lnTo>
                  <ns0:pt x="864000" y="704472"/>
                </ns0:lnTo>
                <ns0:lnTo>
                  <ns0:pt x="865440" y="731132"/>
                </ns0:lnTo>
                <ns0:lnTo>
                  <ns0:pt x="866880" y="726753"/>
                </ns0:lnTo>
                <ns0:lnTo>
                  <ns0:pt x="868320" y="722722"/>
                </ns0:lnTo>
                <ns0:lnTo>
                  <ns0:pt x="869760" y="718883"/>
                </ns0:lnTo>
                <ns0:lnTo>
                  <ns0:pt x="871200" y="715088"/>
                </ns0:lnTo>
                <ns0:lnTo>
                  <ns0:pt x="872640" y="711437"/>
                </ns0:lnTo>
                <ns0:lnTo>
                  <ns0:pt x="874080" y="708049"/>
                </ns0:lnTo>
                <ns0:lnTo>
                  <ns0:pt x="875520" y="704809"/>
                </ns0:lnTo>
                <ns0:lnTo>
                  <ns0:pt x="876960" y="701646"/>
                </ns0:lnTo>
                <ns0:lnTo>
                  <ns0:pt x="878400" y="698500"/>
                </ns0:lnTo>
                <ns0:lnTo>
                  <ns0:pt x="879840" y="695330"/>
                </ns0:lnTo>
                <ns0:lnTo>
                  <ns0:pt x="881280" y="692624"/>
                </ns0:lnTo>
                <ns0:lnTo>
                  <ns0:pt x="882720" y="690539"/>
                </ns0:lnTo>
                <ns0:lnTo>
                  <ns0:pt x="884160" y="689119"/>
                </ns0:lnTo>
                <ns0:lnTo>
                  <ns0:pt x="885600" y="686705"/>
                </ns0:lnTo>
                <ns0:lnTo>
                  <ns0:pt x="887040" y="680918"/>
                </ns0:lnTo>
                <ns0:lnTo>
                  <ns0:pt x="888480" y="670654"/>
                </ns0:lnTo>
                <ns0:lnTo>
                  <ns0:pt x="889920" y="657378"/>
                </ns0:lnTo>
                <ns0:lnTo>
                  <ns0:pt x="891360" y="642169"/>
                </ns0:lnTo>
                <ns0:lnTo>
                  <ns0:pt x="892800" y="625689"/>
                </ns0:lnTo>
                <ns0:lnTo>
                  <ns0:pt x="894240" y="611086"/>
                </ns0:lnTo>
                <ns0:lnTo>
                  <ns0:pt x="895680" y="602807"/>
                </ns0:lnTo>
                <ns0:lnTo>
                  <ns0:pt x="897120" y="598900"/>
                </ns0:lnTo>
                <ns0:lnTo>
                  <ns0:pt x="898560" y="597085"/>
                </ns0:lnTo>
                <ns0:lnTo>
                  <ns0:pt x="900000" y="595434"/>
                </ns0:lnTo>
                <ns0:lnTo>
                  <ns0:pt x="901440" y="591960"/>
                </ns0:lnTo>
                <ns0:lnTo>
                  <ns0:pt x="902880" y="587390"/>
                </ns0:lnTo>
                <ns0:lnTo>
                  <ns0:pt x="904320" y="583545"/>
                </ns0:lnTo>
                <ns0:lnTo>
                  <ns0:pt x="905760" y="579993"/>
                </ns0:lnTo>
                <ns0:lnTo>
                  <ns0:pt x="907200" y="576179"/>
                </ns0:lnTo>
                <ns0:lnTo>
                  <ns0:pt x="908640" y="573381"/>
                </ns0:lnTo>
                <ns0:lnTo>
                  <ns0:pt x="910080" y="573050"/>
                </ns0:lnTo>
                <ns0:lnTo>
                  <ns0:pt x="911520" y="573318"/>
                </ns0:lnTo>
                <ns0:lnTo>
                  <ns0:pt x="912960" y="573042"/>
                </ns0:lnTo>
                <ns0:lnTo>
                  <ns0:pt x="914400" y="572016"/>
                </ns0:lnTo>
                <ns0:lnTo>
                  <ns0:pt x="915840" y="569232"/>
                </ns0:lnTo>
                <ns0:lnTo>
                  <ns0:pt x="917280" y="563567"/>
                </ns0:lnTo>
                <ns0:lnTo>
                  <ns0:pt x="918720" y="555430"/>
                </ns0:lnTo>
                <ns0:lnTo>
                  <ns0:pt x="920160" y="545258"/>
                </ns0:lnTo>
                <ns0:lnTo>
                  <ns0:pt x="921600" y="533278"/>
                </ns0:lnTo>
                <ns0:lnTo>
                  <ns0:pt x="923040" y="524371"/>
                </ns0:lnTo>
                <ns0:lnTo>
                  <ns0:pt x="924480" y="518323"/>
                </ns0:lnTo>
                <ns0:lnTo>
                  <ns0:pt x="925920" y="513573"/>
                </ns0:lnTo>
                <ns0:lnTo>
                  <ns0:pt x="927360" y="510713"/>
                </ns0:lnTo>
                <ns0:lnTo>
                  <ns0:pt x="928800" y="508617"/>
                </ns0:lnTo>
                <ns0:lnTo>
                  <ns0:pt x="930240" y="506376"/>
                </ns0:lnTo>
                <ns0:lnTo>
                  <ns0:pt x="931680" y="504445"/>
                </ns0:lnTo>
                <ns0:lnTo>
                  <ns0:pt x="933120" y="503251"/>
                </ns0:lnTo>
                <ns0:lnTo>
                  <ns0:pt x="934560" y="502176"/>
                </ns0:lnTo>
                <ns0:lnTo>
                  <ns0:pt x="936000" y="500750"/>
                </ns0:lnTo>
                <ns0:lnTo>
                  <ns0:pt x="937440" y="499124"/>
                </ns0:lnTo>
                <ns0:lnTo>
                  <ns0:pt x="938880" y="498570"/>
                </ns0:lnTo>
                <ns0:lnTo>
                  <ns0:pt x="940320" y="498554"/>
                </ns0:lnTo>
                <ns0:lnTo>
                  <ns0:pt x="941760" y="498466"/>
                </ns0:lnTo>
                <ns0:lnTo>
                  <ns0:pt x="943200" y="496701"/>
                </ns0:lnTo>
                <ns0:lnTo>
                  <ns0:pt x="944640" y="490604"/>
                </ns0:lnTo>
                <ns0:lnTo>
                  <ns0:pt x="946080" y="479972"/>
                </ns0:lnTo>
                <ns0:lnTo>
                  <ns0:pt x="947520" y="468302"/>
                </ns0:lnTo>
                <ns0:lnTo>
                  <ns0:pt x="948960" y="458391"/>
                </ns0:lnTo>
                <ns0:lnTo>
                  <ns0:pt x="950400" y="450585"/>
                </ns0:lnTo>
                <ns0:lnTo>
                  <ns0:pt x="951840" y="444824"/>
                </ns0:lnTo>
                <ns0:lnTo>
                  <ns0:pt x="953280" y="440751"/>
                </ns0:lnTo>
                <ns0:lnTo>
                  <ns0:pt x="954720" y="437389"/>
                </ns0:lnTo>
                <ns0:lnTo>
                  <ns0:pt x="956160" y="435014"/>
                </ns0:lnTo>
                <ns0:lnTo>
                  <ns0:pt x="957600" y="433529"/>
                </ns0:lnTo>
                <ns0:lnTo>
                  <ns0:pt x="959040" y="432343"/>
                </ns0:lnTo>
                <ns0:lnTo>
                  <ns0:pt x="960480" y="430691"/>
                </ns0:lnTo>
                <ns0:lnTo>
                  <ns0:pt x="961920" y="428738"/>
                </ns0:lnTo>
                <ns0:lnTo>
                  <ns0:pt x="963360" y="427022"/>
                </ns0:lnTo>
                <ns0:lnTo>
                  <ns0:pt x="964800" y="425222"/>
                </ns0:lnTo>
                <ns0:lnTo>
                  <ns0:pt x="966240" y="423455"/>
                </ns0:lnTo>
                <ns0:lnTo>
                  <ns0:pt x="967680" y="422994"/>
                </ns0:lnTo>
                <ns0:lnTo>
                  <ns0:pt x="969120" y="423070"/>
                </ns0:lnTo>
                <ns0:lnTo>
                  <ns0:pt x="970560" y="422804"/>
                </ns0:lnTo>
                <ns0:lnTo>
                  <ns0:pt x="972000" y="421410"/>
                </ns0:lnTo>
                <ns0:lnTo>
                  <ns0:pt x="973440" y="417069"/>
                </ns0:lnTo>
                <ns0:lnTo>
                  <ns0:pt x="974880" y="408859"/>
                </ns0:lnTo>
                <ns0:lnTo>
                  <ns0:pt x="976320" y="399107"/>
                </ns0:lnTo>
                <ns0:lnTo>
                  <ns0:pt x="977760" y="389446"/>
                </ns0:lnTo>
                <ns0:lnTo>
                  <ns0:pt x="979200" y="380709"/>
                </ns0:lnTo>
                <ns0:lnTo>
                  <ns0:pt x="980640" y="373909"/>
                </ns0:lnTo>
                <ns0:lnTo>
                  <ns0:pt x="982080" y="370464"/>
                </ns0:lnTo>
                <ns0:lnTo>
                  <ns0:pt x="983520" y="368746"/>
                </ns0:lnTo>
                <ns0:lnTo>
                  <ns0:pt x="984960" y="368156"/>
                </ns0:lnTo>
                <ns0:lnTo>
                  <ns0:pt x="986400" y="367681"/>
                </ns0:lnTo>
                <ns0:lnTo>
                  <ns0:pt x="987840" y="366833"/>
                </ns0:lnTo>
                <ns0:lnTo>
                  <ns0:pt x="989280" y="364877"/>
                </ns0:lnTo>
                <ns0:lnTo>
                  <ns0:pt x="990720" y="362532"/>
                </ns0:lnTo>
                <ns0:lnTo>
                  <ns0:pt x="992160" y="361053"/>
                </ns0:lnTo>
                <ns0:lnTo>
                  <ns0:pt x="993600" y="359836"/>
                </ns0:lnTo>
                <ns0:lnTo>
                  <ns0:pt x="995040" y="359167"/>
                </ns0:lnTo>
                <ns0:lnTo>
                  <ns0:pt x="996480" y="360409"/>
                </ns0:lnTo>
                <ns0:lnTo>
                  <ns0:pt x="997920" y="362048"/>
                </ns0:lnTo>
                <ns0:lnTo>
                  <ns0:pt x="999360" y="363187"/>
                </ns0:lnTo>
                <ns0:lnTo>
                  <ns0:pt x="1000800" y="363768"/>
                </ns0:lnTo>
                <ns0:lnTo>
                  <ns0:pt x="1002240" y="361709"/>
                </ns0:lnTo>
                <ns0:lnTo>
                  <ns0:pt x="1003680" y="355648"/>
                </ns0:lnTo>
                <ns0:lnTo>
                  <ns0:pt x="1005120" y="347786"/>
                </ns0:lnTo>
                <ns0:lnTo>
                  <ns0:pt x="1006560" y="339577"/>
                </ns0:lnTo>
                <ns0:lnTo>
                  <ns0:pt x="1008000" y="331660"/>
                </ns0:lnTo>
                <ns0:lnTo>
                  <ns0:pt x="1009440" y="325579"/>
                </ns0:lnTo>
                <ns0:lnTo>
                  <ns0:pt x="1010880" y="322808"/>
                </ns0:lnTo>
                <ns0:lnTo>
                  <ns0:pt x="1012320" y="322301"/>
                </ns0:lnTo>
                <ns0:lnTo>
                  <ns0:pt x="1013760" y="322990"/>
                </ns0:lnTo>
                <ns0:lnTo>
                  <ns0:pt x="1015200" y="324101"/>
                </ns0:lnTo>
                <ns0:lnTo>
                  <ns0:pt x="1016640" y="325018"/>
                </ns0:lnTo>
                <ns0:lnTo>
                  <ns0:pt x="1018080" y="325230"/>
                </ns0:lnTo>
                <ns0:lnTo>
                  <ns0:pt x="1019520" y="325377"/>
                </ns0:lnTo>
                <ns0:lnTo>
                  <ns0:pt x="1020960" y="325607"/>
                </ns0:lnTo>
                <ns0:lnTo>
                  <ns0:pt x="1022400" y="325859"/>
                </ns0:lnTo>
                <ns0:lnTo>
                  <ns0:pt x="1023840" y="326303"/>
                </ns0:lnTo>
                <ns0:lnTo>
                  <ns0:pt x="1025280" y="327291"/>
                </ns0:lnTo>
                <ns0:lnTo>
                  <ns0:pt x="1026720" y="327766"/>
                </ns0:lnTo>
                <ns0:lnTo>
                  <ns0:pt x="1028160" y="327434"/>
                </ns0:lnTo>
                <ns0:lnTo>
                  <ns0:pt x="1029600" y="326240"/>
                </ns0:lnTo>
                <ns0:lnTo>
                  <ns0:pt x="1031040" y="323039"/>
                </ns0:lnTo>
                <ns0:lnTo>
                  <ns0:pt x="1032480" y="316956"/>
                </ns0:lnTo>
                <ns0:lnTo>
                  <ns0:pt x="1033920" y="310414"/>
                </ns0:lnTo>
                <ns0:lnTo>
                  <ns0:pt x="1035360" y="304308"/>
                </ns0:lnTo>
                <ns0:lnTo>
                  <ns0:pt x="1036800" y="297497"/>
                </ns0:lnTo>
                <ns0:lnTo>
                  <ns0:pt x="1038240" y="291443"/>
                </ns0:lnTo>
                <ns0:lnTo>
                  <ns0:pt x="1039680" y="289082"/>
                </ns0:lnTo>
                <ns0:lnTo>
                  <ns0:pt x="1041120" y="289599"/>
                </ns0:lnTo>
                <ns0:lnTo>
                  <ns0:pt x="1042560" y="291244"/>
                </ns0:lnTo>
                <ns0:lnTo>
                  <ns0:pt x="1044000" y="292717"/>
                </ns0:lnTo>
                <ns0:lnTo>
                  <ns0:pt x="1045440" y="293662"/>
                </ns0:lnTo>
                <ns0:lnTo>
                  <ns0:pt x="1046880" y="293467"/>
                </ns0:lnTo>
                <ns0:lnTo>
                  <ns0:pt x="1048320" y="292189"/>
                </ns0:lnTo>
                <ns0:lnTo>
                  <ns0:pt x="1049760" y="290428"/>
                </ns0:lnTo>
                <ns0:lnTo>
                  <ns0:pt x="1051200" y="288189"/>
                </ns0:lnTo>
                <ns0:lnTo>
                  <ns0:pt x="1052640" y="286299"/>
                </ns0:lnTo>
                <ns0:lnTo>
                  <ns0:pt x="1054080" y="286761"/>
                </ns0:lnTo>
                <ns0:lnTo>
                  <ns0:pt x="1055520" y="288330"/>
                </ns0:lnTo>
                <ns0:lnTo>
                  <ns0:pt x="1056960" y="290030"/>
                </ns0:lnTo>
                <ns0:lnTo>
                  <ns0:pt x="1058400" y="291511"/>
                </ns0:lnTo>
                <ns0:lnTo>
                  <ns0:pt x="1059840" y="291367"/>
                </ns0:lnTo>
                <ns0:lnTo>
                  <ns0:pt x="1061280" y="288136"/>
                </ns0:lnTo>
                <ns0:lnTo>
                  <ns0:pt x="1062720" y="283352"/>
                </ns0:lnTo>
                <ns0:lnTo>
                  <ns0:pt x="1064160" y="277927"/>
                </ns0:lnTo>
                <ns0:lnTo>
                  <ns0:pt x="1065600" y="272671"/>
                </ns0:lnTo>
                <ns0:lnTo>
                  <ns0:pt x="1067040" y="268487"/>
                </ns0:lnTo>
                <ns0:lnTo>
                  <ns0:pt x="1068480" y="267028"/>
                </ns0:lnTo>
                <ns0:lnTo>
                  <ns0:pt x="1069920" y="266897"/>
                </ns0:lnTo>
                <ns0:lnTo>
                  <ns0:pt x="1071360" y="266791"/>
                </ns0:lnTo>
                <ns0:lnTo>
                  <ns0:pt x="1072800" y="266488"/>
                </ns0:lnTo>
                <ns0:lnTo>
                  <ns0:pt x="1074240" y="266497"/>
                </ns0:lnTo>
                <ns0:lnTo>
                  <ns0:pt x="1075680" y="265825"/>
                </ns0:lnTo>
                <ns0:lnTo>
                  <ns0:pt x="1077120" y="264227"/>
                </ns0:lnTo>
                <ns0:lnTo>
                  <ns0:pt x="1078560" y="262507"/>
                </ns0:lnTo>
                <ns0:lnTo>
                  <ns0:pt x="1080000" y="260589"/>
                </ns0:lnTo>
                <ns0:lnTo>
                  <ns0:pt x="1081440" y="259860"/>
                </ns0:lnTo>
                <ns0:lnTo>
                  <ns0:pt x="1082880" y="262323"/>
                </ns0:lnTo>
                <ns0:lnTo>
                  <ns0:pt x="1084320" y="265903"/>
                </ns0:lnTo>
                <ns0:lnTo>
                  <ns0:pt x="1085760" y="269676"/>
                </ns0:lnTo>
                <ns0:lnTo>
                  <ns0:pt x="1087200" y="273257"/>
                </ns0:lnTo>
                <ns0:lnTo>
                  <ns0:pt x="1088640" y="274699"/>
                </ns0:lnTo>
                <ns0:lnTo>
                  <ns0:pt x="1090080" y="272454"/>
                </ns0:lnTo>
                <ns0:lnTo>
                  <ns0:pt x="1091520" y="268545"/>
                </ns0:lnTo>
                <ns0:lnTo>
                  <ns0:pt x="1092960" y="263966"/>
                </ns0:lnTo>
                <ns0:lnTo>
                  <ns0:pt x="1094400" y="259024"/>
                </ns0:lnTo>
                <ns0:lnTo>
                  <ns0:pt x="1095840" y="254771"/>
                </ns0:lnTo>
                <ns0:lnTo>
                  <ns0:pt x="1097280" y="253145"/>
                </ns0:lnTo>
                <ns0:lnTo>
                  <ns0:pt x="1098720" y="252775"/>
                </ns0:lnTo>
                <ns0:lnTo>
                  <ns0:pt x="1100160" y="252789"/>
                </ns0:lnTo>
                <ns0:lnTo>
                  <ns0:pt x="1101600" y="252713"/>
                </ns0:lnTo>
                <ns0:lnTo>
                  <ns0:pt x="1103040" y="252782"/>
                </ns0:lnTo>
                <ns0:lnTo>
                  <ns0:pt x="1104480" y="253012"/>
                </ns0:lnTo>
                <ns0:lnTo>
                  <ns0:pt x="1105920" y="254776"/>
                </ns0:lnTo>
                <ns0:lnTo>
                  <ns0:pt x="1107360" y="258048"/>
                </ns0:lnTo>
                <ns0:lnTo>
                  <ns0:pt x="1108800" y="261554"/>
                </ns0:lnTo>
                <ns0:lnTo>
                  <ns0:pt x="1110240" y="265416"/>
                </ns0:lnTo>
                <ns0:lnTo>
                  <ns0:pt x="1111680" y="270082"/>
                </ns0:lnTo>
                <ns0:lnTo>
                  <ns0:pt x="1113120" y="273993"/>
                </ns0:lnTo>
                <ns0:lnTo>
                  <ns0:pt x="1114560" y="277226"/>
                </ns0:lnTo>
                <ns0:lnTo>
                  <ns0:pt x="1116000" y="280365"/>
                </ns0:lnTo>
                <ns0:lnTo>
                  <ns0:pt x="1117440" y="281356"/>
                </ns0:lnTo>
                <ns0:lnTo>
                  <ns0:pt x="1118880" y="279070"/>
                </ns0:lnTo>
                <ns0:lnTo>
                  <ns0:pt x="1120320" y="275464"/>
                </ns0:lnTo>
                <ns0:lnTo>
                  <ns0:pt x="1121760" y="271377"/>
                </ns0:lnTo>
                <ns0:lnTo>
                  <ns0:pt x="1123200" y="267095"/>
                </ns0:lnTo>
                <ns0:lnTo>
                  <ns0:pt x="1124640" y="263318"/>
                </ns0:lnTo>
                <ns0:lnTo>
                  <ns0:pt x="1126080" y="261791"/>
                </ns0:lnTo>
                <ns0:lnTo>
                  <ns0:pt x="1127520" y="262178"/>
                </ns0:lnTo>
                <ns0:lnTo>
                  <ns0:pt x="1128960" y="263695"/>
                </ns0:lnTo>
                <ns0:lnTo>
                  <ns0:pt x="1130400" y="265750"/>
                </ns0:lnTo>
                <ns0:lnTo>
                  <ns0:pt x="1131840" y="267797"/>
                </ns0:lnTo>
                <ns0:lnTo>
                  <ns0:pt x="1133280" y="268637"/>
                </ns0:lnTo>
                <ns0:lnTo>
                  <ns0:pt x="1134720" y="269170"/>
                </ns0:lnTo>
                <ns0:lnTo>
                  <ns0:pt x="1136160" y="269762"/>
                </ns0:lnTo>
                <ns0:lnTo>
                  <ns0:pt x="1137600" y="270253"/>
                </ns0:lnTo>
                <ns0:lnTo>
                  <ns0:pt x="1139040" y="270899"/>
                </ns0:lnTo>
                <ns0:lnTo>
                  <ns0:pt x="1140480" y="272263"/>
                </ns0:lnTo>
                <ns0:lnTo>
                  <ns0:pt x="1141920" y="273347"/>
                </ns0:lnTo>
                <ns0:lnTo>
                  <ns0:pt x="1143360" y="273622"/>
                </ns0:lnTo>
                <ns0:lnTo>
                  <ns0:pt x="1144800" y="273413"/>
                </ns0:lnTo>
                <ns0:lnTo>
                  <ns0:pt x="1146240" y="271600"/>
                </ns0:lnTo>
                <ns0:lnTo>
                  <ns0:pt x="1147680" y="266974"/>
                </ns0:lnTo>
                <ns0:lnTo>
                  <ns0:pt x="1149120" y="261483"/>
                </ns0:lnTo>
                <ns0:lnTo>
                  <ns0:pt x="1150560" y="255898"/>
                </ns0:lnTo>
                <ns0:lnTo>
                  <ns0:pt x="1152000" y="249745"/>
                </ns0:lnTo>
                <ns0:lnTo>
                  <ns0:pt x="1153440" y="244718"/>
                </ns0:lnTo>
                <ns0:lnTo>
                  <ns0:pt x="1154880" y="242965"/>
                </ns0:lnTo>
                <ns0:lnTo>
                  <ns0:pt x="1156320" y="242698"/>
                </ns0:lnTo>
                <ns0:lnTo>
                  <ns0:pt x="1157760" y="242831"/>
                </ns0:lnTo>
                <ns0:lnTo>
                  <ns0:pt x="1159200" y="242581"/>
                </ns0:lnTo>
                <ns0:lnTo>
                  <ns0:pt x="1160640" y="242501"/>
                </ns0:lnTo>
                <ns0:lnTo>
                  <ns0:pt x="1162080" y="243072"/>
                </ns0:lnTo>
                <ns0:lnTo>
                  <ns0:pt x="1163520" y="244115"/>
                </ns0:lnTo>
                <ns0:lnTo>
                  <ns0:pt x="1164960" y="245303"/>
                </ns0:lnTo>
                <ns0:lnTo>
                  <ns0:pt x="1166400" y="245806"/>
                </ns0:lnTo>
                <ns0:lnTo>
                  <ns0:pt x="1167840" y="246815"/>
                </ns0:lnTo>
                <ns0:lnTo>
                  <ns0:pt x="1169280" y="250867"/>
                </ns0:lnTo>
                <ns0:lnTo>
                  <ns0:pt x="1170720" y="256027"/>
                </ns0:lnTo>
                <ns0:lnTo>
                  <ns0:pt x="1172160" y="261579"/>
                </ns0:lnTo>
                <ns0:lnTo>
                  <ns0:pt x="1173600" y="267098"/>
                </ns0:lnTo>
                <ns0:lnTo>
                  <ns0:pt x="1175040" y="270443"/>
                </ns0:lnTo>
                <ns0:lnTo>
                  <ns0:pt x="1176480" y="270008"/>
                </ns0:lnTo>
                <ns0:lnTo>
                  <ns0:pt x="1177920" y="267468"/>
                </ns0:lnTo>
                <ns0:lnTo>
                  <ns0:pt x="1179360" y="263840"/>
                </ns0:lnTo>
                <ns0:lnTo>
                  <ns0:pt x="1180800" y="259978"/>
                </ns0:lnTo>
                <ns0:lnTo>
                  <ns0:pt x="1182240" y="257159"/>
                </ns0:lnTo>
                <ns0:lnTo>
                  <ns0:pt x="1183680" y="256596"/>
                </ns0:lnTo>
                <ns0:lnTo>
                  <ns0:pt x="1185120" y="256825"/>
                </ns0:lnTo>
                <ns0:lnTo>
                  <ns0:pt x="1186560" y="256847"/>
                </ns0:lnTo>
                <ns0:lnTo>
                  <ns0:pt x="1188000" y="256480"/>
                </ns0:lnTo>
                <ns0:lnTo>
                  <ns0:pt x="1189440" y="256581"/>
                </ns0:lnTo>
                <ns0:lnTo>
                  <ns0:pt x="1190880" y="256947"/>
                </ns0:lnTo>
                <ns0:lnTo>
                  <ns0:pt x="1192320" y="257927"/>
                </ns0:lnTo>
                <ns0:lnTo>
                  <ns0:pt x="1193760" y="259372"/>
                </ns0:lnTo>
                <ns0:lnTo>
                  <ns0:pt x="1195200" y="260814"/>
                </ns0:lnTo>
                <ns0:lnTo>
                  <ns0:pt x="1196640" y="262638"/>
                </ns0:lnTo>
                <ns0:lnTo>
                  <ns0:pt x="1198080" y="265678"/>
                </ns0:lnTo>
                <ns0:lnTo>
                  <ns0:pt x="1199520" y="268627"/>
                </ns0:lnTo>
                <ns0:lnTo>
                  <ns0:pt x="1200960" y="271112"/>
                </ns0:lnTo>
                <ns0:lnTo>
                  <ns0:pt x="1202400" y="273505"/>
                </ns0:lnTo>
                <ns0:lnTo>
                  <ns0:pt x="1203840" y="274257"/>
                </ns0:lnTo>
                <ns0:lnTo>
                  <ns0:pt x="1205280" y="271580"/>
                </ns0:lnTo>
                <ns0:lnTo>
                  <ns0:pt x="1206720" y="267256"/>
                </ns0:lnTo>
                <ns0:lnTo>
                  <ns0:pt x="1208160" y="261932"/>
                </ns0:lnTo>
                <ns0:lnTo>
                  <ns0:pt x="1209600" y="255970"/>
                </ns0:lnTo>
                <ns0:lnTo>
                  <ns0:pt x="1211040" y="250983"/>
                </ns0:lnTo>
                <ns0:lnTo>
                  <ns0:pt x="1212480" y="249188"/>
                </ns0:lnTo>
                <ns0:lnTo>
                  <ns0:pt x="1213920" y="248951"/>
                </ns0:lnTo>
                <ns0:lnTo>
                  <ns0:pt x="1215360" y="249147"/>
                </ns0:lnTo>
                <ns0:lnTo>
                  <ns0:pt x="1216800" y="249418"/>
                </ns0:lnTo>
                <ns0:lnTo>
                  <ns0:pt x="1218240" y="249852"/>
                </ns0:lnTo>
                <ns0:lnTo>
                  <ns0:pt x="1219680" y="249885"/>
                </ns0:lnTo>
                <ns0:lnTo>
                  <ns0:pt x="1221120" y="249939"/>
                </ns0:lnTo>
                <ns0:lnTo>
                  <ns0:pt x="1222560" y="250340"/>
                </ns0:lnTo>
                <ns0:lnTo>
                  <ns0:pt x="1224000" y="251808"/>
                </ns0:lnTo>
                <ns0:lnTo>
                  <ns0:pt x="1225440" y="257490"/>
                </ns0:lnTo>
                <ns0:lnTo>
                  <ns0:pt x="1226880" y="268144"/>
                </ns0:lnTo>
                <ns0:lnTo>
                  <ns0:pt x="1228320" y="278460"/>
                </ns0:lnTo>
                <ns0:lnTo>
                  <ns0:pt x="1229760" y="286229"/>
                </ns0:lnTo>
                <ns0:lnTo>
                  <ns0:pt x="1231200" y="291467"/>
                </ns0:lnTo>
                <ns0:lnTo>
                  <ns0:pt x="1232640" y="293325"/>
                </ns0:lnTo>
                <ns0:lnTo>
                  <ns0:pt x="1234080" y="291549"/>
                </ns0:lnTo>
                <ns0:lnTo>
                  <ns0:pt x="1235520" y="288351"/>
                </ns0:lnTo>
                <ns0:lnTo>
                  <ns0:pt x="1236960" y="284565"/>
                </ns0:lnTo>
                <ns0:lnTo>
                  <ns0:pt x="1238400" y="280328"/>
                </ns0:lnTo>
                <ns0:lnTo>
                  <ns0:pt x="1239840" y="276826"/>
                </ns0:lnTo>
                <ns0:lnTo>
                  <ns0:pt x="1241280" y="275610"/>
                </ns0:lnTo>
                <ns0:lnTo>
                  <ns0:pt x="1242720" y="275437"/>
                </ns0:lnTo>
                <ns0:lnTo>
                  <ns0:pt x="1244160" y="275667"/>
                </ns0:lnTo>
                <ns0:lnTo>
                  <ns0:pt x="1245600" y="275909"/>
                </ns0:lnTo>
                <ns0:lnTo>
                  <ns0:pt x="1247040" y="276236"/>
                </ns0:lnTo>
                <ns0:lnTo>
                  <ns0:pt x="1248480" y="276720"/>
                </ns0:lnTo>
                <ns0:lnTo>
                  <ns0:pt x="1249920" y="278229"/>
                </ns0:lnTo>
                <ns0:lnTo>
                  <ns0:pt x="1251360" y="280642"/>
                </ns0:lnTo>
                <ns0:lnTo>
                  <ns0:pt x="1252800" y="283087"/>
                </ns0:lnTo>
                <ns0:lnTo>
                  <ns0:pt x="1254240" y="285899"/>
                </ns0:lnTo>
                <ns0:lnTo>
                  <ns0:pt x="1255680" y="289966"/>
                </ns0:lnTo>
                <ns0:lnTo>
                  <ns0:pt x="1257120" y="293958"/>
                </ns0:lnTo>
                <ns0:lnTo>
                  <ns0:pt x="1258560" y="297354"/>
                </ns0:lnTo>
                <ns0:lnTo>
                  <ns0:pt x="1260000" y="300095"/>
                </ns0:lnTo>
                <ns0:lnTo>
                  <ns0:pt x="1261440" y="299123"/>
                </ns0:lnTo>
                <ns0:lnTo>
                  <ns0:pt x="1262880" y="292176"/>
                </ns0:lnTo>
                <ns0:lnTo>
                  <ns0:pt x="1264320" y="282779"/>
                </ns0:lnTo>
                <ns0:lnTo>
                  <ns0:pt x="1265760" y="273803"/>
                </ns0:lnTo>
                <ns0:lnTo>
                  <ns0:pt x="1267200" y="266513"/>
                </ns0:lnTo>
                <ns0:lnTo>
                  <ns0:pt x="1268640" y="261821"/>
                </ns0:lnTo>
                <ns0:lnTo>
                  <ns0:pt x="1270080" y="260307"/>
                </ns0:lnTo>
                <ns0:lnTo>
                  <ns0:pt x="1271520" y="260069"/>
                </ns0:lnTo>
                <ns0:lnTo>
                  <ns0:pt x="1272960" y="260301"/>
                </ns0:lnTo>
                <ns0:lnTo>
                  <ns0:pt x="1274400" y="260799"/>
                </ns0:lnTo>
                <ns0:lnTo>
                  <ns0:pt x="1275840" y="261520"/>
                </ns0:lnTo>
                <ns0:lnTo>
                  <ns0:pt x="1277280" y="261837"/>
                </ns0:lnTo>
                <ns0:lnTo>
                  <ns0:pt x="1278720" y="262134"/>
                </ns0:lnTo>
                <ns0:lnTo>
                  <ns0:pt x="1280160" y="262701"/>
                </ns0:lnTo>
                <ns0:lnTo>
                  <ns0:pt x="1281600" y="264272"/>
                </ns0:lnTo>
                <ns0:lnTo>
                  <ns0:pt x="1283040" y="269877"/>
                </ns0:lnTo>
                <ns0:lnTo>
                  <ns0:pt x="1284480" y="279909"/>
                </ns0:lnTo>
                <ns0:lnTo>
                  <ns0:pt x="1285920" y="289096"/>
                </ns0:lnTo>
                <ns0:lnTo>
                  <ns0:pt x="1287360" y="295849"/>
                </ns0:lnTo>
                <ns0:lnTo>
                  <ns0:pt x="1288800" y="299793"/>
                </ns0:lnTo>
                <ns0:lnTo>
                  <ns0:pt x="1290240" y="300310"/>
                </ns0:lnTo>
                <ns0:lnTo>
                  <ns0:pt x="1291680" y="297515"/>
                </ns0:lnTo>
                <ns0:lnTo>
                  <ns0:pt x="1293120" y="293734"/>
                </ns0:lnTo>
                <ns0:lnTo>
                  <ns0:pt x="1294560" y="289685"/>
                </ns0:lnTo>
                <ns0:lnTo>
                  <ns0:pt x="1296000" y="285154"/>
                </ns0:lnTo>
                <ns0:lnTo>
                  <ns0:pt x="1297440" y="281772"/>
                </ns0:lnTo>
                <ns0:lnTo>
                  <ns0:pt x="1298880" y="281129"/>
                </ns0:lnTo>
                <ns0:lnTo>
                  <ns0:pt x="1300320" y="281635"/>
                </ns0:lnTo>
                <ns0:lnTo>
                  <ns0:pt x="1301760" y="282352"/>
                </ns0:lnTo>
                <ns0:lnTo>
                  <ns0:pt x="1303200" y="283133"/>
                </ns0:lnTo>
                <ns0:lnTo>
                  <ns0:pt x="1304640" y="284090"/>
                </ns0:lnTo>
                <ns0:lnTo>
                  <ns0:pt x="1306080" y="284482"/>
                </ns0:lnTo>
                <ns0:lnTo>
                  <ns0:pt x="1307520" y="284710"/>
                </ns0:lnTo>
                <ns0:lnTo>
                  <ns0:pt x="1308960" y="284964"/>
                </ns0:lnTo>
                <ns0:lnTo>
                  <ns0:pt x="1310400" y="285558"/>
                </ns0:lnTo>
                <ns0:lnTo>
                  <ns0:pt x="1311840" y="287735"/>
                </ns0:lnTo>
                <ns0:lnTo>
                  <ns0:pt x="1313280" y="293009"/>
                </ns0:lnTo>
                <ns0:lnTo>
                  <ns0:pt x="1314720" y="299348"/>
                </ns0:lnTo>
                <ns0:lnTo>
                  <ns0:pt x="1316160" y="305316"/>
                </ns0:lnTo>
                <ns0:lnTo>
                  <ns0:pt x="1317600" y="310001"/>
                </ns0:lnTo>
                <ns0:lnTo>
                  <ns0:pt x="1319040" y="310095"/>
                </ns0:lnTo>
                <ns0:lnTo>
                  <ns0:pt x="1320480" y="303894"/>
                </ns0:lnTo>
                <ns0:lnTo>
                  <ns0:pt x="1321920" y="295455"/>
                </ns0:lnTo>
                <ns0:lnTo>
                  <ns0:pt x="1323360" y="287268"/>
                </ns0:lnTo>
                <ns0:lnTo>
                  <ns0:pt x="1324800" y="281142"/>
                </ns0:lnTo>
                <ns0:lnTo>
                  <ns0:pt x="1326240" y="277679"/>
                </ns0:lnTo>
                <ns0:lnTo>
                  <ns0:pt x="1327680" y="276618"/>
                </ns0:lnTo>
                <ns0:lnTo>
                  <ns0:pt x="1329120" y="276306"/>
                </ns0:lnTo>
                <ns0:lnTo>
                  <ns0:pt x="1330560" y="276283"/>
                </ns0:lnTo>
                <ns0:lnTo>
                  <ns0:pt x="1332000" y="276355"/>
                </ns0:lnTo>
                <ns0:lnTo>
                  <ns0:pt x="1333440" y="276363"/>
                </ns0:lnTo>
                <ns0:lnTo>
                  <ns0:pt x="1334880" y="276205"/>
                </ns0:lnTo>
                <ns0:lnTo>
                  <ns0:pt x="1336320" y="276823"/>
                </ns0:lnTo>
                <ns0:lnTo>
                  <ns0:pt x="1337760" y="278475"/>
                </ns0:lnTo>
                <ns0:lnTo>
                  <ns0:pt x="1339200" y="280321"/>
                </ns0:lnTo>
                <ns0:lnTo>
                  <ns0:pt x="1340640" y="282873"/>
                </ns0:lnTo>
                <ns0:lnTo>
                  <ns0:pt x="1342080" y="287796"/>
                </ns0:lnTo>
                <ns0:lnTo>
                  <ns0:pt x="1343520" y="293581"/>
                </ns0:lnTo>
                <ns0:lnTo>
                  <ns0:pt x="1344960" y="299614"/>
                </ns0:lnTo>
                <ns0:lnTo>
                  <ns0:pt x="1346400" y="305912"/>
                </ns0:lnTo>
                <ns0:lnTo>
                  <ns0:pt x="1347840" y="309031"/>
                </ns0:lnTo>
                <ns0:lnTo>
                  <ns0:pt x="1349280" y="306582"/>
                </ns0:lnTo>
                <ns0:lnTo>
                  <ns0:pt x="1350720" y="301248"/>
                </ns0:lnTo>
                <ns0:lnTo>
                  <ns0:pt x="1352160" y="294602"/>
                </ns0:lnTo>
                <ns0:lnTo>
                  <ns0:pt x="1353600" y="288377"/>
                </ns0:lnTo>
                <ns0:lnTo>
                  <ns0:pt x="1355040" y="284148"/>
                </ns0:lnTo>
                <ns0:lnTo>
                  <ns0:pt x="1356480" y="282203"/>
                </ns0:lnTo>
                <ns0:lnTo>
                  <ns0:pt x="1357920" y="281456"/>
                </ns0:lnTo>
                <ns0:lnTo>
                  <ns0:pt x="1359360" y="281345"/>
                </ns0:lnTo>
                <ns0:lnTo>
                  <ns0:pt x="1360800" y="281414"/>
                </ns0:lnTo>
                <ns0:lnTo>
                  <ns0:pt x="1362240" y="281513"/>
                </ns0:lnTo>
                <ns0:lnTo>
                  <ns0:pt x="1363680" y="281739"/>
                </ns0:lnTo>
                <ns0:lnTo>
                  <ns0:pt x="1365120" y="283003"/>
                </ns0:lnTo>
                <ns0:lnTo>
                  <ns0:pt x="1366560" y="287057"/>
                </ns0:lnTo>
                <ns0:lnTo>
                  <ns0:pt x="1368000" y="292830"/>
                </ns0:lnTo>
                <ns0:lnTo>
                  <ns0:pt x="1369440" y="300069"/>
                </ns0:lnTo>
                <ns0:lnTo>
                  <ns0:pt x="1370880" y="308215"/>
                </ns0:lnTo>
                <ns0:lnTo>
                  <ns0:pt x="1372320" y="313910"/>
                </ns0:lnTo>
                <ns0:lnTo>
                  <ns0:pt x="1373760" y="316481"/>
                </ns0:lnTo>
                <ns0:lnTo>
                  <ns0:pt x="1375200" y="317230"/>
                </ns0:lnTo>
                <ns0:lnTo>
                  <ns0:pt x="1376640" y="316026"/>
                </ns0:lnTo>
                <ns0:lnTo>
                  <ns0:pt x="1378080" y="312092"/>
                </ns0:lnTo>
                <ns0:lnTo>
                  <ns0:pt x="1379520" y="306687"/>
                </ns0:lnTo>
                <ns0:lnTo>
                  <ns0:pt x="1380960" y="300149"/>
                </ns0:lnTo>
                <ns0:lnTo>
                  <ns0:pt x="1382400" y="292027"/>
                </ns0:lnTo>
                <ns0:lnTo>
                  <ns0:pt x="1383840" y="285447"/>
                </ns0:lnTo>
                <ns0:lnTo>
                  <ns0:pt x="1385280" y="282671"/>
                </ns0:lnTo>
                <ns0:lnTo>
                  <ns0:pt x="1386720" y="281829"/>
                </ns0:lnTo>
                <ns0:lnTo>
                  <ns0:pt x="1388160" y="282679"/>
                </ns0:lnTo>
                <ns0:lnTo>
                  <ns0:pt x="1389600" y="283812"/>
                </ns0:lnTo>
                <ns0:lnTo>
                  <ns0:pt x="1391040" y="284031"/>
                </ns0:lnTo>
                <ns0:lnTo>
                  <ns0:pt x="1392480" y="284495"/>
                </ns0:lnTo>
                <ns0:lnTo>
                  <ns0:pt x="1393920" y="286006"/>
                </ns0:lnTo>
                <ns0:lnTo>
                  <ns0:pt x="1395360" y="287855"/>
                </ns0:lnTo>
                <ns0:lnTo>
                  <ns0:pt x="1396800" y="289602"/>
                </ns0:lnTo>
                <ns0:lnTo>
                  <ns0:pt x="1398240" y="291670"/>
                </ns0:lnTo>
                <ns0:lnTo>
                  <ns0:pt x="1399680" y="294762"/>
                </ns0:lnTo>
                <ns0:lnTo>
                  <ns0:pt x="1401120" y="297867"/>
                </ns0:lnTo>
                <ns0:lnTo>
                  <ns0:pt x="1402560" y="298832"/>
                </ns0:lnTo>
                <ns0:lnTo>
                  <ns0:pt x="1404000" y="296837"/>
                </ns0:lnTo>
                <ns0:lnTo>
                  <ns0:pt x="1405440" y="291287"/>
                </ns0:lnTo>
                <ns0:lnTo>
                  <ns0:pt x="1406880" y="282503"/>
                </ns0:lnTo>
                <ns0:lnTo>
                  <ns0:pt x="1408320" y="274683"/>
                </ns0:lnTo>
                <ns0:lnTo>
                  <ns0:pt x="1409760" y="269447"/>
                </ns0:lnTo>
                <ns0:lnTo>
                  <ns0:pt x="1411200" y="265873"/>
                </ns0:lnTo>
                <ns0:lnTo>
                  <ns0:pt x="1412640" y="264340"/>
                </ns0:lnTo>
                <ns0:lnTo>
                  <ns0:pt x="1414080" y="264425"/>
                </ns0:lnTo>
                <ns0:lnTo>
                  <ns0:pt x="1415520" y="264498"/>
                </ns0:lnTo>
                <ns0:lnTo>
                  <ns0:pt x="1416960" y="264341"/>
                </ns0:lnTo>
                <ns0:lnTo>
                  <ns0:pt x="1418400" y="264113"/>
                </ns0:lnTo>
                <ns0:lnTo>
                  <ns0:pt x="1419840" y="264495"/>
                </ns0:lnTo>
                <ns0:lnTo>
                  <ns0:pt x="1421280" y="265599"/>
                </ns0:lnTo>
                <ns0:lnTo>
                  <ns0:pt x="1422720" y="269008"/>
                </ns0:lnTo>
                <ns0:lnTo>
                  <ns0:pt x="1424160" y="270151"/>
                </ns0:lnTo>
                <ns0:lnTo>
                  <ns0:pt x="1425600" y="271267"/>
                </ns0:lnTo>
                <ns0:lnTo>
                  <ns0:pt x="1427040" y="272603"/>
                </ns0:lnTo>
                <ns0:lnTo>
                  <ns0:pt x="1428480" y="273858"/>
                </ns0:lnTo>
                <ns0:lnTo>
                  <ns0:pt x="1429920" y="274145"/>
                </ns0:lnTo>
                <ns0:lnTo>
                  <ns0:pt x="1431360" y="273668"/>
                </ns0:lnTo>
                <ns0:lnTo>
                  <ns0:pt x="1432800" y="272950"/>
                </ns0:lnTo>
                <ns0:lnTo>
                  <ns0:pt x="1434240" y="271172"/>
                </ns0:lnTo>
                <ns0:lnTo>
                  <ns0:pt x="1435680" y="266561"/>
                </ns0:lnTo>
                <ns0:lnTo>
                  <ns0:pt x="1437120" y="259713"/>
                </ns0:lnTo>
                <ns0:lnTo>
                  <ns0:pt x="1438560" y="251036"/>
                </ns0:lnTo>
                <ns0:lnTo>
                  <ns0:pt x="1440000" y="243701"/>
                </ns0:lnTo>
                <ns0:lnTo>
                  <ns0:pt x="1440000" y="197090"/>
                </ns0:lnTo>
                <ns0:lnTo>
                  <ns0:pt x="1440000" y="197090"/>
                </ns0:lnTo>
                <ns0:lnTo>
                  <ns0:pt x="1438560" y="197721"/>
                </ns0:lnTo>
                <ns0:lnTo>
                  <ns0:pt x="1437120" y="198087"/>
                </ns0:lnTo>
                <ns0:lnTo>
                  <ns0:pt x="1435680" y="199271"/>
                </ns0:lnTo>
                <ns0:lnTo>
                  <ns0:pt x="1434240" y="201056"/>
                </ns0:lnTo>
                <ns0:lnTo>
                  <ns0:pt x="1432800" y="203053"/>
                </ns0:lnTo>
                <ns0:lnTo>
                  <ns0:pt x="1431360" y="204822"/>
                </ns0:lnTo>
                <ns0:lnTo>
                  <ns0:pt x="1429920" y="206430"/>
                </ns0:lnTo>
                <ns0:lnTo>
                  <ns0:pt x="1428480" y="207645"/>
                </ns0:lnTo>
                <ns0:lnTo>
                  <ns0:pt x="1427040" y="207666"/>
                </ns0:lnTo>
                <ns0:lnTo>
                  <ns0:pt x="1425600" y="207191"/>
                </ns0:lnTo>
                <ns0:lnTo>
                  <ns0:pt x="1424160" y="207200"/>
                </ns0:lnTo>
                <ns0:lnTo>
                  <ns0:pt x="1422720" y="206957"/>
                </ns0:lnTo>
                <ns0:lnTo>
                  <ns0:pt x="1421280" y="205395"/>
                </ns0:lnTo>
                <ns0:lnTo>
                  <ns0:pt x="1419840" y="204127"/>
                </ns0:lnTo>
                <ns0:lnTo>
                  <ns0:pt x="1418400" y="202506"/>
                </ns0:lnTo>
                <ns0:lnTo>
                  <ns0:pt x="1416960" y="199687"/>
                </ns0:lnTo>
                <ns0:lnTo>
                  <ns0:pt x="1415520" y="197754"/>
                </ns0:lnTo>
                <ns0:lnTo>
                  <ns0:pt x="1414080" y="196876"/>
                </ns0:lnTo>
                <ns0:lnTo>
                  <ns0:pt x="1412640" y="196696"/>
                </ns0:lnTo>
                <ns0:lnTo>
                  <ns0:pt x="1411200" y="197939"/>
                </ns0:lnTo>
                <ns0:lnTo>
                  <ns0:pt x="1409760" y="200558"/>
                </ns0:lnTo>
                <ns0:lnTo>
                  <ns0:pt x="1408320" y="203509"/>
                </ns0:lnTo>
                <ns0:lnTo>
                  <ns0:pt x="1406880" y="206023"/>
                </ns0:lnTo>
                <ns0:lnTo>
                  <ns0:pt x="1405440" y="207437"/>
                </ns0:lnTo>
                <ns0:lnTo>
                  <ns0:pt x="1404000" y="208131"/>
                </ns0:lnTo>
                <ns0:lnTo>
                  <ns0:pt x="1402560" y="208326"/>
                </ns0:lnTo>
                <ns0:lnTo>
                  <ns0:pt x="1401120" y="208160"/>
                </ns0:lnTo>
                <ns0:lnTo>
                  <ns0:pt x="1399680" y="206130"/>
                </ns0:lnTo>
                <ns0:lnTo>
                  <ns0:pt x="1398240" y="202131"/>
                </ns0:lnTo>
                <ns0:lnTo>
                  <ns0:pt x="1396800" y="197297"/>
                </ns0:lnTo>
                <ns0:lnTo>
                  <ns0:pt x="1395360" y="192161"/>
                </ns0:lnTo>
                <ns0:lnTo>
                  <ns0:pt x="1393920" y="186570"/>
                </ns0:lnTo>
                <ns0:lnTo>
                  <ns0:pt x="1392480" y="180885"/>
                </ns0:lnTo>
                <ns0:lnTo>
                  <ns0:pt x="1391040" y="174614"/>
                </ns0:lnTo>
                <ns0:lnTo>
                  <ns0:pt x="1389600" y="167682"/>
                </ns0:lnTo>
                <ns0:lnTo>
                  <ns0:pt x="1388160" y="162417"/>
                </ns0:lnTo>
                <ns0:lnTo>
                  <ns0:pt x="1386720" y="161020"/>
                </ns0:lnTo>
                <ns0:lnTo>
                  <ns0:pt x="1385280" y="161734"/>
                </ns0:lnTo>
                <ns0:lnTo>
                  <ns0:pt x="1383840" y="163103"/>
                </ns0:lnTo>
                <ns0:lnTo>
                  <ns0:pt x="1382400" y="165317"/>
                </ns0:lnTo>
                <ns0:lnTo>
                  <ns0:pt x="1380960" y="169202"/>
                </ns0:lnTo>
                <ns0:lnTo>
                  <ns0:pt x="1379520" y="173613"/>
                </ns0:lnTo>
                <ns0:lnTo>
                  <ns0:pt x="1378080" y="177418"/>
                </ns0:lnTo>
                <ns0:lnTo>
                  <ns0:pt x="1376640" y="180160"/>
                </ns0:lnTo>
                <ns0:lnTo>
                  <ns0:pt x="1375200" y="180912"/>
                </ns0:lnTo>
                <ns0:lnTo>
                  <ns0:pt x="1373760" y="180522"/>
                </ns0:lnTo>
                <ns0:lnTo>
                  <ns0:pt x="1372320" y="179442"/>
                </ns0:lnTo>
                <ns0:lnTo>
                  <ns0:pt x="1370880" y="177520"/>
                </ns0:lnTo>
                <ns0:lnTo>
                  <ns0:pt x="1369440" y="174607"/>
                </ns0:lnTo>
                <ns0:lnTo>
                  <ns0:pt x="1368000" y="171220"/>
                </ns0:lnTo>
                <ns0:lnTo>
                  <ns0:pt x="1366560" y="168179"/>
                </ns0:lnTo>
                <ns0:lnTo>
                  <ns0:pt x="1365120" y="164959"/>
                </ns0:lnTo>
                <ns0:lnTo>
                  <ns0:pt x="1363680" y="162792"/>
                </ns0:lnTo>
                <ns0:lnTo>
                  <ns0:pt x="1362240" y="162141"/>
                </ns0:lnTo>
                <ns0:lnTo>
                  <ns0:pt x="1360800" y="161579"/>
                </ns0:lnTo>
                <ns0:lnTo>
                  <ns0:pt x="1359360" y="160591"/>
                </ns0:lnTo>
                <ns0:lnTo>
                  <ns0:pt x="1357920" y="161534"/>
                </ns0:lnTo>
                <ns0:lnTo>
                  <ns0:pt x="1356480" y="164809"/>
                </ns0:lnTo>
                <ns0:lnTo>
                  <ns0:pt x="1355040" y="171176"/>
                </ns0:lnTo>
                <ns0:lnTo>
                  <ns0:pt x="1353600" y="179994"/>
                </ns0:lnTo>
                <ns0:lnTo>
                  <ns0:pt x="1352160" y="187583"/>
                </ns0:lnTo>
                <ns0:lnTo>
                  <ns0:pt x="1350720" y="191377"/>
                </ns0:lnTo>
                <ns0:lnTo>
                  <ns0:pt x="1349280" y="192887"/>
                </ns0:lnTo>
                <ns0:lnTo>
                  <ns0:pt x="1347840" y="193391"/>
                </ns0:lnTo>
                <ns0:lnTo>
                  <ns0:pt x="1346400" y="192795"/>
                </ns0:lnTo>
                <ns0:lnTo>
                  <ns0:pt x="1344960" y="191147"/>
                </ns0:lnTo>
                <ns0:lnTo>
                  <ns0:pt x="1343520" y="188643"/>
                </ns0:lnTo>
                <ns0:lnTo>
                  <ns0:pt x="1342080" y="186274"/>
                </ns0:lnTo>
                <ns0:lnTo>
                  <ns0:pt x="1340640" y="184393"/>
                </ns0:lnTo>
                <ns0:lnTo>
                  <ns0:pt x="1339200" y="183413"/>
                </ns0:lnTo>
                <ns0:lnTo>
                  <ns0:pt x="1337760" y="182408"/>
                </ns0:lnTo>
                <ns0:lnTo>
                  <ns0:pt x="1336320" y="180974"/>
                </ns0:lnTo>
                <ns0:lnTo>
                  <ns0:pt x="1334880" y="180118"/>
                </ns0:lnTo>
                <ns0:lnTo>
                  <ns0:pt x="1333440" y="180571"/>
                </ns0:lnTo>
                <ns0:lnTo>
                  <ns0:pt x="1332000" y="180501"/>
                </ns0:lnTo>
                <ns0:lnTo>
                  <ns0:pt x="1330560" y="179267"/>
                </ns0:lnTo>
                <ns0:lnTo>
                  <ns0:pt x="1329120" y="179486"/>
                </ns0:lnTo>
                <ns0:lnTo>
                  <ns0:pt x="1327680" y="180945"/>
                </ns0:lnTo>
                <ns0:lnTo>
                  <ns0:pt x="1326240" y="183484"/>
                </ns0:lnTo>
                <ns0:lnTo>
                  <ns0:pt x="1324800" y="188088"/>
                </ns0:lnTo>
                <ns0:lnTo>
                  <ns0:pt x="1323360" y="194087"/>
                </ns0:lnTo>
                <ns0:lnTo>
                  <ns0:pt x="1321920" y="198413"/>
                </ns0:lnTo>
                <ns0:lnTo>
                  <ns0:pt x="1320480" y="200769"/>
                </ns0:lnTo>
                <ns0:lnTo>
                  <ns0:pt x="1319040" y="201791"/>
                </ns0:lnTo>
                <ns0:lnTo>
                  <ns0:pt x="1317600" y="201773"/>
                </ns0:lnTo>
                <ns0:lnTo>
                  <ns0:pt x="1316160" y="199992"/>
                </ns0:lnTo>
                <ns0:lnTo>
                  <ns0:pt x="1314720" y="197068"/>
                </ns0:lnTo>
                <ns0:lnTo>
                  <ns0:pt x="1313280" y="193885"/>
                </ns0:lnTo>
                <ns0:lnTo>
                  <ns0:pt x="1311840" y="190981"/>
                </ns0:lnTo>
                <ns0:lnTo>
                  <ns0:pt x="1310400" y="188884"/>
                </ns0:lnTo>
                <ns0:lnTo>
                  <ns0:pt x="1308960" y="187546"/>
                </ns0:lnTo>
                <ns0:lnTo>
                  <ns0:pt x="1307520" y="186048"/>
                </ns0:lnTo>
                <ns0:lnTo>
                  <ns0:pt x="1306080" y="183728"/>
                </ns0:lnTo>
                <ns0:lnTo>
                  <ns0:pt x="1304640" y="180769"/>
                </ns0:lnTo>
                <ns0:lnTo>
                  <ns0:pt x="1303200" y="175766"/>
                </ns0:lnTo>
                <ns0:lnTo>
                  <ns0:pt x="1301760" y="169829"/>
                </ns0:lnTo>
                <ns0:lnTo>
                  <ns0:pt x="1300320" y="166370"/>
                </ns0:lnTo>
                <ns0:lnTo>
                  <ns0:pt x="1298880" y="165229"/>
                </ns0:lnTo>
                <ns0:lnTo>
                  <ns0:pt x="1297440" y="166012"/>
                </ns0:lnTo>
                <ns0:lnTo>
                  <ns0:pt x="1296000" y="168973"/>
                </ns0:lnTo>
                <ns0:lnTo>
                  <ns0:pt x="1294560" y="173160"/>
                </ns0:lnTo>
                <ns0:lnTo>
                  <ns0:pt x="1293120" y="176676"/>
                </ns0:lnTo>
                <ns0:lnTo>
                  <ns0:pt x="1291680" y="179251"/>
                </ns0:lnTo>
                <ns0:lnTo>
                  <ns0:pt x="1290240" y="180663"/>
                </ns0:lnTo>
                <ns0:lnTo>
                  <ns0:pt x="1288800" y="180506"/>
                </ns0:lnTo>
                <ns0:lnTo>
                  <ns0:pt x="1287360" y="180092"/>
                </ns0:lnTo>
                <ns0:lnTo>
                  <ns0:pt x="1285920" y="180278"/>
                </ns0:lnTo>
                <ns0:lnTo>
                  <ns0:pt x="1284480" y="180856"/>
                </ns0:lnTo>
                <ns0:lnTo>
                  <ns0:pt x="1283040" y="180720"/>
                </ns0:lnTo>
                <ns0:lnTo>
                  <ns0:pt x="1281600" y="178703"/>
                </ns0:lnTo>
                <ns0:lnTo>
                  <ns0:pt x="1280160" y="176721"/>
                </ns0:lnTo>
                <ns0:lnTo>
                  <ns0:pt x="1278720" y="175226"/>
                </ns0:lnTo>
                <ns0:lnTo>
                  <ns0:pt x="1277280" y="174243"/>
                </ns0:lnTo>
                <ns0:lnTo>
                  <ns0:pt x="1275840" y="173359"/>
                </ns0:lnTo>
                <ns0:lnTo>
                  <ns0:pt x="1274400" y="171170"/>
                </ns0:lnTo>
                <ns0:lnTo>
                  <ns0:pt x="1272960" y="167598"/>
                </ns0:lnTo>
                <ns0:lnTo>
                  <ns0:pt x="1271520" y="165904"/>
                </ns0:lnTo>
                <ns0:lnTo>
                  <ns0:pt x="1270080" y="166847"/>
                </ns0:lnTo>
                <ns0:lnTo>
                  <ns0:pt x="1268640" y="169692"/>
                </ns0:lnTo>
                <ns0:lnTo>
                  <ns0:pt x="1267200" y="174525"/>
                </ns0:lnTo>
                <ns0:lnTo>
                  <ns0:pt x="1265760" y="180697"/>
                </ns0:lnTo>
                <ns0:lnTo>
                  <ns0:pt x="1264320" y="185258"/>
                </ns0:lnTo>
                <ns0:lnTo>
                  <ns0:pt x="1262880" y="187830"/>
                </ns0:lnTo>
                <ns0:lnTo>
                  <ns0:pt x="1261440" y="189157"/>
                </ns0:lnTo>
                <ns0:lnTo>
                  <ns0:pt x="1260000" y="189412"/>
                </ns0:lnTo>
                <ns0:lnTo>
                  <ns0:pt x="1258560" y="187886"/>
                </ns0:lnTo>
                <ns0:lnTo>
                  <ns0:pt x="1257120" y="184993"/>
                </ns0:lnTo>
                <ns0:lnTo>
                  <ns0:pt x="1255680" y="181275"/>
                </ns0:lnTo>
                <ns0:lnTo>
                  <ns0:pt x="1254240" y="177889"/>
                </ns0:lnTo>
                <ns0:lnTo>
                  <ns0:pt x="1252800" y="175589"/>
                </ns0:lnTo>
                <ns0:lnTo>
                  <ns0:pt x="1251360" y="173290"/>
                </ns0:lnTo>
                <ns0:lnTo>
                  <ns0:pt x="1249920" y="170584"/>
                </ns0:lnTo>
                <ns0:lnTo>
                  <ns0:pt x="1248480" y="168550"/>
                </ns0:lnTo>
                <ns0:lnTo>
                  <ns0:pt x="1247040" y="167384"/>
                </ns0:lnTo>
                <ns0:lnTo>
                  <ns0:pt x="1245600" y="165220"/>
                </ns0:lnTo>
                <ns0:lnTo>
                  <ns0:pt x="1244160" y="161906"/>
                </ns0:lnTo>
                <ns0:lnTo>
                  <ns0:pt x="1242720" y="160279"/>
                </ns0:lnTo>
                <ns0:lnTo>
                  <ns0:pt x="1241280" y="160758"/>
                </ns0:lnTo>
                <ns0:lnTo>
                  <ns0:pt x="1239840" y="162536"/>
                </ns0:lnTo>
                <ns0:lnTo>
                  <ns0:pt x="1238400" y="166148"/>
                </ns0:lnTo>
                <ns0:lnTo>
                  <ns0:pt x="1236960" y="171863"/>
                </ns0:lnTo>
                <ns0:lnTo>
                  <ns0:pt x="1235520" y="177021"/>
                </ns0:lnTo>
                <ns0:lnTo>
                  <ns0:pt x="1234080" y="180332"/>
                </ns0:lnTo>
                <ns0:lnTo>
                  <ns0:pt x="1232640" y="181573"/>
                </ns0:lnTo>
                <ns0:lnTo>
                  <ns0:pt x="1231200" y="180835"/>
                </ns0:lnTo>
                <ns0:lnTo>
                  <ns0:pt x="1229760" y="179995"/>
                </ns0:lnTo>
                <ns0:lnTo>
                  <ns0:pt x="1228320" y="179979"/>
                </ns0:lnTo>
                <ns0:lnTo>
                  <ns0:pt x="1226880" y="180781"/>
                </ns0:lnTo>
                <ns0:lnTo>
                  <ns0:pt x="1225440" y="181216"/>
                </ns0:lnTo>
                <ns0:lnTo>
                  <ns0:pt x="1224000" y="179842"/>
                </ns0:lnTo>
                <ns0:lnTo>
                  <ns0:pt x="1222560" y="178244"/>
                </ns0:lnTo>
                <ns0:lnTo>
                  <ns0:pt x="1221120" y="177092"/>
                </ns0:lnTo>
                <ns0:lnTo>
                  <ns0:pt x="1219680" y="176825"/>
                </ns0:lnTo>
                <ns0:lnTo>
                  <ns0:pt x="1218240" y="176690"/>
                </ns0:lnTo>
                <ns0:lnTo>
                  <ns0:pt x="1216800" y="174764"/>
                </ns0:lnTo>
                <ns0:lnTo>
                  <ns0:pt x="1215360" y="171724"/>
                </ns0:lnTo>
                <ns0:lnTo>
                  <ns0:pt x="1213920" y="170352"/>
                </ns0:lnTo>
                <ns0:lnTo>
                  <ns0:pt x="1212480" y="170802"/>
                </ns0:lnTo>
                <ns0:lnTo>
                  <ns0:pt x="1211040" y="172539"/>
                </ns0:lnTo>
                <ns0:lnTo>
                  <ns0:pt x="1209600" y="176267"/>
                </ns0:lnTo>
                <ns0:lnTo>
                  <ns0:pt x="1208160" y="181767"/>
                </ns0:lnTo>
                <ns0:lnTo>
                  <ns0:pt x="1206720" y="186520"/>
                </ns0:lnTo>
                <ns0:lnTo>
                  <ns0:pt x="1205280" y="189146"/>
                </ns0:lnTo>
                <ns0:lnTo>
                  <ns0:pt x="1203840" y="190164"/>
                </ns0:lnTo>
                <ns0:lnTo>
                  <ns0:pt x="1202400" y="190007"/>
                </ns0:lnTo>
                <ns0:lnTo>
                  <ns0:pt x="1200960" y="189685"/>
                </ns0:lnTo>
                <ns0:lnTo>
                  <ns0:pt x="1199520" y="189340"/>
                </ns0:lnTo>
                <ns0:lnTo>
                  <ns0:pt x="1198080" y="188553"/>
                </ns0:lnTo>
                <ns0:lnTo>
                  <ns0:pt x="1196640" y="186607"/>
                </ns0:lnTo>
                <ns0:lnTo>
                  <ns0:pt x="1195200" y="184080"/>
                </ns0:lnTo>
                <ns0:lnTo>
                  <ns0:pt x="1193760" y="181688"/>
                </ns0:lnTo>
                <ns0:lnTo>
                  <ns0:pt x="1192320" y="178701"/>
                </ns0:lnTo>
                <ns0:lnTo>
                  <ns0:pt x="1190880" y="175988"/>
                </ns0:lnTo>
                <ns0:lnTo>
                  <ns0:pt x="1189440" y="174207"/>
                </ns0:lnTo>
                <ns0:lnTo>
                  <ns0:pt x="1188000" y="170951"/>
                </ns0:lnTo>
                <ns0:lnTo>
                  <ns0:pt x="1186560" y="165393"/>
                </ns0:lnTo>
                <ns0:lnTo>
                  <ns0:pt x="1185120" y="161812"/>
                </ns0:lnTo>
                <ns0:lnTo>
                  <ns0:pt x="1183680" y="160867"/>
                </ns0:lnTo>
                <ns0:lnTo>
                  <ns0:pt x="1182240" y="161734"/>
                </ns0:lnTo>
                <ns0:lnTo>
                  <ns0:pt x="1180800" y="164626"/>
                </ns0:lnTo>
                <ns0:lnTo>
                  <ns0:pt x="1179360" y="169103"/>
                </ns0:lnTo>
                <ns0:lnTo>
                  <ns0:pt x="1177920" y="172886"/>
                </ns0:lnTo>
                <ns0:lnTo>
                  <ns0:pt x="1176480" y="174699"/>
                </ns0:lnTo>
                <ns0:lnTo>
                  <ns0:pt x="1175040" y="174924"/>
                </ns0:lnTo>
                <ns0:lnTo>
                  <ns0:pt x="1173600" y="173915"/>
                </ns0:lnTo>
                <ns0:lnTo>
                  <ns0:pt x="1172160" y="173098"/>
                </ns0:lnTo>
                <ns0:lnTo>
                  <ns0:pt x="1170720" y="172614"/>
                </ns0:lnTo>
                <ns0:lnTo>
                  <ns0:pt x="1169280" y="172168"/>
                </ns0:lnTo>
                <ns0:lnTo>
                  <ns0:pt x="1167840" y="172078"/>
                </ns0:lnTo>
                <ns0:lnTo>
                  <ns0:pt x="1166400" y="172094"/>
                </ns0:lnTo>
                <ns0:lnTo>
                  <ns0:pt x="1164960" y="172070"/>
                </ns0:lnTo>
                <ns0:lnTo>
                  <ns0:pt x="1163520" y="171856"/>
                </ns0:lnTo>
                <ns0:lnTo>
                  <ns0:pt x="1162080" y="171246"/>
                </ns0:lnTo>
                <ns0:lnTo>
                  <ns0:pt x="1160640" y="169674"/>
                </ns0:lnTo>
                <ns0:lnTo>
                  <ns0:pt x="1159200" y="165754"/>
                </ns0:lnTo>
                <ns0:lnTo>
                  <ns0:pt x="1157760" y="160876"/>
                </ns0:lnTo>
                <ns0:lnTo>
                  <ns0:pt x="1156320" y="158956"/>
                </ns0:lnTo>
                <ns0:lnTo>
                  <ns0:pt x="1154880" y="159684"/>
                </ns0:lnTo>
                <ns0:lnTo>
                  <ns0:pt x="1153440" y="161713"/>
                </ns0:lnTo>
                <ns0:lnTo>
                  <ns0:pt x="1152000" y="165683"/>
                </ns0:lnTo>
                <ns0:lnTo>
                  <ns0:pt x="1150560" y="172310"/>
                </ns0:lnTo>
                <ns0:lnTo>
                  <ns0:pt x="1149120" y="178465"/>
                </ns0:lnTo>
                <ns0:lnTo>
                  <ns0:pt x="1147680" y="182199"/>
                </ns0:lnTo>
                <ns0:lnTo>
                  <ns0:pt x="1146240" y="183817"/>
                </ns0:lnTo>
                <ns0:lnTo>
                  <ns0:pt x="1144800" y="184135"/>
                </ns0:lnTo>
                <ns0:lnTo>
                  <ns0:pt x="1143360" y="184159"/>
                </ns0:lnTo>
                <ns0:lnTo>
                  <ns0:pt x="1141920" y="184117"/>
                </ns0:lnTo>
                <ns0:lnTo>
                  <ns0:pt x="1140480" y="183670"/>
                </ns0:lnTo>
                <ns0:lnTo>
                  <ns0:pt x="1139040" y="182020"/>
                </ns0:lnTo>
                <ns0:lnTo>
                  <ns0:pt x="1137600" y="180124"/>
                </ns0:lnTo>
                <ns0:lnTo>
                  <ns0:pt x="1136160" y="178332"/>
                </ns0:lnTo>
                <ns0:lnTo>
                  <ns0:pt x="1134720" y="176075"/>
                </ns0:lnTo>
                <ns0:lnTo>
                  <ns0:pt x="1133280" y="174468"/>
                </ns0:lnTo>
                <ns0:lnTo>
                  <ns0:pt x="1131840" y="172842"/>
                </ns0:lnTo>
                <ns0:lnTo>
                  <ns0:pt x="1130400" y="169606"/>
                </ns0:lnTo>
                <ns0:lnTo>
                  <ns0:pt x="1128960" y="165006"/>
                </ns0:lnTo>
                <ns0:lnTo>
                  <ns0:pt x="1127520" y="161753"/>
                </ns0:lnTo>
                <ns0:lnTo>
                  <ns0:pt x="1126080" y="161143"/>
                </ns0:lnTo>
                <ns0:lnTo>
                  <ns0:pt x="1124640" y="163570"/>
                </ns0:lnTo>
                <ns0:lnTo>
                  <ns0:pt x="1123200" y="169714"/>
                </ns0:lnTo>
                <ns0:lnTo>
                  <ns0:pt x="1121760" y="177731"/>
                </ns0:lnTo>
                <ns0:lnTo>
                  <ns0:pt x="1120320" y="184025"/>
                </ns0:lnTo>
                <ns0:lnTo>
                  <ns0:pt x="1118880" y="187514"/>
                </ns0:lnTo>
                <ns0:lnTo>
                  <ns0:pt x="1117440" y="188884"/>
                </ns0:lnTo>
                <ns0:lnTo>
                  <ns0:pt x="1116000" y="188565"/>
                </ns0:lnTo>
                <ns0:lnTo>
                  <ns0:pt x="1114560" y="188073"/>
                </ns0:lnTo>
                <ns0:lnTo>
                  <ns0:pt x="1113120" y="187656"/>
                </ns0:lnTo>
                <ns0:lnTo>
                  <ns0:pt x="1111680" y="186949"/>
                </ns0:lnTo>
                <ns0:lnTo>
                  <ns0:pt x="1110240" y="185314"/>
                </ns0:lnTo>
                <ns0:lnTo>
                  <ns0:pt x="1108800" y="183108"/>
                </ns0:lnTo>
                <ns0:lnTo>
                  <ns0:pt x="1107360" y="181080"/>
                </ns0:lnTo>
                <ns0:lnTo>
                  <ns0:pt x="1105920" y="178795"/>
                </ns0:lnTo>
                <ns0:lnTo>
                  <ns0:pt x="1104480" y="176866"/>
                </ns0:lnTo>
                <ns0:lnTo>
                  <ns0:pt x="1103040" y="176327"/>
                </ns0:lnTo>
                <ns0:lnTo>
                  <ns0:pt x="1101600" y="175683"/>
                </ns0:lnTo>
                <ns0:lnTo>
                  <ns0:pt x="1100160" y="173565"/>
                </ns0:lnTo>
                <ns0:lnTo>
                  <ns0:pt x="1098720" y="173110"/>
                </ns0:lnTo>
                <ns0:lnTo>
                  <ns0:pt x="1097280" y="174170"/>
                </ns0:lnTo>
                <ns0:lnTo>
                  <ns0:pt x="1095840" y="176009"/>
                </ns0:lnTo>
                <ns0:lnTo>
                  <ns0:pt x="1094400" y="179295"/>
                </ns0:lnTo>
                <ns0:lnTo>
                  <ns0:pt x="1092960" y="184649"/>
                </ns0:lnTo>
                <ns0:lnTo>
                  <ns0:pt x="1091520" y="189636"/>
                </ns0:lnTo>
                <ns0:lnTo>
                  <ns0:pt x="1090080" y="192529"/>
                </ns0:lnTo>
                <ns0:lnTo>
                  <ns0:pt x="1088640" y="193649"/>
                </ns0:lnTo>
                <ns0:lnTo>
                  <ns0:pt x="1087200" y="193181"/>
                </ns0:lnTo>
                <ns0:lnTo>
                  <ns0:pt x="1085760" y="192304"/>
                </ns0:lnTo>
                <ns0:lnTo>
                  <ns0:pt x="1084320" y="191379"/>
                </ns0:lnTo>
                <ns0:lnTo>
                  <ns0:pt x="1082880" y="190358"/>
                </ns0:lnTo>
                <ns0:lnTo>
                  <ns0:pt x="1081440" y="189925"/>
                </ns0:lnTo>
                <ns0:lnTo>
                  <ns0:pt x="1080000" y="189981"/>
                </ns0:lnTo>
                <ns0:lnTo>
                  <ns0:pt x="1078560" y="190121"/>
                </ns0:lnTo>
                <ns0:lnTo>
                  <ns0:pt x="1077120" y="190345"/>
                </ns0:lnTo>
                <ns0:lnTo>
                  <ns0:pt x="1075680" y="190971"/>
                </ns0:lnTo>
                <ns0:lnTo>
                  <ns0:pt x="1074240" y="192144"/>
                </ns0:lnTo>
                <ns0:lnTo>
                  <ns0:pt x="1072800" y="191525"/>
                </ns0:lnTo>
                <ns0:lnTo>
                  <ns0:pt x="1071360" y="188696"/>
                </ns0:lnTo>
                <ns0:lnTo>
                  <ns0:pt x="1069920" y="187242"/>
                </ns0:lnTo>
                <ns0:lnTo>
                  <ns0:pt x="1068480" y="188159"/>
                </ns0:lnTo>
                <ns0:lnTo>
                  <ns0:pt x="1067040" y="190582"/>
                </ns0:lnTo>
                <ns0:lnTo>
                  <ns0:pt x="1065600" y="194794"/>
                </ns0:lnTo>
                <ns0:lnTo>
                  <ns0:pt x="1064160" y="201312"/>
                </ns0:lnTo>
                <ns0:lnTo>
                  <ns0:pt x="1062720" y="206927"/>
                </ns0:lnTo>
                <ns0:lnTo>
                  <ns0:pt x="1061280" y="210282"/>
                </ns0:lnTo>
                <ns0:lnTo>
                  <ns0:pt x="1059840" y="211867"/>
                </ns0:lnTo>
                <ns0:lnTo>
                  <ns0:pt x="1058400" y="211917"/>
                </ns0:lnTo>
                <ns0:lnTo>
                  <ns0:pt x="1056960" y="211471"/>
                </ns0:lnTo>
                <ns0:lnTo>
                  <ns0:pt x="1055520" y="210951"/>
                </ns0:lnTo>
                <ns0:lnTo>
                  <ns0:pt x="1054080" y="210320"/>
                </ns0:lnTo>
                <ns0:lnTo>
                  <ns0:pt x="1052640" y="210123"/>
                </ns0:lnTo>
                <ns0:lnTo>
                  <ns0:pt x="1051200" y="211138"/>
                </ns0:lnTo>
                <ns0:lnTo>
                  <ns0:pt x="1049760" y="213031"/>
                </ns0:lnTo>
                <ns0:lnTo>
                  <ns0:pt x="1048320" y="215245"/>
                </ns0:lnTo>
                <ns0:lnTo>
                  <ns0:pt x="1046880" y="217713"/>
                </ns0:lnTo>
                <ns0:lnTo>
                  <ns0:pt x="1045440" y="218288"/>
                </ns0:lnTo>
                <ns0:lnTo>
                  <ns0:pt x="1044000" y="215086"/>
                </ns0:lnTo>
                <ns0:lnTo>
                  <ns0:pt x="1042560" y="210632"/>
                </ns0:lnTo>
                <ns0:lnTo>
                  <ns0:pt x="1041120" y="207861"/>
                </ns0:lnTo>
                <ns0:lnTo>
                  <ns0:pt x="1039680" y="207426"/>
                </ns0:lnTo>
                <ns0:lnTo>
                  <ns0:pt x="1038240" y="209143"/>
                </ns0:lnTo>
                <ns0:lnTo>
                  <ns0:pt x="1036800" y="214047"/>
                </ns0:lnTo>
                <ns0:lnTo>
                  <ns0:pt x="1035360" y="221864"/>
                </ns0:lnTo>
                <ns0:lnTo>
                  <ns0:pt x="1033920" y="229817"/>
                </ns0:lnTo>
                <ns0:lnTo>
                  <ns0:pt x="1032480" y="235029"/>
                </ns0:lnTo>
                <ns0:lnTo>
                  <ns0:pt x="1031040" y="237444"/>
                </ns0:lnTo>
                <ns0:lnTo>
                  <ns0:pt x="1029600" y="238172"/>
                </ns0:lnTo>
                <ns0:lnTo>
                  <ns0:pt x="1028160" y="238361"/>
                </ns0:lnTo>
                <ns0:lnTo>
                  <ns0:pt x="1026720" y="238425"/>
                </ns0:lnTo>
                <ns0:lnTo>
                  <ns0:pt x="1025280" y="238219"/>
                </ns0:lnTo>
                <ns0:lnTo>
                  <ns0:pt x="1023840" y="237191"/>
                </ns0:lnTo>
                <ns0:lnTo>
                  <ns0:pt x="1022400" y="236080"/>
                </ns0:lnTo>
                <ns0:lnTo>
                  <ns0:pt x="1020960" y="234915"/>
                </ns0:lnTo>
                <ns0:lnTo>
                  <ns0:pt x="1019520" y="233153"/>
                </ns0:lnTo>
                <ns0:lnTo>
                  <ns0:pt x="1018080" y="232157"/>
                </ns0:lnTo>
                <ns0:lnTo>
                  <ns0:pt x="1016640" y="231480"/>
                </ns0:lnTo>
                <ns0:lnTo>
                  <ns0:pt x="1015200" y="229554"/>
                </ns0:lnTo>
                <ns0:lnTo>
                  <ns0:pt x="1013760" y="226813"/>
                </ns0:lnTo>
                <ns0:lnTo>
                  <ns0:pt x="1012320" y="225610"/>
                </ns0:lnTo>
                <ns0:lnTo>
                  <ns0:pt x="1010880" y="226154"/>
                </ns0:lnTo>
                <ns0:lnTo>
                  <ns0:pt x="1009440" y="228874"/>
                </ns0:lnTo>
                <ns0:lnTo>
                  <ns0:pt x="1008000" y="234564"/>
                </ns0:lnTo>
                <ns0:lnTo>
                  <ns0:pt x="1006560" y="241684"/>
                </ns0:lnTo>
                <ns0:lnTo>
                  <ns0:pt x="1005120" y="247802"/>
                </ns0:lnTo>
                <ns0:lnTo>
                  <ns0:pt x="1003680" y="251561"/>
                </ns0:lnTo>
                <ns0:lnTo>
                  <ns0:pt x="1002240" y="253607"/>
                </ns0:lnTo>
                <ns0:lnTo>
                  <ns0:pt x="1000800" y="254097"/>
                </ns0:lnTo>
                <ns0:lnTo>
                  <ns0:pt x="999360" y="253968"/>
                </ns0:lnTo>
                <ns0:lnTo>
                  <ns0:pt x="997920" y="253671"/>
                </ns0:lnTo>
                <ns0:lnTo>
                  <ns0:pt x="996480" y="253223"/>
                </ns0:lnTo>
                <ns0:lnTo>
                  <ns0:pt x="995040" y="252935"/>
                </ns0:lnTo>
                <ns0:lnTo>
                  <ns0:pt x="993600" y="253102"/>
                </ns0:lnTo>
                <ns0:lnTo>
                  <ns0:pt x="992160" y="253509"/>
                </ns0:lnTo>
                <ns0:lnTo>
                  <ns0:pt x="990720" y="254156"/>
                </ns0:lnTo>
                <ns0:lnTo>
                  <ns0:pt x="989280" y="255696"/>
                </ns0:lnTo>
                <ns0:lnTo>
                  <ns0:pt x="987840" y="258719"/>
                </ns0:lnTo>
                <ns0:lnTo>
                  <ns0:pt x="986400" y="262377"/>
                </ns0:lnTo>
                <ns0:lnTo>
                  <ns0:pt x="984960" y="266968"/>
                </ns0:lnTo>
                <ns0:lnTo>
                  <ns0:pt x="983520" y="273750"/>
                </ns0:lnTo>
                <ns0:lnTo>
                  <ns0:pt x="982080" y="281198"/>
                </ns0:lnTo>
                <ns0:lnTo>
                  <ns0:pt x="980640" y="288176"/>
                </ns0:lnTo>
                <ns0:lnTo>
                  <ns0:pt x="979200" y="295684"/>
                </ns0:lnTo>
                <ns0:lnTo>
                  <ns0:pt x="977760" y="304627"/>
                </ns0:lnTo>
                <ns0:lnTo>
                  <ns0:pt x="976320" y="312125"/>
                </ns0:lnTo>
                <ns0:lnTo>
                  <ns0:pt x="974880" y="317366"/>
                </ns0:lnTo>
                <ns0:lnTo>
                  <ns0:pt x="973440" y="320960"/>
                </ns0:lnTo>
                <ns0:lnTo>
                  <ns0:pt x="972000" y="322588"/>
                </ns0:lnTo>
                <ns0:lnTo>
                  <ns0:pt x="970560" y="323102"/>
                </ns0:lnTo>
                <ns0:lnTo>
                  <ns0:pt x="969120" y="323214"/>
                </ns0:lnTo>
                <ns0:lnTo>
                  <ns0:pt x="967680" y="323178"/>
                </ns0:lnTo>
                <ns0:lnTo>
                  <ns0:pt x="966240" y="323439"/>
                </ns0:lnTo>
                <ns0:lnTo>
                  <ns0:pt x="964800" y="324948"/>
                </ns0:lnTo>
                <ns0:lnTo>
                  <ns0:pt x="963360" y="327581"/>
                </ns0:lnTo>
                <ns0:lnTo>
                  <ns0:pt x="961920" y="330917"/>
                </ns0:lnTo>
                <ns0:lnTo>
                  <ns0:pt x="960480" y="335137"/>
                </ns0:lnTo>
                <ns0:lnTo>
                  <ns0:pt x="959040" y="339065"/>
                </ns0:lnTo>
                <ns0:lnTo>
                  <ns0:pt x="957600" y="341828"/>
                </ns0:lnTo>
                <ns0:lnTo>
                  <ns0:pt x="956160" y="344965"/>
                </ns0:lnTo>
                <ns0:lnTo>
                  <ns0:pt x="954720" y="348798"/>
                </ns0:lnTo>
                <ns0:lnTo>
                  <ns0:pt x="953280" y="352819"/>
                </ns0:lnTo>
                <ns0:lnTo>
                  <ns0:pt x="951840" y="358507"/>
                </ns0:lnTo>
                <ns0:lnTo>
                  <ns0:pt x="950400" y="366904"/>
                </ns0:lnTo>
                <ns0:lnTo>
                  <ns0:pt x="948960" y="375778"/>
                </ns0:lnTo>
                <ns0:lnTo>
                  <ns0:pt x="947520" y="382619"/>
                </ns0:lnTo>
                <ns0:lnTo>
                  <ns0:pt x="946080" y="386746"/>
                </ns0:lnTo>
                <ns0:lnTo>
                  <ns0:pt x="944640" y="389745"/>
                </ns0:lnTo>
                <ns0:lnTo>
                  <ns0:pt x="943200" y="391476"/>
                </ns0:lnTo>
                <ns0:lnTo>
                  <ns0:pt x="941760" y="392163"/>
                </ns0:lnTo>
                <ns0:lnTo>
                  <ns0:pt x="940320" y="392204"/>
                </ns0:lnTo>
                <ns0:lnTo>
                  <ns0:pt x="938880" y="392211"/>
                </ns0:lnTo>
                <ns0:lnTo>
                  <ns0:pt x="937440" y="392487"/>
                </ns0:lnTo>
                <ns0:lnTo>
                  <ns0:pt x="936000" y="393955"/>
                </ns0:lnTo>
                <ns0:lnTo>
                  <ns0:pt x="934560" y="396584"/>
                </ns0:lnTo>
                <ns0:lnTo>
                  <ns0:pt x="933120" y="399957"/>
                </ns0:lnTo>
                <ns0:lnTo>
                  <ns0:pt x="931680" y="404252"/>
                </ns0:lnTo>
                <ns0:lnTo>
                  <ns0:pt x="930240" y="409183"/>
                </ns0:lnTo>
                <ns0:lnTo>
                  <ns0:pt x="928800" y="413927"/>
                </ns0:lnTo>
                <ns0:lnTo>
                  <ns0:pt x="927360" y="419462"/>
                </ns0:lnTo>
                <ns0:lnTo>
                  <ns0:pt x="925920" y="425651"/>
                </ns0:lnTo>
                <ns0:lnTo>
                  <ns0:pt x="924480" y="431427"/>
                </ns0:lnTo>
                <ns0:lnTo>
                  <ns0:pt x="923040" y="437724"/>
                </ns0:lnTo>
                <ns0:lnTo>
                  <ns0:pt x="921600" y="444501"/>
                </ns0:lnTo>
                <ns0:lnTo>
                  <ns0:pt x="920160" y="449958"/>
                </ns0:lnTo>
                <ns0:lnTo>
                  <ns0:pt x="918720" y="455289"/>
                </ns0:lnTo>
                <ns0:lnTo>
                  <ns0:pt x="917280" y="460431"/>
                </ns0:lnTo>
                <ns0:lnTo>
                  <ns0:pt x="915840" y="465272"/>
                </ns0:lnTo>
                <ns0:lnTo>
                  <ns0:pt x="914400" y="467931"/>
                </ns0:lnTo>
                <ns0:lnTo>
                  <ns0:pt x="912960" y="468756"/>
                </ns0:lnTo>
                <ns0:lnTo>
                  <ns0:pt x="911520" y="468907"/>
                </ns0:lnTo>
                <ns0:lnTo>
                  <ns0:pt x="910080" y="468818"/>
                </ns0:lnTo>
                <ns0:lnTo>
                  <ns0:pt x="908640" y="468904"/>
                </ns0:lnTo>
                <ns0:lnTo>
                  <ns0:pt x="907200" y="470040"/>
                </ns0:lnTo>
                <ns0:lnTo>
                  <ns0:pt x="905760" y="473410"/>
                </ns0:lnTo>
                <ns0:lnTo>
                  <ns0:pt x="904320" y="478487"/>
                </ns0:lnTo>
                <ns0:lnTo>
                  <ns0:pt x="902880" y="483887"/>
                </ns0:lnTo>
                <ns0:lnTo>
                  <ns0:pt x="901440" y="489567"/>
                </ns0:lnTo>
                <ns0:lnTo>
                  <ns0:pt x="900000" y="495750"/>
                </ns0:lnTo>
                <ns0:lnTo>
                  <ns0:pt x="898560" y="503484"/>
                </ns0:lnTo>
                <ns0:lnTo>
                  <ns0:pt x="897120" y="513070"/>
                </ns0:lnTo>
                <ns0:lnTo>
                  <ns0:pt x="895680" y="522528"/>
                </ns0:lnTo>
                <ns0:lnTo>
                  <ns0:pt x="894240" y="529194"/>
                </ns0:lnTo>
                <ns0:lnTo>
                  <ns0:pt x="892800" y="532928"/>
                </ns0:lnTo>
                <ns0:lnTo>
                  <ns0:pt x="891360" y="536599"/>
                </ns0:lnTo>
                <ns0:lnTo>
                  <ns0:pt x="889920" y="540519"/>
                </ns0:lnTo>
                <ns0:lnTo>
                  <ns0:pt x="888480" y="544019"/>
                </ns0:lnTo>
                <ns0:lnTo>
                  <ns0:pt x="887040" y="547706"/>
                </ns0:lnTo>
                <ns0:lnTo>
                  <ns0:pt x="885600" y="550344"/>
                </ns0:lnTo>
                <ns0:lnTo>
                  <ns0:pt x="884160" y="551557"/>
                </ns0:lnTo>
                <ns0:lnTo>
                  <ns0:pt x="882720" y="552666"/>
                </ns0:lnTo>
                <ns0:lnTo>
                  <ns0:pt x="881280" y="552119"/>
                </ns0:lnTo>
                <ns0:lnTo>
                  <ns0:pt x="879840" y="552719"/>
                </ns0:lnTo>
                <ns0:lnTo>
                  <ns0:pt x="878400" y="555931"/>
                </ns0:lnTo>
                <ns0:lnTo>
                  <ns0:pt x="876960" y="561317"/>
                </ns0:lnTo>
                <ns0:lnTo>
                  <ns0:pt x="875520" y="567399"/>
                </ns0:lnTo>
                <ns0:lnTo>
                  <ns0:pt x="874080" y="573746"/>
                </ns0:lnTo>
                <ns0:lnTo>
                  <ns0:pt x="872640" y="579976"/>
                </ns0:lnTo>
                <ns0:lnTo>
                  <ns0:pt x="871200" y="585354"/>
                </ns0:lnTo>
                <ns0:lnTo>
                  <ns0:pt x="869760" y="591201"/>
                </ns0:lnTo>
                <ns0:lnTo>
                  <ns0:pt x="868320" y="598241"/>
                </ns0:lnTo>
                <ns0:lnTo>
                  <ns0:pt x="866880" y="605372"/>
                </ns0:lnTo>
                <ns0:lnTo>
                  <ns0:pt x="865440" y="611668"/>
                </ns0:lnTo>
                <ns0:lnTo>
                  <ns0:pt x="864000" y="647137"/>
                </ns0:lnTo>
                <ns0:lnTo>
                  <ns0:pt x="862560" y="645116"/>
                </ns0:lnTo>
                <ns0:lnTo>
                  <ns0:pt x="861120" y="645813"/>
                </ns0:lnTo>
                <ns0:lnTo>
                  <ns0:pt x="859680" y="648029"/>
                </ns0:lnTo>
                <ns0:lnTo>
                  <ns0:pt x="858240" y="650824"/>
                </ns0:lnTo>
                <ns0:lnTo>
                  <ns0:pt x="856800" y="652312"/>
                </ns0:lnTo>
                <ns0:lnTo>
                  <ns0:pt x="855360" y="651468"/>
                </ns0:lnTo>
                <ns0:lnTo>
                  <ns0:pt x="853920" y="649078"/>
                </ns0:lnTo>
                <ns0:lnTo>
                  <ns0:pt x="852480" y="646037"/>
                </ns0:lnTo>
                <ns0:lnTo>
                  <ns0:pt x="851040" y="644382"/>
                </ns0:lnTo>
                <ns0:lnTo>
                  <ns0:pt x="849600" y="644645"/>
                </ns0:lnTo>
                <ns0:lnTo>
                  <ns0:pt x="848160" y="645367"/>
                </ns0:lnTo>
                <ns0:lnTo>
                  <ns0:pt x="846720" y="646072"/>
                </ns0:lnTo>
                <ns0:lnTo>
                  <ns0:pt x="845280" y="650041"/>
                </ns0:lnTo>
                <ns0:lnTo>
                  <ns0:pt x="843840" y="653845"/>
                </ns0:lnTo>
                <ns0:lnTo>
                  <ns0:pt x="842400" y="655213"/>
                </ns0:lnTo>
                <ns0:lnTo>
                  <ns0:pt x="840960" y="655881"/>
                </ns0:lnTo>
                <ns0:lnTo>
                  <ns0:pt x="839520" y="656905"/>
                </ns0:lnTo>
                <ns0:lnTo>
                  <ns0:pt x="838080" y="657885"/>
                </ns0:lnTo>
                <ns0:lnTo>
                  <ns0:pt x="836640" y="659239"/>
                </ns0:lnTo>
                <ns0:lnTo>
                  <ns0:pt x="835200" y="661342"/>
                </ns0:lnTo>
                <ns0:lnTo>
                  <ns0:pt x="833760" y="663195"/>
                </ns0:lnTo>
                <ns0:lnTo>
                  <ns0:pt x="832320" y="664770"/>
                </ns0:lnTo>
                <ns0:lnTo>
                  <ns0:pt x="830880" y="666385"/>
                </ns0:lnTo>
                <ns0:lnTo>
                  <ns0:pt x="829440" y="667477"/>
                </ns0:lnTo>
                <ns0:lnTo>
                  <ns0:pt x="828000" y="666666"/>
                </ns0:lnTo>
                <ns0:lnTo>
                  <ns0:pt x="826560" y="665035"/>
                </ns0:lnTo>
                <ns0:lnTo>
                  <ns0:pt x="825120" y="662832"/>
                </ns0:lnTo>
                <ns0:lnTo>
                  <ns0:pt x="823680" y="659932"/>
                </ns0:lnTo>
                <ns0:lnTo>
                  <ns0:pt x="822240" y="657722"/>
                </ns0:lnTo>
                <ns0:lnTo>
                  <ns0:pt x="820800" y="657617"/>
                </ns0:lnTo>
                <ns0:lnTo>
                  <ns0:pt x="819360" y="659816"/>
                </ns0:lnTo>
                <ns0:lnTo>
                  <ns0:pt x="817920" y="663840"/>
                </ns0:lnTo>
                <ns0:lnTo>
                  <ns0:pt x="816480" y="669252"/>
                </ns0:lnTo>
                <ns0:lnTo>
                  <ns0:pt x="815040" y="673121"/>
                </ns0:lnTo>
                <ns0:lnTo>
                  <ns0:pt x="813600" y="671984"/>
                </ns0:lnTo>
                <ns0:lnTo>
                  <ns0:pt x="812160" y="668231"/>
                </ns0:lnTo>
                <ns0:lnTo>
                  <ns0:pt x="810720" y="665612"/>
                </ns0:lnTo>
                <ns0:lnTo>
                  <ns0:pt x="809280" y="665004"/>
                </ns0:lnTo>
                <ns0:lnTo>
                  <ns0:pt x="807840" y="666389"/>
                </ns0:lnTo>
                <ns0:lnTo>
                  <ns0:pt x="806400" y="668790"/>
                </ns0:lnTo>
                <ns0:lnTo>
                  <ns0:pt x="804960" y="670491"/>
                </ns0:lnTo>
                <ns0:lnTo>
                  <ns0:pt x="803520" y="671558"/>
                </ns0:lnTo>
                <ns0:lnTo>
                  <ns0:pt x="802080" y="672776"/>
                </ns0:lnTo>
                <ns0:lnTo>
                  <ns0:pt x="800640" y="673884"/>
                </ns0:lnTo>
                <ns0:lnTo>
                  <ns0:pt x="799200" y="673175"/>
                </ns0:lnTo>
                <ns0:lnTo>
                  <ns0:pt x="797760" y="670773"/>
                </ns0:lnTo>
                <ns0:lnTo>
                  <ns0:pt x="796320" y="667433"/>
                </ns0:lnTo>
                <ns0:lnTo>
                  <ns0:pt x="794880" y="664127"/>
                </ns0:lnTo>
                <ns0:lnTo>
                  <ns0:pt x="793440" y="661771"/>
                </ns0:lnTo>
                <ns0:lnTo>
                  <ns0:pt x="792000" y="661561"/>
                </ns0:lnTo>
                <ns0:lnTo>
                  <ns0:pt x="790560" y="662969"/>
                </ns0:lnTo>
                <ns0:lnTo>
                  <ns0:pt x="789120" y="665718"/>
                </ns0:lnTo>
                <ns0:lnTo>
                  <ns0:pt x="787680" y="669774"/>
                </ns0:lnTo>
                <ns0:lnTo>
                  <ns0:pt x="786240" y="673043"/>
                </ns0:lnTo>
                <ns0:lnTo>
                  <ns0:pt x="784800" y="673613"/>
                </ns0:lnTo>
                <ns0:lnTo>
                  <ns0:pt x="783360" y="672543"/>
                </ns0:lnTo>
                <ns0:lnTo>
                  <ns0:pt x="781920" y="671276"/>
                </ns0:lnTo>
                <ns0:lnTo>
                  <ns0:pt x="780480" y="670662"/>
                </ns0:lnTo>
                <ns0:lnTo>
                  <ns0:pt x="779040" y="671846"/>
                </ns0:lnTo>
                <ns0:lnTo>
                  <ns0:pt x="777600" y="676155"/>
                </ns0:lnTo>
                <ns0:lnTo>
                  <ns0:pt x="776160" y="682804"/>
                </ns0:lnTo>
                <ns0:lnTo>
                  <ns0:pt x="774720" y="689188"/>
                </ns0:lnTo>
                <ns0:lnTo>
                  <ns0:pt x="773280" y="693491"/>
                </ns0:lnTo>
                <ns0:lnTo>
                  <ns0:pt x="771840" y="695339"/>
                </ns0:lnTo>
                <ns0:lnTo>
                  <ns0:pt x="770400" y="695368"/>
                </ns0:lnTo>
                <ns0:lnTo>
                  <ns0:pt x="768960" y="694628"/>
                </ns0:lnTo>
                <ns0:lnTo>
                  <ns0:pt x="767520" y="692536"/>
                </ns0:lnTo>
                <ns0:lnTo>
                  <ns0:pt x="766080" y="687470"/>
                </ns0:lnTo>
                <ns0:lnTo>
                  <ns0:pt x="764640" y="680086"/>
                </ns0:lnTo>
                <ns0:lnTo>
                  <ns0:pt x="763200" y="674468"/>
                </ns0:lnTo>
                <ns0:lnTo>
                  <ns0:pt x="761760" y="673572"/>
                </ns0:lnTo>
                <ns0:lnTo>
                  <ns0:pt x="760320" y="676033"/>
                </ns0:lnTo>
                <ns0:lnTo>
                  <ns0:pt x="758880" y="679608"/>
                </ns0:lnTo>
                <ns0:lnTo>
                  <ns0:pt x="757440" y="683087"/>
                </ns0:lnTo>
                <ns0:lnTo>
                  <ns0:pt x="756000" y="684904"/>
                </ns0:lnTo>
                <ns0:lnTo>
                  <ns0:pt x="754560" y="685943"/>
                </ns0:lnTo>
                <ns0:lnTo>
                  <ns0:pt x="753120" y="686668"/>
                </ns0:lnTo>
                <ns0:lnTo>
                  <ns0:pt x="751680" y="687087"/>
                </ns0:lnTo>
                <ns0:lnTo>
                  <ns0:pt x="750240" y="687520"/>
                </ns0:lnTo>
                <ns0:lnTo>
                  <ns0:pt x="748800" y="689426"/>
                </ns0:lnTo>
                <ns0:lnTo>
                  <ns0:pt x="747360" y="692305"/>
                </ns0:lnTo>
                <ns0:lnTo>
                  <ns0:pt x="745920" y="695274"/>
                </ns0:lnTo>
                <ns0:lnTo>
                  <ns0:pt x="744480" y="697809"/>
                </ns0:lnTo>
                <ns0:lnTo>
                  <ns0:pt x="743040" y="698968"/>
                </ns0:lnTo>
                <ns0:lnTo>
                  <ns0:pt x="741600" y="697718"/>
                </ns0:lnTo>
                <ns0:lnTo>
                  <ns0:pt x="740160" y="694209"/>
                </ns0:lnTo>
                <ns0:lnTo>
                  <ns0:pt x="738720" y="688847"/>
                </ns0:lnTo>
                <ns0:lnTo>
                  <ns0:pt x="737280" y="683010"/>
                </ns0:lnTo>
                <ns0:lnTo>
                  <ns0:pt x="735840" y="678040"/>
                </ns0:lnTo>
                <ns0:lnTo>
                  <ns0:pt x="734400" y="674332"/>
                </ns0:lnTo>
                <ns0:lnTo>
                  <ns0:pt x="732960" y="671751"/>
                </ns0:lnTo>
                <ns0:lnTo>
                  <ns0:pt x="731520" y="670849"/>
                </ns0:lnTo>
                <ns0:lnTo>
                  <ns0:pt x="730080" y="673496"/>
                </ns0:lnTo>
                <ns0:lnTo>
                  <ns0:pt x="728640" y="680015"/>
                </ns0:lnTo>
                <ns0:lnTo>
                  <ns0:pt x="727200" y="687089"/>
                </ns0:lnTo>
                <ns0:lnTo>
                  <ns0:pt x="725760" y="691455"/>
                </ns0:lnTo>
                <ns0:lnTo>
                  <ns0:pt x="724320" y="693497"/>
                </ns0:lnTo>
                <ns0:lnTo>
                  <ns0:pt x="722880" y="694489"/>
                </ns0:lnTo>
                <ns0:lnTo>
                  <ns0:pt x="721440" y="694053"/>
                </ns0:lnTo>
                <ns0:lnTo>
                  <ns0:pt x="720000" y="693498"/>
                </ns0:lnTo>
                <ns0:lnTo>
                  <ns0:pt x="718560" y="693583"/>
                </ns0:lnTo>
                <ns0:lnTo>
                  <ns0:pt x="717120" y="693880"/>
                </ns0:lnTo>
                <ns0:lnTo>
                  <ns0:pt x="715680" y="694343"/>
                </ns0:lnTo>
                <ns0:lnTo>
                  <ns0:pt x="714240" y="695002"/>
                </ns0:lnTo>
                <ns0:lnTo>
                  <ns0:pt x="712800" y="695243"/>
                </ns0:lnTo>
                <ns0:lnTo>
                  <ns0:pt x="711360" y="694793"/>
                </ns0:lnTo>
                <ns0:lnTo>
                  <ns0:pt x="709920" y="693410"/>
                </ns0:lnTo>
                <ns0:lnTo>
                  <ns0:pt x="708480" y="689329"/>
                </ns0:lnTo>
                <ns0:lnTo>
                  <ns0:pt x="707040" y="680685"/>
                </ns0:lnTo>
                <ns0:lnTo>
                  <ns0:pt x="705600" y="670544"/>
                </ns0:lnTo>
                <ns0:lnTo>
                  <ns0:pt x="704160" y="663721"/>
                </ns0:lnTo>
                <ns0:lnTo>
                  <ns0:pt x="702720" y="661405"/>
                </ns0:lnTo>
                <ns0:lnTo>
                  <ns0:pt x="701280" y="663282"/>
                </ns0:lnTo>
                <ns0:lnTo>
                  <ns0:pt x="699840" y="667196"/>
                </ns0:lnTo>
                <ns0:lnTo>
                  <ns0:pt x="698400" y="670806"/>
                </ns0:lnTo>
                <ns0:lnTo>
                  <ns0:pt x="696960" y="674072"/>
                </ns0:lnTo>
                <ns0:lnTo>
                  <ns0:pt x="695520" y="676972"/>
                </ns0:lnTo>
                <ns0:lnTo>
                  <ns0:pt x="694080" y="678445"/>
                </ns0:lnTo>
                <ns0:lnTo>
                  <ns0:pt x="692640" y="677721"/>
                </ns0:lnTo>
                <ns0:lnTo>
                  <ns0:pt x="691200" y="676705"/>
                </ns0:lnTo>
                <ns0:lnTo>
                  <ns0:pt x="689760" y="676271"/>
                </ns0:lnTo>
                <ns0:lnTo>
                  <ns0:pt x="688320" y="676244"/>
                </ns0:lnTo>
                <ns0:lnTo>
                  <ns0:pt x="686880" y="676290"/>
                </ns0:lnTo>
                <ns0:lnTo>
                  <ns0:pt x="685440" y="676787"/>
                </ns0:lnTo>
                <ns0:lnTo>
                  <ns0:pt x="684000" y="677621"/>
                </ns0:lnTo>
                <ns0:lnTo>
                  <ns0:pt x="682560" y="676681"/>
                </ns0:lnTo>
                <ns0:lnTo>
                  <ns0:pt x="681120" y="671902"/>
                </ns0:lnTo>
                <ns0:lnTo>
                  <ns0:pt x="679680" y="664659"/>
                </ns0:lnTo>
                <ns0:lnTo>
                  <ns0:pt x="678240" y="657237"/>
                </ns0:lnTo>
                <ns0:lnTo>
                  <ns0:pt x="676800" y="652197"/>
                </ns0:lnTo>
                <ns0:lnTo>
                  <ns0:pt x="675360" y="649951"/>
                </ns0:lnTo>
                <ns0:lnTo>
                  <ns0:pt x="673920" y="649584"/>
                </ns0:lnTo>
                <ns0:lnTo>
                  <ns0:pt x="672480" y="651635"/>
                </ns0:lnTo>
                <ns0:lnTo>
                  <ns0:pt x="671040" y="657683"/>
                </ns0:lnTo>
                <ns0:lnTo>
                  <ns0:pt x="669600" y="666662"/>
                </ns0:lnTo>
                <ns0:lnTo>
                  <ns0:pt x="668160" y="675268"/>
                </ns0:lnTo>
                <ns0:lnTo>
                  <ns0:pt x="666720" y="681211"/>
                </ns0:lnTo>
                <ns0:lnTo>
                  <ns0:pt x="665280" y="682231"/>
                </ns0:lnTo>
                <ns0:lnTo>
                  <ns0:pt x="663840" y="679619"/>
                </ns0:lnTo>
                <ns0:lnTo>
                  <ns0:pt x="662400" y="677868"/>
                </ns0:lnTo>
                <ns0:lnTo>
                  <ns0:pt x="660960" y="677403"/>
                </ns0:lnTo>
                <ns0:lnTo>
                  <ns0:pt x="659520" y="677444"/>
                </ns0:lnTo>
                <ns0:lnTo>
                  <ns0:pt x="658080" y="677696"/>
                </ns0:lnTo>
                <ns0:lnTo>
                  <ns0:pt x="656640" y="678380"/>
                </ns0:lnTo>
                <ns0:lnTo>
                  <ns0:pt x="655200" y="679394"/>
                </ns0:lnTo>
                <ns0:lnTo>
                  <ns0:pt x="653760" y="679401"/>
                </ns0:lnTo>
                <ns0:lnTo>
                  <ns0:pt x="652320" y="676659"/>
                </ns0:lnTo>
                <ns0:lnTo>
                  <ns0:pt x="650880" y="670690"/>
                </ns0:lnTo>
                <ns0:lnTo>
                  <ns0:pt x="649440" y="662750"/>
                </ns0:lnTo>
                <ns0:lnTo>
                  <ns0:pt x="648000" y="657371"/>
                </ns0:lnTo>
                <ns0:lnTo>
                  <ns0:pt x="646560" y="656570"/>
                </ns0:lnTo>
                <ns0:lnTo>
                  <ns0:pt x="645120" y="659736"/>
                </ns0:lnTo>
                <ns0:lnTo>
                  <ns0:pt x="643680" y="665809"/>
                </ns0:lnTo>
                <ns0:lnTo>
                  <ns0:pt x="642240" y="673488"/>
                </ns0:lnTo>
                <ns0:lnTo>
                  <ns0:pt x="640800" y="679587"/>
                </ns0:lnTo>
                <ns0:lnTo>
                  <ns0:pt x="639360" y="682085"/>
                </ns0:lnTo>
                <ns0:lnTo>
                  <ns0:pt x="637920" y="682126"/>
                </ns0:lnTo>
                <ns0:lnTo>
                  <ns0:pt x="636480" y="680824"/>
                </ns0:lnTo>
                <ns0:lnTo>
                  <ns0:pt x="635040" y="679505"/>
                </ns0:lnTo>
                <ns0:lnTo>
                  <ns0:pt x="633600" y="679245"/>
                </ns0:lnTo>
                <ns0:lnTo>
                  <ns0:pt x="632160" y="679518"/>
                </ns0:lnTo>
                <ns0:lnTo>
                  <ns0:pt x="630720" y="680163"/>
                </ns0:lnTo>
                <ns0:lnTo>
                  <ns0:pt x="629280" y="681707"/>
                </ns0:lnTo>
                <ns0:lnTo>
                  <ns0:pt x="627840" y="683242"/>
                </ns0:lnTo>
                <ns0:lnTo>
                  <ns0:pt x="626400" y="680600"/>
                </ns0:lnTo>
                <ns0:lnTo>
                  <ns0:pt x="624960" y="672043"/>
                </ns0:lnTo>
                <ns0:lnTo>
                  <ns0:pt x="623520" y="660253"/>
                </ns0:lnTo>
                <ns0:lnTo>
                  <ns0:pt x="622080" y="648835"/>
                </ns0:lnTo>
                <ns0:lnTo>
                  <ns0:pt x="620640" y="641560"/>
                </ns0:lnTo>
                <ns0:lnTo>
                  <ns0:pt x="619200" y="637577"/>
                </ns0:lnTo>
                <ns0:lnTo>
                  <ns0:pt x="617760" y="635351"/>
                </ns0:lnTo>
                <ns0:lnTo>
                  <ns0:pt x="616320" y="635172"/>
                </ns0:lnTo>
                <ns0:lnTo>
                  <ns0:pt x="614880" y="637806"/>
                </ns0:lnTo>
                <ns0:lnTo>
                  <ns0:pt x="613440" y="642570"/>
                </ns0:lnTo>
                <ns0:lnTo>
                  <ns0:pt x="612000" y="644485"/>
                </ns0:lnTo>
                <ns0:lnTo>
                  <ns0:pt x="610560" y="642149"/>
                </ns0:lnTo>
                <ns0:lnTo>
                  <ns0:pt x="609120" y="639509"/>
                </ns0:lnTo>
                <ns0:lnTo>
                  <ns0:pt x="607680" y="638071"/>
                </ns0:lnTo>
                <ns0:lnTo>
                  <ns0:pt x="606240" y="637580"/>
                </ns0:lnTo>
                <ns0:lnTo>
                  <ns0:pt x="604800" y="637511"/>
                </ns0:lnTo>
                <ns0:lnTo>
                  <ns0:pt x="603360" y="637459"/>
                </ns0:lnTo>
                <ns0:lnTo>
                  <ns0:pt x="601920" y="637318"/>
                </ns0:lnTo>
                <ns0:lnTo>
                  <ns0:pt x="600480" y="637202"/>
                </ns0:lnTo>
                <ns0:lnTo>
                  <ns0:pt x="599040" y="636566"/>
                </ns0:lnTo>
                <ns0:lnTo>
                  <ns0:pt x="597600" y="634348"/>
                </ns0:lnTo>
                <ns0:lnTo>
                  <ns0:pt x="596160" y="630376"/>
                </ns0:lnTo>
                <ns0:lnTo>
                  <ns0:pt x="594720" y="625339"/>
                </ns0:lnTo>
                <ns0:lnTo>
                  <ns0:pt x="593280" y="620167"/>
                </ns0:lnTo>
                <ns0:lnTo>
                  <ns0:pt x="591840" y="615646"/>
                </ns0:lnTo>
                <ns0:lnTo>
                  <ns0:pt x="590400" y="612917"/>
                </ns0:lnTo>
                <ns0:lnTo>
                  <ns0:pt x="588960" y="613317"/>
                </ns0:lnTo>
                <ns0:lnTo>
                  <ns0:pt x="587520" y="616673"/>
                </ns0:lnTo>
                <ns0:lnTo>
                  <ns0:pt x="586080" y="621274"/>
                </ns0:lnTo>
                <ns0:lnTo>
                  <ns0:pt x="584640" y="623538"/>
                </ns0:lnTo>
                <ns0:lnTo>
                  <ns0:pt x="583200" y="621855"/>
                </ns0:lnTo>
                <ns0:lnTo>
                  <ns0:pt x="581760" y="617508"/>
                </ns0:lnTo>
                <ns0:lnTo>
                  <ns0:pt x="580320" y="613967"/>
                </ns0:lnTo>
                <ns0:lnTo>
                  <ns0:pt x="578880" y="612788"/>
                </ns0:lnTo>
                <ns0:lnTo>
                  <ns0:pt x="577440" y="612783"/>
                </ns0:lnTo>
                <ns0:lnTo>
                  <ns0:pt x="576000" y="611959"/>
                </ns0:lnTo>
                <ns0:lnTo>
                  <ns0:pt x="574560" y="610829"/>
                </ns0:lnTo>
                <ns0:lnTo>
                  <ns0:pt x="573120" y="610420"/>
                </ns0:lnTo>
                <ns0:lnTo>
                  <ns0:pt x="571680" y="610470"/>
                </ns0:lnTo>
                <ns0:lnTo>
                  <ns0:pt x="570240" y="610999"/>
                </ns0:lnTo>
                <ns0:lnTo>
                  <ns0:pt x="568800" y="610564"/>
                </ns0:lnTo>
                <ns0:lnTo>
                  <ns0:pt x="567360" y="608556"/>
                </ns0:lnTo>
                <ns0:lnTo>
                  <ns0:pt x="565920" y="605679"/>
                </ns0:lnTo>
                <ns0:lnTo>
                  <ns0:pt x="564480" y="602839"/>
                </ns0:lnTo>
                <ns0:lnTo>
                  <ns0:pt x="563040" y="601278"/>
                </ns0:lnTo>
                <ns0:lnTo>
                  <ns0:pt x="561600" y="601920"/>
                </ns0:lnTo>
                <ns0:lnTo>
                  <ns0:pt x="560160" y="604517"/>
                </ns0:lnTo>
                <ns0:lnTo>
                  <ns0:pt x="558720" y="608750"/>
                </ns0:lnTo>
                <ns0:lnTo>
                  <ns0:pt x="557280" y="614045"/>
                </ns0:lnTo>
                <ns0:lnTo>
                  <ns0:pt x="555840" y="619085"/>
                </ns0:lnTo>
                <ns0:lnTo>
                  <ns0:pt x="554400" y="622542"/>
                </ns0:lnTo>
                <ns0:lnTo>
                  <ns0:pt x="552960" y="624688"/>
                </ns0:lnTo>
                <ns0:lnTo>
                  <ns0:pt x="551520" y="626613"/>
                </ns0:lnTo>
                <ns0:lnTo>
                  <ns0:pt x="550080" y="628799"/>
                </ns0:lnTo>
                <ns0:lnTo>
                  <ns0:pt x="548640" y="631451"/>
                </ns0:lnTo>
                <ns0:lnTo>
                  <ns0:pt x="547200" y="635471"/>
                </ns0:lnTo>
                <ns0:lnTo>
                  <ns0:pt x="545760" y="641440"/>
                </ns0:lnTo>
                <ns0:lnTo>
                  <ns0:pt x="544320" y="647699"/>
                </ns0:lnTo>
                <ns0:lnTo>
                  <ns0:pt x="542880" y="652303"/>
                </ns0:lnTo>
                <ns0:lnTo>
                  <ns0:pt x="541440" y="654633"/>
                </ns0:lnTo>
                <ns0:lnTo>
                  <ns0:pt x="540000" y="654108"/>
                </ns0:lnTo>
                <ns0:lnTo>
                  <ns0:pt x="538560" y="651443"/>
                </ns0:lnTo>
                <ns0:lnTo>
                  <ns0:pt x="537120" y="646790"/>
                </ns0:lnTo>
                <ns0:lnTo>
                  <ns0:pt x="535680" y="640781"/>
                </ns0:lnTo>
                <ns0:lnTo>
                  <ns0:pt x="534240" y="634906"/>
                </ns0:lnTo>
                <ns0:lnTo>
                  <ns0:pt x="532800" y="630891"/>
                </ns0:lnTo>
                <ns0:lnTo>
                  <ns0:pt x="531360" y="629989"/>
                </ns0:lnTo>
                <ns0:lnTo>
                  <ns0:pt x="529920" y="631710"/>
                </ns0:lnTo>
                <ns0:lnTo>
                  <ns0:pt x="528480" y="634541"/>
                </ns0:lnTo>
                <ns0:lnTo>
                  <ns0:pt x="527040" y="635981"/>
                </ns0:lnTo>
                <ns0:lnTo>
                  <ns0:pt x="525600" y="634304"/>
                </ns0:lnTo>
                <ns0:lnTo>
                  <ns0:pt x="524160" y="631581"/>
                </ns0:lnTo>
                <ns0:lnTo>
                  <ns0:pt x="522720" y="629800"/>
                </ns0:lnTo>
                <ns0:lnTo>
                  <ns0:pt x="521280" y="628717"/>
                </ns0:lnTo>
                <ns0:lnTo>
                  <ns0:pt x="519840" y="628215"/>
                </ns0:lnTo>
                <ns0:lnTo>
                  <ns0:pt x="518400" y="629261"/>
                </ns0:lnTo>
                <ns0:lnTo>
                  <ns0:pt x="516960" y="631090"/>
                </ns0:lnTo>
                <ns0:lnTo>
                  <ns0:pt x="515520" y="632718"/>
                </ns0:lnTo>
                <ns0:lnTo>
                  <ns0:pt x="514080" y="633644"/>
                </ns0:lnTo>
                <ns0:lnTo>
                  <ns0:pt x="512640" y="633861"/>
                </ns0:lnTo>
                <ns0:lnTo>
                  <ns0:pt x="511200" y="633799"/>
                </ns0:lnTo>
                <ns0:lnTo>
                  <ns0:pt x="509760" y="633524"/>
                </ns0:lnTo>
                <ns0:lnTo>
                  <ns0:pt x="508320" y="633347"/>
                </ns0:lnTo>
                <ns0:lnTo>
                  <ns0:pt x="506880" y="633326"/>
                </ns0:lnTo>
                <ns0:lnTo>
                  <ns0:pt x="505440" y="632997"/>
                </ns0:lnTo>
                <ns0:lnTo>
                  <ns0:pt x="504000" y="632324"/>
                </ns0:lnTo>
                <ns0:lnTo>
                  <ns0:pt x="502560" y="631936"/>
                </ns0:lnTo>
                <ns0:lnTo>
                  <ns0:pt x="501120" y="632023"/>
                </ns0:lnTo>
                <ns0:lnTo>
                  <ns0:pt x="499680" y="633760"/>
                </ns0:lnTo>
                <ns0:lnTo>
                  <ns0:pt x="498240" y="636988"/>
                </ns0:lnTo>
                <ns0:lnTo>
                  <ns0:pt x="496800" y="639824"/>
                </ns0:lnTo>
                <ns0:lnTo>
                  <ns0:pt x="495360" y="641389"/>
                </ns0:lnTo>
                <ns0:lnTo>
                  <ns0:pt x="493920" y="642628"/>
                </ns0:lnTo>
                <ns0:lnTo>
                  <ns0:pt x="492480" y="643998"/>
                </ns0:lnTo>
                <ns0:lnTo>
                  <ns0:pt x="491040" y="646109"/>
                </ns0:lnTo>
                <ns0:lnTo>
                  <ns0:pt x="489600" y="649591"/>
                </ns0:lnTo>
                <ns0:lnTo>
                  <ns0:pt x="488160" y="653692"/>
                </ns0:lnTo>
                <ns0:lnTo>
                  <ns0:pt x="486720" y="656837"/>
                </ns0:lnTo>
                <ns0:lnTo>
                  <ns0:pt x="485280" y="659109"/>
                </ns0:lnTo>
                <ns0:lnTo>
                  <ns0:pt x="483840" y="660743"/>
                </ns0:lnTo>
                <ns0:lnTo>
                  <ns0:pt x="482400" y="661328"/>
                </ns0:lnTo>
                <ns0:lnTo>
                  <ns0:pt x="480960" y="661344"/>
                </ns0:lnTo>
                <ns0:lnTo>
                  <ns0:pt x="479520" y="661103"/>
                </ns0:lnTo>
                <ns0:lnTo>
                  <ns0:pt x="478080" y="660484"/>
                </ns0:lnTo>
                <ns0:lnTo>
                  <ns0:pt x="476640" y="658951"/>
                </ns0:lnTo>
                <ns0:lnTo>
                  <ns0:pt x="475200" y="657241"/>
                </ns0:lnTo>
                <ns0:lnTo>
                  <ns0:pt x="473760" y="656425"/>
                </ns0:lnTo>
                <ns0:lnTo>
                  <ns0:pt x="472320" y="655656"/>
                </ns0:lnTo>
                <ns0:lnTo>
                  <ns0:pt x="470880" y="654920"/>
                </ns0:lnTo>
                <ns0:lnTo>
                  <ns0:pt x="469440" y="654954"/>
                </ns0:lnTo>
                <ns0:lnTo>
                  <ns0:pt x="468000" y="655398"/>
                </ns0:lnTo>
                <ns0:lnTo>
                  <ns0:pt x="466560" y="656995"/>
                </ns0:lnTo>
                <ns0:lnTo>
                  <ns0:pt x="465120" y="661152"/>
                </ns0:lnTo>
                <ns0:lnTo>
                  <ns0:pt x="463680" y="665850"/>
                </ns0:lnTo>
                <ns0:lnTo>
                  <ns0:pt x="462240" y="669552"/>
                </ns0:lnTo>
                <ns0:lnTo>
                  <ns0:pt x="460800" y="673223"/>
                </ns0:lnTo>
                <ns0:lnTo>
                  <ns0:pt x="459360" y="676971"/>
                </ns0:lnTo>
                <ns0:lnTo>
                  <ns0:pt x="457920" y="679422"/>
                </ns0:lnTo>
                <ns0:lnTo>
                  <ns0:pt x="456480" y="680879"/>
                </ns0:lnTo>
                <ns0:lnTo>
                  <ns0:pt x="455040" y="682146"/>
                </ns0:lnTo>
                <ns0:lnTo>
                  <ns0:pt x="453600" y="683285"/>
                </ns0:lnTo>
                <ns0:lnTo>
                  <ns0:pt x="452160" y="683902"/>
                </ns0:lnTo>
                <ns0:lnTo>
                  <ns0:pt x="450720" y="683955"/>
                </ns0:lnTo>
                <ns0:lnTo>
                  <ns0:pt x="449280" y="683545"/>
                </ns0:lnTo>
                <ns0:lnTo>
                  <ns0:pt x="447840" y="682684"/>
                </ns0:lnTo>
                <ns0:lnTo>
                  <ns0:pt x="446400" y="682346"/>
                </ns0:lnTo>
                <ns0:lnTo>
                  <ns0:pt x="444960" y="682530"/>
                </ns0:lnTo>
                <ns0:lnTo>
                  <ns0:pt x="443520" y="683249"/>
                </ns0:lnTo>
                <ns0:lnTo>
                  <ns0:pt x="442080" y="685434"/>
                </ns0:lnTo>
                <ns0:lnTo>
                  <ns0:pt x="440640" y="689922"/>
                </ns0:lnTo>
                <ns0:lnTo>
                  <ns0:pt x="439200" y="694568"/>
                </ns0:lnTo>
                <ns0:lnTo>
                  <ns0:pt x="437760" y="698813"/>
                </ns0:lnTo>
                <ns0:lnTo>
                  <ns0:pt x="436320" y="704446"/>
                </ns0:lnTo>
                <ns0:lnTo>
                  <ns0:pt x="434880" y="710860"/>
                </ns0:lnTo>
                <ns0:lnTo>
                  <ns0:pt x="433440" y="716635"/>
                </ns0:lnTo>
                <ns0:lnTo>
                  <ns0:pt x="432000" y="722530"/>
                </ns0:lnTo>
                <ns0:lnTo>
                  <ns0:pt x="430560" y="728354"/>
                </ns0:lnTo>
                <ns0:lnTo>
                  <ns0:pt x="429120" y="733039"/>
                </ns0:lnTo>
                <ns0:lnTo>
                  <ns0:pt x="427680" y="736981"/>
                </ns0:lnTo>
                <ns0:lnTo>
                  <ns0:pt x="426240" y="739974"/>
                </ns0:lnTo>
                <ns0:lnTo>
                  <ns0:pt x="424800" y="739849"/>
                </ns0:lnTo>
                <ns0:lnTo>
                  <ns0:pt x="423360" y="736596"/>
                </ns0:lnTo>
                <ns0:lnTo>
                  <ns0:pt x="421920" y="731405"/>
                </ns0:lnTo>
                <ns0:lnTo>
                  <ns0:pt x="420480" y="725876"/>
                </ns0:lnTo>
                <ns0:lnTo>
                  <ns0:pt x="419040" y="721200"/>
                </ns0:lnTo>
                <ns0:lnTo>
                  <ns0:pt x="417600" y="718028"/>
                </ns0:lnTo>
                <ns0:lnTo>
                  <ns0:pt x="416160" y="717383"/>
                </ns0:lnTo>
                <ns0:lnTo>
                  <ns0:pt x="414720" y="718579"/>
                </ns0:lnTo>
                <ns0:lnTo>
                  <ns0:pt x="413280" y="720469"/>
                </ns0:lnTo>
                <ns0:lnTo>
                  <ns0:pt x="411840" y="722716"/>
                </ns0:lnTo>
                <ns0:lnTo>
                  <ns0:pt x="410400" y="724574"/>
                </ns0:lnTo>
                <ns0:lnTo>
                  <ns0:pt x="408960" y="726639"/>
                </ns0:lnTo>
                <ns0:lnTo>
                  <ns0:pt x="407520" y="729338"/>
                </ns0:lnTo>
                <ns0:lnTo>
                  <ns0:pt x="406080" y="732090"/>
                </ns0:lnTo>
                <ns0:lnTo>
                  <ns0:pt x="404640" y="734091"/>
                </ns0:lnTo>
                <ns0:lnTo>
                  <ns0:pt x="403200" y="736579"/>
                </ns0:lnTo>
                <ns0:lnTo>
                  <ns0:pt x="401760" y="739385"/>
                </ns0:lnTo>
                <ns0:lnTo>
                  <ns0:pt x="400320" y="741981"/>
                </ns0:lnTo>
                <ns0:lnTo>
                  <ns0:pt x="398880" y="744139"/>
                </ns0:lnTo>
                <ns0:lnTo>
                  <ns0:pt x="397440" y="745524"/>
                </ns0:lnTo>
                <ns0:lnTo>
                  <ns0:pt x="396000" y="744702"/>
                </ns0:lnTo>
                <ns0:lnTo>
                  <ns0:pt x="394560" y="742727"/>
                </ns0:lnTo>
                <ns0:lnTo>
                  <ns0:pt x="393120" y="740560"/>
                </ns0:lnTo>
                <ns0:lnTo>
                  <ns0:pt x="391680" y="738359"/>
                </ns0:lnTo>
                <ns0:lnTo>
                  <ns0:pt x="390240" y="736023"/>
                </ns0:lnTo>
                <ns0:lnTo>
                  <ns0:pt x="388800" y="734822"/>
                </ns0:lnTo>
                <ns0:lnTo>
                  <ns0:pt x="387360" y="735619"/>
                </ns0:lnTo>
                <ns0:lnTo>
                  <ns0:pt x="385920" y="738610"/>
                </ns0:lnTo>
                <ns0:lnTo>
                  <ns0:pt x="384480" y="744088"/>
                </ns0:lnTo>
                <ns0:lnTo>
                  <ns0:pt x="383040" y="750945"/>
                </ns0:lnTo>
                <ns0:lnTo>
                  <ns0:pt x="381600" y="756423"/>
                </ns0:lnTo>
                <ns0:lnTo>
                  <ns0:pt x="380160" y="759444"/>
                </ns0:lnTo>
                <ns0:lnTo>
                  <ns0:pt x="378720" y="761327"/>
                </ns0:lnTo>
                <ns0:lnTo>
                  <ns0:pt x="377280" y="762691"/>
                </ns0:lnTo>
                <ns0:lnTo>
                  <ns0:pt x="375840" y="763578"/>
                </ns0:lnTo>
                <ns0:lnTo>
                  <ns0:pt x="374400" y="764812"/>
                </ns0:lnTo>
                <ns0:lnTo>
                  <ns0:pt x="372960" y="765566"/>
                </ns0:lnTo>
                <ns0:lnTo>
                  <ns0:pt x="371520" y="766062"/>
                </ns0:lnTo>
                <ns0:lnTo>
                  <ns0:pt x="370080" y="766741"/>
                </ns0:lnTo>
                <ns0:lnTo>
                  <ns0:pt x="368640" y="767698"/>
                </ns0:lnTo>
                <ns0:lnTo>
                  <ns0:pt x="367200" y="766240"/>
                </ns0:lnTo>
                <ns0:lnTo>
                  <ns0:pt x="365760" y="762188"/>
                </ns0:lnTo>
                <ns0:lnTo>
                  <ns0:pt x="364320" y="756510"/>
                </ns0:lnTo>
                <ns0:lnTo>
                  <ns0:pt x="362880" y="750551"/>
                </ns0:lnTo>
                <ns0:lnTo>
                  <ns0:pt x="361440" y="746073"/>
                </ns0:lnTo>
                <ns0:lnTo>
                  <ns0:pt x="360000" y="745326"/>
                </ns0:lnTo>
                <ns0:lnTo>
                  <ns0:pt x="358560" y="746874"/>
                </ns0:lnTo>
                <ns0:lnTo>
                  <ns0:pt x="357120" y="748766"/>
                </ns0:lnTo>
                <ns0:lnTo>
                  <ns0:pt x="355680" y="751351"/>
                </ns0:lnTo>
                <ns0:lnTo>
                  <ns0:pt x="354240" y="754480"/>
                </ns0:lnTo>
                <ns0:lnTo>
                  <ns0:pt x="352800" y="757763"/>
                </ns0:lnTo>
                <ns0:lnTo>
                  <ns0:pt x="351360" y="761624"/>
                </ns0:lnTo>
                <ns0:lnTo>
                  <ns0:pt x="349920" y="765712"/>
                </ns0:lnTo>
                <ns0:lnTo>
                  <ns0:pt x="348480" y="769208"/>
                </ns0:lnTo>
                <ns0:lnTo>
                  <ns0:pt x="347040" y="771335"/>
                </ns0:lnTo>
                <ns0:lnTo>
                  <ns0:pt x="345600" y="772473"/>
                </ns0:lnTo>
                <ns0:lnTo>
                  <ns0:pt x="344160" y="773242"/>
                </ns0:lnTo>
                <ns0:lnTo>
                  <ns0:pt x="342720" y="772862"/>
                </ns0:lnTo>
                <ns0:lnTo>
                  <ns0:pt x="341280" y="771979"/>
                </ns0:lnTo>
                <ns0:lnTo>
                  <ns0:pt x="339840" y="771604"/>
                </ns0:lnTo>
                <ns0:lnTo>
                  <ns0:pt x="338400" y="770312"/>
                </ns0:lnTo>
                <ns0:lnTo>
                  <ns0:pt x="336960" y="768358"/>
                </ns0:lnTo>
                <ns0:lnTo>
                  <ns0:pt x="335520" y="766502"/>
                </ns0:lnTo>
                <ns0:lnTo>
                  <ns0:pt x="334080" y="765785"/>
                </ns0:lnTo>
                <ns0:lnTo>
                  <ns0:pt x="332640" y="766274"/>
                </ns0:lnTo>
                <ns0:lnTo>
                  <ns0:pt x="331200" y="769141"/>
                </ns0:lnTo>
                <ns0:lnTo>
                  <ns0:pt x="329760" y="775107"/>
                </ns0:lnTo>
                <ns0:lnTo>
                  <ns0:pt x="328320" y="784154"/>
                </ns0:lnTo>
                <ns0:lnTo>
                  <ns0:pt x="326880" y="795600"/>
                </ns0:lnTo>
                <ns0:lnTo>
                  <ns0:pt x="325440" y="806920"/>
                </ns0:lnTo>
                <ns0:lnTo>
                  <ns0:pt x="324000" y="813942"/>
                </ns0:lnTo>
                <ns0:lnTo>
                  <ns0:pt x="322560" y="815665"/>
                </ns0:lnTo>
                <ns0:lnTo>
                  <ns0:pt x="321120" y="814450"/>
                </ns0:lnTo>
                <ns0:lnTo>
                  <ns0:pt x="319680" y="813479"/>
                </ns0:lnTo>
                <ns0:lnTo>
                  <ns0:pt x="318240" y="813046"/>
                </ns0:lnTo>
                <ns0:lnTo>
                  <ns0:pt x="316800" y="812968"/>
                </ns0:lnTo>
                <ns0:lnTo>
                  <ns0:pt x="315360" y="812965"/>
                </ns0:lnTo>
                <ns0:lnTo>
                  <ns0:pt x="313920" y="813044"/>
                </ns0:lnTo>
                <ns0:lnTo>
                  <ns0:pt x="312480" y="813087"/>
                </ns0:lnTo>
                <ns0:lnTo>
                  <ns0:pt x="311040" y="813440"/>
                </ns0:lnTo>
                <ns0:lnTo>
                  <ns0:pt x="309600" y="815196"/>
                </ns0:lnTo>
                <ns0:lnTo>
                  <ns0:pt x="308160" y="818382"/>
                </ns0:lnTo>
                <ns0:lnTo>
                  <ns0:pt x="306720" y="823492"/>
                </ns0:lnTo>
                <ns0:lnTo>
                  <ns0:pt x="305280" y="828414"/>
                </ns0:lnTo>
                <ns0:lnTo>
                  <ns0:pt x="303840" y="833686"/>
                </ns0:lnTo>
                <ns0:lnTo>
                  <ns0:pt x="302400" y="839676"/>
                </ns0:lnTo>
                <ns0:lnTo>
                  <ns0:pt x="300960" y="846573"/>
                </ns0:lnTo>
                <ns0:lnTo>
                  <ns0:pt x="299520" y="854894"/>
                </ns0:lnTo>
                <ns0:lnTo>
                  <ns0:pt x="298080" y="861047"/>
                </ns0:lnTo>
                <ns0:lnTo>
                  <ns0:pt x="296640" y="863618"/>
                </ns0:lnTo>
                <ns0:lnTo>
                  <ns0:pt x="295200" y="863300"/>
                </ns0:lnTo>
                <ns0:lnTo>
                  <ns0:pt x="293760" y="861529"/>
                </ns0:lnTo>
                <ns0:lnTo>
                  <ns0:pt x="292320" y="859633"/>
                </ns0:lnTo>
                <ns0:lnTo>
                  <ns0:pt x="290880" y="857758"/>
                </ns0:lnTo>
                <ns0:lnTo>
                  <ns0:pt x="289440" y="85608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2" name="MuJoCo vy baseline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36559"/>
                </ns0:lnTo>
                <ns0:lnTo>
                  <ns0:pt x="290880" y="936841"/>
                </ns0:lnTo>
                <ns0:lnTo>
                  <ns0:pt x="292320" y="937164"/>
                </ns0:lnTo>
                <ns0:lnTo>
                  <ns0:pt x="293760" y="937486"/>
                </ns0:lnTo>
                <ns0:lnTo>
                  <ns0:pt x="295200" y="937759"/>
                </ns0:lnTo>
                <ns0:lnTo>
                  <ns0:pt x="296640" y="937943"/>
                </ns0:lnTo>
                <ns0:lnTo>
                  <ns0:pt x="298080" y="938018"/>
                </ns0:lnTo>
                <ns0:lnTo>
                  <ns0:pt x="299520" y="937988"/>
                </ns0:lnTo>
                <ns0:lnTo>
                  <ns0:pt x="300960" y="937866"/>
                </ns0:lnTo>
                <ns0:lnTo>
                  <ns0:pt x="302400" y="937662"/>
                </ns0:lnTo>
                <ns0:lnTo>
                  <ns0:pt x="303840" y="937383"/>
                </ns0:lnTo>
                <ns0:lnTo>
                  <ns0:pt x="305280" y="937040"/>
                </ns0:lnTo>
                <ns0:lnTo>
                  <ns0:pt x="306720" y="936649"/>
                </ns0:lnTo>
                <ns0:lnTo>
                  <ns0:pt x="308160" y="935734"/>
                </ns0:lnTo>
                <ns0:lnTo>
                  <ns0:pt x="309600" y="934689"/>
                </ns0:lnTo>
                <ns0:lnTo>
                  <ns0:pt x="311040" y="933531"/>
                </ns0:lnTo>
                <ns0:lnTo>
                  <ns0:pt x="312480" y="932283"/>
                </ns0:lnTo>
                <ns0:lnTo>
                  <ns0:pt x="313920" y="930971"/>
                </ns0:lnTo>
                <ns0:lnTo>
                  <ns0:pt x="315360" y="929623"/>
                </ns0:lnTo>
                <ns0:lnTo>
                  <ns0:pt x="316800" y="928272"/>
                </ns0:lnTo>
                <ns0:lnTo>
                  <ns0:pt x="318240" y="926957"/>
                </ns0:lnTo>
                <ns0:lnTo>
                  <ns0:pt x="319680" y="925730"/>
                </ns0:lnTo>
                <ns0:lnTo>
                  <ns0:pt x="321120" y="924685"/>
                </ns0:lnTo>
                <ns0:lnTo>
                  <ns0:pt x="322560" y="923939"/>
                </ns0:lnTo>
                <ns0:lnTo>
                  <ns0:pt x="324000" y="923609"/>
                </ns0:lnTo>
                <ns0:lnTo>
                  <ns0:pt x="325440" y="923781"/>
                </ns0:lnTo>
                <ns0:lnTo>
                  <ns0:pt x="326880" y="924464"/>
                </ns0:lnTo>
                <ns0:lnTo>
                  <ns0:pt x="328320" y="925535"/>
                </ns0:lnTo>
                <ns0:lnTo>
                  <ns0:pt x="329760" y="926815"/>
                </ns0:lnTo>
                <ns0:lnTo>
                  <ns0:pt x="331200" y="928186"/>
                </ns0:lnTo>
                <ns0:lnTo>
                  <ns0:pt x="332640" y="929556"/>
                </ns0:lnTo>
                <ns0:lnTo>
                  <ns0:pt x="334080" y="930838"/>
                </ns0:lnTo>
                <ns0:lnTo>
                  <ns0:pt x="335520" y="931977"/>
                </ns0:lnTo>
                <ns0:lnTo>
                  <ns0:pt x="336960" y="932940"/>
                </ns0:lnTo>
                <ns0:lnTo>
                  <ns0:pt x="338400" y="933703"/>
                </ns0:lnTo>
                <ns0:lnTo>
                  <ns0:pt x="339840" y="934253"/>
                </ns0:lnTo>
                <ns0:lnTo>
                  <ns0:pt x="341280" y="934594"/>
                </ns0:lnTo>
                <ns0:lnTo>
                  <ns0:pt x="342720" y="934743"/>
                </ns0:lnTo>
                <ns0:lnTo>
                  <ns0:pt x="344160" y="934730"/>
                </ns0:lnTo>
                <ns0:lnTo>
                  <ns0:pt x="345600" y="934591"/>
                </ns0:lnTo>
                <ns0:lnTo>
                  <ns0:pt x="347040" y="934371"/>
                </ns0:lnTo>
                <ns0:lnTo>
                  <ns0:pt x="348480" y="934117"/>
                </ns0:lnTo>
                <ns0:lnTo>
                  <ns0:pt x="349920" y="933872"/>
                </ns0:lnTo>
                <ns0:lnTo>
                  <ns0:pt x="351360" y="933671"/>
                </ns0:lnTo>
                <ns0:lnTo>
                  <ns0:pt x="352800" y="933537"/>
                </ns0:lnTo>
                <ns0:lnTo>
                  <ns0:pt x="354240" y="933474"/>
                </ns0:lnTo>
                <ns0:lnTo>
                  <ns0:pt x="355680" y="933466"/>
                </ns0:lnTo>
                <ns0:lnTo>
                  <ns0:pt x="357120" y="933478"/>
                </ns0:lnTo>
                <ns0:lnTo>
                  <ns0:pt x="358560" y="933465"/>
                </ns0:lnTo>
                <ns0:lnTo>
                  <ns0:pt x="360000" y="933387"/>
                </ns0:lnTo>
                <ns0:lnTo>
                  <ns0:pt x="361440" y="933222"/>
                </ns0:lnTo>
                <ns0:lnTo>
                  <ns0:pt x="362880" y="932974"/>
                </ns0:lnTo>
                <ns0:lnTo>
                  <ns0:pt x="364320" y="932704"/>
                </ns0:lnTo>
                <ns0:lnTo>
                  <ns0:pt x="365760" y="932503"/>
                </ns0:lnTo>
                <ns0:lnTo>
                  <ns0:pt x="367200" y="932408"/>
                </ns0:lnTo>
                <ns0:lnTo>
                  <ns0:pt x="368640" y="932429"/>
                </ns0:lnTo>
                <ns0:lnTo>
                  <ns0:pt x="370080" y="932550"/>
                </ns0:lnTo>
                <ns0:lnTo>
                  <ns0:pt x="371520" y="932768"/>
                </ns0:lnTo>
                <ns0:lnTo>
                  <ns0:pt x="372960" y="933079"/>
                </ns0:lnTo>
                <ns0:lnTo>
                  <ns0:pt x="374400" y="933474"/>
                </ns0:lnTo>
                <ns0:lnTo>
                  <ns0:pt x="375840" y="933935"/>
                </ns0:lnTo>
                <ns0:lnTo>
                  <ns0:pt x="377280" y="934436"/>
                </ns0:lnTo>
                <ns0:lnTo>
                  <ns0:pt x="378720" y="934945"/>
                </ns0:lnTo>
                <ns0:lnTo>
                  <ns0:pt x="380160" y="935430"/>
                </ns0:lnTo>
                <ns0:lnTo>
                  <ns0:pt x="381600" y="935866"/>
                </ns0:lnTo>
                <ns0:lnTo>
                  <ns0:pt x="383040" y="936232"/>
                </ns0:lnTo>
                <ns0:lnTo>
                  <ns0:pt x="384480" y="936511"/>
                </ns0:lnTo>
                <ns0:lnTo>
                  <ns0:pt x="385920" y="936695"/>
                </ns0:lnTo>
                <ns0:lnTo>
                  <ns0:pt x="387360" y="936788"/>
                </ns0:lnTo>
                <ns0:lnTo>
                  <ns0:pt x="388800" y="936796"/>
                </ns0:lnTo>
                <ns0:lnTo>
                  <ns0:pt x="390240" y="936732"/>
                </ns0:lnTo>
                <ns0:lnTo>
                  <ns0:pt x="391680" y="936609"/>
                </ns0:lnTo>
                <ns0:lnTo>
                  <ns0:pt x="393120" y="936441"/>
                </ns0:lnTo>
                <ns0:lnTo>
                  <ns0:pt x="394560" y="936249"/>
                </ns0:lnTo>
                <ns0:lnTo>
                  <ns0:pt x="396000" y="936054"/>
                </ns0:lnTo>
                <ns0:lnTo>
                  <ns0:pt x="397440" y="935887"/>
                </ns0:lnTo>
                <ns0:lnTo>
                  <ns0:pt x="398880" y="935780"/>
                </ns0:lnTo>
                <ns0:lnTo>
                  <ns0:pt x="400320" y="935744"/>
                </ns0:lnTo>
                <ns0:lnTo>
                  <ns0:pt x="401760" y="935749"/>
                </ns0:lnTo>
                <ns0:lnTo>
                  <ns0:pt x="403200" y="935747"/>
                </ns0:lnTo>
                <ns0:lnTo>
                  <ns0:pt x="404640" y="935708"/>
                </ns0:lnTo>
                <ns0:lnTo>
                  <ns0:pt x="406080" y="935655"/>
                </ns0:lnTo>
                <ns0:lnTo>
                  <ns0:pt x="407520" y="935607"/>
                </ns0:lnTo>
                <ns0:lnTo>
                  <ns0:pt x="408960" y="935571"/>
                </ns0:lnTo>
                <ns0:lnTo>
                  <ns0:pt x="410400" y="935543"/>
                </ns0:lnTo>
                <ns0:lnTo>
                  <ns0:pt x="411840" y="935521"/>
                </ns0:lnTo>
                <ns0:lnTo>
                  <ns0:pt x="413280" y="935507"/>
                </ns0:lnTo>
                <ns0:lnTo>
                  <ns0:pt x="414720" y="935501"/>
                </ns0:lnTo>
                <ns0:lnTo>
                  <ns0:pt x="416160" y="935504"/>
                </ns0:lnTo>
                <ns0:lnTo>
                  <ns0:pt x="417600" y="935516"/>
                </ns0:lnTo>
                <ns0:lnTo>
                  <ns0:pt x="419040" y="935539"/>
                </ns0:lnTo>
                <ns0:lnTo>
                  <ns0:pt x="420480" y="935581"/>
                </ns0:lnTo>
                <ns0:lnTo>
                  <ns0:pt x="421920" y="935640"/>
                </ns0:lnTo>
                <ns0:lnTo>
                  <ns0:pt x="423360" y="935708"/>
                </ns0:lnTo>
                <ns0:lnTo>
                  <ns0:pt x="424800" y="935778"/>
                </ns0:lnTo>
                <ns0:lnTo>
                  <ns0:pt x="426240" y="935842"/>
                </ns0:lnTo>
                <ns0:lnTo>
                  <ns0:pt x="427680" y="935893"/>
                </ns0:lnTo>
                <ns0:lnTo>
                  <ns0:pt x="429120" y="935928"/>
                </ns0:lnTo>
                <ns0:lnTo>
                  <ns0:pt x="430560" y="935944"/>
                </ns0:lnTo>
                <ns0:lnTo>
                  <ns0:pt x="432000" y="935941"/>
                </ns0:lnTo>
                <ns0:lnTo>
                  <ns0:pt x="433440" y="935923"/>
                </ns0:lnTo>
                <ns0:lnTo>
                  <ns0:pt x="434880" y="935893"/>
                </ns0:lnTo>
                <ns0:lnTo>
                  <ns0:pt x="436320" y="935856"/>
                </ns0:lnTo>
                <ns0:lnTo>
                  <ns0:pt x="437760" y="935816"/>
                </ns0:lnTo>
                <ns0:lnTo>
                  <ns0:pt x="439200" y="935775"/>
                </ns0:lnTo>
                <ns0:lnTo>
                  <ns0:pt x="440640" y="935737"/>
                </ns0:lnTo>
                <ns0:lnTo>
                  <ns0:pt x="442080" y="935706"/>
                </ns0:lnTo>
                <ns0:lnTo>
                  <ns0:pt x="443520" y="935693"/>
                </ns0:lnTo>
                <ns0:lnTo>
                  <ns0:pt x="444960" y="935699"/>
                </ns0:lnTo>
                <ns0:lnTo>
                  <ns0:pt x="446400" y="935707"/>
                </ns0:lnTo>
                <ns0:lnTo>
                  <ns0:pt x="447840" y="935715"/>
                </ns0:lnTo>
                <ns0:lnTo>
                  <ns0:pt x="449280" y="935723"/>
                </ns0:lnTo>
                <ns0:lnTo>
                  <ns0:pt x="450720" y="935731"/>
                </ns0:lnTo>
                <ns0:lnTo>
                  <ns0:pt x="452160" y="935739"/>
                </ns0:lnTo>
                <ns0:lnTo>
                  <ns0:pt x="453600" y="935747"/>
                </ns0:lnTo>
                <ns0:lnTo>
                  <ns0:pt x="455040" y="935756"/>
                </ns0:lnTo>
                <ns0:lnTo>
                  <ns0:pt x="456480" y="935765"/>
                </ns0:lnTo>
                <ns0:lnTo>
                  <ns0:pt x="457920" y="935774"/>
                </ns0:lnTo>
                <ns0:lnTo>
                  <ns0:pt x="459360" y="935782"/>
                </ns0:lnTo>
                <ns0:lnTo>
                  <ns0:pt x="460800" y="935791"/>
                </ns0:lnTo>
                <ns0:lnTo>
                  <ns0:pt x="462240" y="935799"/>
                </ns0:lnTo>
                <ns0:lnTo>
                  <ns0:pt x="463680" y="935807"/>
                </ns0:lnTo>
                <ns0:lnTo>
                  <ns0:pt x="465120" y="935814"/>
                </ns0:lnTo>
                <ns0:lnTo>
                  <ns0:pt x="466560" y="935821"/>
                </ns0:lnTo>
                <ns0:lnTo>
                  <ns0:pt x="468000" y="935827"/>
                </ns0:lnTo>
                <ns0:lnTo>
                  <ns0:pt x="469440" y="935833"/>
                </ns0:lnTo>
                <ns0:lnTo>
                  <ns0:pt x="470880" y="935840"/>
                </ns0:lnTo>
                <ns0:lnTo>
                  <ns0:pt x="472320" y="935846"/>
                </ns0:lnTo>
                <ns0:lnTo>
                  <ns0:pt x="473760" y="935853"/>
                </ns0:lnTo>
                <ns0:lnTo>
                  <ns0:pt x="475200" y="935861"/>
                </ns0:lnTo>
                <ns0:lnTo>
                  <ns0:pt x="476640" y="935869"/>
                </ns0:lnTo>
                <ns0:lnTo>
                  <ns0:pt x="478080" y="935878"/>
                </ns0:lnTo>
                <ns0:lnTo>
                  <ns0:pt x="479520" y="935887"/>
                </ns0:lnTo>
                <ns0:lnTo>
                  <ns0:pt x="480960" y="935896"/>
                </ns0:lnTo>
                <ns0:lnTo>
                  <ns0:pt x="482400" y="935906"/>
                </ns0:lnTo>
                <ns0:lnTo>
                  <ns0:pt x="483840" y="935915"/>
                </ns0:lnTo>
                <ns0:lnTo>
                  <ns0:pt x="485280" y="935924"/>
                </ns0:lnTo>
                <ns0:lnTo>
                  <ns0:pt x="486720" y="935934"/>
                </ns0:lnTo>
                <ns0:lnTo>
                  <ns0:pt x="488160" y="935942"/>
                </ns0:lnTo>
                <ns0:lnTo>
                  <ns0:pt x="489600" y="935951"/>
                </ns0:lnTo>
                <ns0:lnTo>
                  <ns0:pt x="491040" y="935959"/>
                </ns0:lnTo>
                <ns0:lnTo>
                  <ns0:pt x="492480" y="935967"/>
                </ns0:lnTo>
                <ns0:lnTo>
                  <ns0:pt x="493920" y="935975"/>
                </ns0:lnTo>
                <ns0:lnTo>
                  <ns0:pt x="495360" y="935983"/>
                </ns0:lnTo>
                <ns0:lnTo>
                  <ns0:pt x="496800" y="935990"/>
                </ns0:lnTo>
                <ns0:lnTo>
                  <ns0:pt x="498240" y="935996"/>
                </ns0:lnTo>
                <ns0:lnTo>
                  <ns0:pt x="499680" y="936003"/>
                </ns0:lnTo>
                <ns0:lnTo>
                  <ns0:pt x="501120" y="936009"/>
                </ns0:lnTo>
                <ns0:lnTo>
                  <ns0:pt x="502560" y="936015"/>
                </ns0:lnTo>
                <ns0:lnTo>
                  <ns0:pt x="504000" y="936021"/>
                </ns0:lnTo>
                <ns0:lnTo>
                  <ns0:pt x="505440" y="936027"/>
                </ns0:lnTo>
                <ns0:lnTo>
                  <ns0:pt x="506880" y="936033"/>
                </ns0:lnTo>
                <ns0:lnTo>
                  <ns0:pt x="508320" y="936039"/>
                </ns0:lnTo>
                <ns0:lnTo>
                  <ns0:pt x="509760" y="936045"/>
                </ns0:lnTo>
                <ns0:lnTo>
                  <ns0:pt x="511200" y="936051"/>
                </ns0:lnTo>
                <ns0:lnTo>
                  <ns0:pt x="512640" y="936058"/>
                </ns0:lnTo>
                <ns0:lnTo>
                  <ns0:pt x="514080" y="936064"/>
                </ns0:lnTo>
                <ns0:lnTo>
                  <ns0:pt x="515520" y="936071"/>
                </ns0:lnTo>
                <ns0:lnTo>
                  <ns0:pt x="516960" y="936078"/>
                </ns0:lnTo>
                <ns0:lnTo>
                  <ns0:pt x="518400" y="936084"/>
                </ns0:lnTo>
                <ns0:lnTo>
                  <ns0:pt x="519840" y="936091"/>
                </ns0:lnTo>
                <ns0:lnTo>
                  <ns0:pt x="521280" y="936097"/>
                </ns0:lnTo>
                <ns0:lnTo>
                  <ns0:pt x="522720" y="936103"/>
                </ns0:lnTo>
                <ns0:lnTo>
                  <ns0:pt x="524160" y="936110"/>
                </ns0:lnTo>
                <ns0:lnTo>
                  <ns0:pt x="525600" y="936116"/>
                </ns0:lnTo>
                <ns0:lnTo>
                  <ns0:pt x="527040" y="936121"/>
                </ns0:lnTo>
                <ns0:lnTo>
                  <ns0:pt x="528480" y="936127"/>
                </ns0:lnTo>
                <ns0:lnTo>
                  <ns0:pt x="529920" y="936132"/>
                </ns0:lnTo>
                <ns0:lnTo>
                  <ns0:pt x="531360" y="936137"/>
                </ns0:lnTo>
                <ns0:lnTo>
                  <ns0:pt x="532800" y="936142"/>
                </ns0:lnTo>
                <ns0:lnTo>
                  <ns0:pt x="534240" y="936147"/>
                </ns0:lnTo>
                <ns0:lnTo>
                  <ns0:pt x="535680" y="936152"/>
                </ns0:lnTo>
                <ns0:lnTo>
                  <ns0:pt x="537120" y="936156"/>
                </ns0:lnTo>
                <ns0:lnTo>
                  <ns0:pt x="538560" y="936160"/>
                </ns0:lnTo>
                <ns0:lnTo>
                  <ns0:pt x="540000" y="936164"/>
                </ns0:lnTo>
                <ns0:lnTo>
                  <ns0:pt x="541440" y="936168"/>
                </ns0:lnTo>
                <ns0:lnTo>
                  <ns0:pt x="542880" y="936172"/>
                </ns0:lnTo>
                <ns0:lnTo>
                  <ns0:pt x="544320" y="936176"/>
                </ns0:lnTo>
                <ns0:lnTo>
                  <ns0:pt x="545760" y="936179"/>
                </ns0:lnTo>
                <ns0:lnTo>
                  <ns0:pt x="547200" y="936183"/>
                </ns0:lnTo>
                <ns0:lnTo>
                  <ns0:pt x="548640" y="936187"/>
                </ns0:lnTo>
                <ns0:lnTo>
                  <ns0:pt x="550080" y="936190"/>
                </ns0:lnTo>
                <ns0:lnTo>
                  <ns0:pt x="551520" y="936193"/>
                </ns0:lnTo>
                <ns0:lnTo>
                  <ns0:pt x="552960" y="936197"/>
                </ns0:lnTo>
                <ns0:lnTo>
                  <ns0:pt x="554400" y="936200"/>
                </ns0:lnTo>
                <ns0:lnTo>
                  <ns0:pt x="555840" y="936203"/>
                </ns0:lnTo>
                <ns0:lnTo>
                  <ns0:pt x="557280" y="936206"/>
                </ns0:lnTo>
                <ns0:lnTo>
                  <ns0:pt x="558720" y="936209"/>
                </ns0:lnTo>
                <ns0:lnTo>
                  <ns0:pt x="560160" y="936212"/>
                </ns0:lnTo>
                <ns0:lnTo>
                  <ns0:pt x="561600" y="936215"/>
                </ns0:lnTo>
                <ns0:lnTo>
                  <ns0:pt x="563040" y="936217"/>
                </ns0:lnTo>
                <ns0:lnTo>
                  <ns0:pt x="564480" y="936220"/>
                </ns0:lnTo>
                <ns0:lnTo>
                  <ns0:pt x="565920" y="936222"/>
                </ns0:lnTo>
                <ns0:lnTo>
                  <ns0:pt x="567360" y="936224"/>
                </ns0:lnTo>
                <ns0:lnTo>
                  <ns0:pt x="568800" y="936226"/>
                </ns0:lnTo>
                <ns0:lnTo>
                  <ns0:pt x="570240" y="936228"/>
                </ns0:lnTo>
                <ns0:lnTo>
                  <ns0:pt x="571680" y="936230"/>
                </ns0:lnTo>
                <ns0:lnTo>
                  <ns0:pt x="573120" y="936232"/>
                </ns0:lnTo>
                <ns0:lnTo>
                  <ns0:pt x="574560" y="936233"/>
                </ns0:lnTo>
                <ns0:lnTo>
                  <ns0:pt x="576000" y="936235"/>
                </ns0:lnTo>
                <ns0:lnTo>
                  <ns0:pt x="577440" y="936236"/>
                </ns0:lnTo>
                <ns0:lnTo>
                  <ns0:pt x="578880" y="936238"/>
                </ns0:lnTo>
                <ns0:lnTo>
                  <ns0:pt x="580320" y="936239"/>
                </ns0:lnTo>
                <ns0:lnTo>
                  <ns0:pt x="581760" y="936240"/>
                </ns0:lnTo>
                <ns0:lnTo>
                  <ns0:pt x="583200" y="936241"/>
                </ns0:lnTo>
                <ns0:lnTo>
                  <ns0:pt x="584640" y="936242"/>
                </ns0:lnTo>
                <ns0:lnTo>
                  <ns0:pt x="586080" y="936243"/>
                </ns0:lnTo>
                <ns0:lnTo>
                  <ns0:pt x="587520" y="936244"/>
                </ns0:lnTo>
                <ns0:lnTo>
                  <ns0:pt x="588960" y="936245"/>
                </ns0:lnTo>
                <ns0:lnTo>
                  <ns0:pt x="590400" y="936246"/>
                </ns0:lnTo>
                <ns0:lnTo>
                  <ns0:pt x="591840" y="936246"/>
                </ns0:lnTo>
                <ns0:lnTo>
                  <ns0:pt x="593280" y="936247"/>
                </ns0:lnTo>
                <ns0:lnTo>
                  <ns0:pt x="594720" y="936248"/>
                </ns0:lnTo>
                <ns0:lnTo>
                  <ns0:pt x="596160" y="936249"/>
                </ns0:lnTo>
                <ns0:lnTo>
                  <ns0:pt x="597600" y="936249"/>
                </ns0:lnTo>
                <ns0:lnTo>
                  <ns0:pt x="599040" y="936250"/>
                </ns0:lnTo>
                <ns0:lnTo>
                  <ns0:pt x="600480" y="936250"/>
                </ns0:lnTo>
                <ns0:lnTo>
                  <ns0:pt x="601920" y="936251"/>
                </ns0:lnTo>
                <ns0:lnTo>
                  <ns0:pt x="603360" y="936251"/>
                </ns0:lnTo>
                <ns0:lnTo>
                  <ns0:pt x="604800" y="936252"/>
                </ns0:lnTo>
                <ns0:lnTo>
                  <ns0:pt x="606240" y="936252"/>
                </ns0:lnTo>
                <ns0:lnTo>
                  <ns0:pt x="607680" y="936253"/>
                </ns0:lnTo>
                <ns0:lnTo>
                  <ns0:pt x="609120" y="936253"/>
                </ns0:lnTo>
                <ns0:lnTo>
                  <ns0:pt x="610560" y="936254"/>
                </ns0:lnTo>
                <ns0:lnTo>
                  <ns0:pt x="612000" y="936254"/>
                </ns0:lnTo>
                <ns0:lnTo>
                  <ns0:pt x="613440" y="936255"/>
                </ns0:lnTo>
                <ns0:lnTo>
                  <ns0:pt x="614880" y="936255"/>
                </ns0:lnTo>
                <ns0:lnTo>
                  <ns0:pt x="616320" y="936255"/>
                </ns0:lnTo>
                <ns0:lnTo>
                  <ns0:pt x="617760" y="936256"/>
                </ns0:lnTo>
                <ns0:lnTo>
                  <ns0:pt x="619200" y="936256"/>
                </ns0:lnTo>
                <ns0:lnTo>
                  <ns0:pt x="620640" y="936257"/>
                </ns0:lnTo>
                <ns0:lnTo>
                  <ns0:pt x="622080" y="936257"/>
                </ns0:lnTo>
                <ns0:lnTo>
                  <ns0:pt x="623520" y="936258"/>
                </ns0:lnTo>
                <ns0:lnTo>
                  <ns0:pt x="624960" y="936258"/>
                </ns0:lnTo>
                <ns0:lnTo>
                  <ns0:pt x="626400" y="936258"/>
                </ns0:lnTo>
                <ns0:lnTo>
                  <ns0:pt x="627840" y="936259"/>
                </ns0:lnTo>
                <ns0:lnTo>
                  <ns0:pt x="629280" y="936259"/>
                </ns0:lnTo>
                <ns0:lnTo>
                  <ns0:pt x="630720" y="936260"/>
                </ns0:lnTo>
                <ns0:lnTo>
                  <ns0:pt x="632160" y="936260"/>
                </ns0:lnTo>
                <ns0:lnTo>
                  <ns0:pt x="633600" y="936260"/>
                </ns0:lnTo>
                <ns0:lnTo>
                  <ns0:pt x="635040" y="936261"/>
                </ns0:lnTo>
                <ns0:lnTo>
                  <ns0:pt x="636480" y="936261"/>
                </ns0:lnTo>
                <ns0:lnTo>
                  <ns0:pt x="637920" y="936261"/>
                </ns0:lnTo>
                <ns0:lnTo>
                  <ns0:pt x="639360" y="936262"/>
                </ns0:lnTo>
                <ns0:lnTo>
                  <ns0:pt x="640800" y="936262"/>
                </ns0:lnTo>
                <ns0:lnTo>
                  <ns0:pt x="642240" y="936263"/>
                </ns0:lnTo>
                <ns0:lnTo>
                  <ns0:pt x="643680" y="936263"/>
                </ns0:lnTo>
                <ns0:lnTo>
                  <ns0:pt x="645120" y="936263"/>
                </ns0:lnTo>
                <ns0:lnTo>
                  <ns0:pt x="646560" y="936264"/>
                </ns0:lnTo>
                <ns0:lnTo>
                  <ns0:pt x="648000" y="936264"/>
                </ns0:lnTo>
                <ns0:lnTo>
                  <ns0:pt x="649440" y="936264"/>
                </ns0:lnTo>
                <ns0:lnTo>
                  <ns0:pt x="650880" y="936265"/>
                </ns0:lnTo>
                <ns0:lnTo>
                  <ns0:pt x="652320" y="936265"/>
                </ns0:lnTo>
                <ns0:lnTo>
                  <ns0:pt x="653760" y="936265"/>
                </ns0:lnTo>
                <ns0:lnTo>
                  <ns0:pt x="655200" y="936266"/>
                </ns0:lnTo>
                <ns0:lnTo>
                  <ns0:pt x="656640" y="936266"/>
                </ns0:lnTo>
                <ns0:lnTo>
                  <ns0:pt x="658080" y="936266"/>
                </ns0:lnTo>
                <ns0:lnTo>
                  <ns0:pt x="659520" y="936266"/>
                </ns0:lnTo>
                <ns0:lnTo>
                  <ns0:pt x="660960" y="936267"/>
                </ns0:lnTo>
                <ns0:lnTo>
                  <ns0:pt x="662400" y="936267"/>
                </ns0:lnTo>
                <ns0:lnTo>
                  <ns0:pt x="663840" y="936267"/>
                </ns0:lnTo>
                <ns0:lnTo>
                  <ns0:pt x="665280" y="936267"/>
                </ns0:lnTo>
                <ns0:lnTo>
                  <ns0:pt x="666720" y="936268"/>
                </ns0:lnTo>
                <ns0:lnTo>
                  <ns0:pt x="668160" y="936268"/>
                </ns0:lnTo>
                <ns0:lnTo>
                  <ns0:pt x="669600" y="936268"/>
                </ns0:lnTo>
                <ns0:lnTo>
                  <ns0:pt x="671040" y="936268"/>
                </ns0:lnTo>
                <ns0:lnTo>
                  <ns0:pt x="672480" y="936269"/>
                </ns0:lnTo>
                <ns0:lnTo>
                  <ns0:pt x="673920" y="936269"/>
                </ns0:lnTo>
                <ns0:lnTo>
                  <ns0:pt x="675360" y="936269"/>
                </ns0:lnTo>
                <ns0:lnTo>
                  <ns0:pt x="676800" y="936269"/>
                </ns0:lnTo>
                <ns0:lnTo>
                  <ns0:pt x="678240" y="936269"/>
                </ns0:lnTo>
                <ns0:lnTo>
                  <ns0:pt x="679680" y="936270"/>
                </ns0:lnTo>
                <ns0:lnTo>
                  <ns0:pt x="681120" y="936270"/>
                </ns0:lnTo>
                <ns0:lnTo>
                  <ns0:pt x="682560" y="936271"/>
                </ns0:lnTo>
                <ns0:lnTo>
                  <ns0:pt x="684000" y="936271"/>
                </ns0:lnTo>
                <ns0:lnTo>
                  <ns0:pt x="685440" y="936272"/>
                </ns0:lnTo>
                <ns0:lnTo>
                  <ns0:pt x="686880" y="936272"/>
                </ns0:lnTo>
                <ns0:lnTo>
                  <ns0:pt x="688320" y="936273"/>
                </ns0:lnTo>
                <ns0:lnTo>
                  <ns0:pt x="689760" y="936274"/>
                </ns0:lnTo>
                <ns0:lnTo>
                  <ns0:pt x="691200" y="936274"/>
                </ns0:lnTo>
                <ns0:lnTo>
                  <ns0:pt x="692640" y="936275"/>
                </ns0:lnTo>
                <ns0:lnTo>
                  <ns0:pt x="694080" y="936276"/>
                </ns0:lnTo>
                <ns0:lnTo>
                  <ns0:pt x="695520" y="936276"/>
                </ns0:lnTo>
                <ns0:lnTo>
                  <ns0:pt x="696960" y="936277"/>
                </ns0:lnTo>
                <ns0:lnTo>
                  <ns0:pt x="698400" y="936277"/>
                </ns0:lnTo>
                <ns0:lnTo>
                  <ns0:pt x="699840" y="936278"/>
                </ns0:lnTo>
                <ns0:lnTo>
                  <ns0:pt x="701280" y="936278"/>
                </ns0:lnTo>
                <ns0:lnTo>
                  <ns0:pt x="702720" y="936278"/>
                </ns0:lnTo>
                <ns0:lnTo>
                  <ns0:pt x="704160" y="936279"/>
                </ns0:lnTo>
                <ns0:lnTo>
                  <ns0:pt x="705600" y="936279"/>
                </ns0:lnTo>
                <ns0:lnTo>
                  <ns0:pt x="707040" y="936279"/>
                </ns0:lnTo>
                <ns0:lnTo>
                  <ns0:pt x="708480" y="936279"/>
                </ns0:lnTo>
                <ns0:lnTo>
                  <ns0:pt x="709920" y="936279"/>
                </ns0:lnTo>
                <ns0:lnTo>
                  <ns0:pt x="711360" y="936279"/>
                </ns0:lnTo>
                <ns0:lnTo>
                  <ns0:pt x="712800" y="936279"/>
                </ns0:lnTo>
                <ns0:lnTo>
                  <ns0:pt x="714240" y="936279"/>
                </ns0:lnTo>
                <ns0:lnTo>
                  <ns0:pt x="715680" y="936279"/>
                </ns0:lnTo>
                <ns0:lnTo>
                  <ns0:pt x="717120" y="936279"/>
                </ns0:lnTo>
                <ns0:lnTo>
                  <ns0:pt x="718560" y="936279"/>
                </ns0:lnTo>
                <ns0:lnTo>
                  <ns0:pt x="720000" y="936279"/>
                </ns0:lnTo>
                <ns0:lnTo>
                  <ns0:pt x="721440" y="936279"/>
                </ns0:lnTo>
                <ns0:lnTo>
                  <ns0:pt x="722880" y="936279"/>
                </ns0:lnTo>
                <ns0:lnTo>
                  <ns0:pt x="724320" y="936279"/>
                </ns0:lnTo>
                <ns0:lnTo>
                  <ns0:pt x="725760" y="936279"/>
                </ns0:lnTo>
                <ns0:lnTo>
                  <ns0:pt x="727200" y="936279"/>
                </ns0:lnTo>
                <ns0:lnTo>
                  <ns0:pt x="728640" y="936279"/>
                </ns0:lnTo>
                <ns0:lnTo>
                  <ns0:pt x="730080" y="936279"/>
                </ns0:lnTo>
                <ns0:lnTo>
                  <ns0:pt x="731520" y="936279"/>
                </ns0:lnTo>
                <ns0:lnTo>
                  <ns0:pt x="732960" y="936279"/>
                </ns0:lnTo>
                <ns0:lnTo>
                  <ns0:pt x="734400" y="936280"/>
                </ns0:lnTo>
                <ns0:lnTo>
                  <ns0:pt x="735840" y="936280"/>
                </ns0:lnTo>
                <ns0:lnTo>
                  <ns0:pt x="737280" y="936280"/>
                </ns0:lnTo>
                <ns0:lnTo>
                  <ns0:pt x="738720" y="936280"/>
                </ns0:lnTo>
                <ns0:lnTo>
                  <ns0:pt x="740160" y="936280"/>
                </ns0:lnTo>
                <ns0:lnTo>
                  <ns0:pt x="741600" y="936280"/>
                </ns0:lnTo>
                <ns0:lnTo>
                  <ns0:pt x="743040" y="936280"/>
                </ns0:lnTo>
                <ns0:lnTo>
                  <ns0:pt x="744480" y="936280"/>
                </ns0:lnTo>
                <ns0:lnTo>
                  <ns0:pt x="745920" y="936281"/>
                </ns0:lnTo>
                <ns0:lnTo>
                  <ns0:pt x="747360" y="936281"/>
                </ns0:lnTo>
                <ns0:lnTo>
                  <ns0:pt x="748800" y="936281"/>
                </ns0:lnTo>
                <ns0:lnTo>
                  <ns0:pt x="750240" y="936281"/>
                </ns0:lnTo>
                <ns0:lnTo>
                  <ns0:pt x="751680" y="936281"/>
                </ns0:lnTo>
                <ns0:lnTo>
                  <ns0:pt x="753120" y="936281"/>
                </ns0:lnTo>
                <ns0:lnTo>
                  <ns0:pt x="754560" y="936281"/>
                </ns0:lnTo>
                <ns0:lnTo>
                  <ns0:pt x="756000" y="936282"/>
                </ns0:lnTo>
                <ns0:lnTo>
                  <ns0:pt x="757440" y="936282"/>
                </ns0:lnTo>
                <ns0:lnTo>
                  <ns0:pt x="758880" y="936282"/>
                </ns0:lnTo>
                <ns0:lnTo>
                  <ns0:pt x="760320" y="936282"/>
                </ns0:lnTo>
                <ns0:lnTo>
                  <ns0:pt x="761760" y="936282"/>
                </ns0:lnTo>
                <ns0:lnTo>
                  <ns0:pt x="763200" y="936282"/>
                </ns0:lnTo>
                <ns0:lnTo>
                  <ns0:pt x="764640" y="936283"/>
                </ns0:lnTo>
                <ns0:lnTo>
                  <ns0:pt x="766080" y="936283"/>
                </ns0:lnTo>
                <ns0:lnTo>
                  <ns0:pt x="767520" y="936283"/>
                </ns0:lnTo>
                <ns0:lnTo>
                  <ns0:pt x="768960" y="936283"/>
                </ns0:lnTo>
                <ns0:lnTo>
                  <ns0:pt x="770400" y="936284"/>
                </ns0:lnTo>
                <ns0:lnTo>
                  <ns0:pt x="771840" y="936284"/>
                </ns0:lnTo>
                <ns0:lnTo>
                  <ns0:pt x="773280" y="936284"/>
                </ns0:lnTo>
                <ns0:lnTo>
                  <ns0:pt x="774720" y="936284"/>
                </ns0:lnTo>
                <ns0:lnTo>
                  <ns0:pt x="776160" y="936284"/>
                </ns0:lnTo>
                <ns0:lnTo>
                  <ns0:pt x="777600" y="936284"/>
                </ns0:lnTo>
                <ns0:lnTo>
                  <ns0:pt x="779040" y="936285"/>
                </ns0:lnTo>
                <ns0:lnTo>
                  <ns0:pt x="780480" y="936285"/>
                </ns0:lnTo>
                <ns0:lnTo>
                  <ns0:pt x="781920" y="936285"/>
                </ns0:lnTo>
                <ns0:lnTo>
                  <ns0:pt x="783360" y="936285"/>
                </ns0:lnTo>
                <ns0:lnTo>
                  <ns0:pt x="784800" y="936285"/>
                </ns0:lnTo>
                <ns0:lnTo>
                  <ns0:pt x="786240" y="936285"/>
                </ns0:lnTo>
                <ns0:lnTo>
                  <ns0:pt x="787680" y="936286"/>
                </ns0:lnTo>
                <ns0:lnTo>
                  <ns0:pt x="789120" y="936286"/>
                </ns0:lnTo>
                <ns0:lnTo>
                  <ns0:pt x="790560" y="936286"/>
                </ns0:lnTo>
                <ns0:lnTo>
                  <ns0:pt x="792000" y="936286"/>
                </ns0:lnTo>
                <ns0:lnTo>
                  <ns0:pt x="793440" y="936286"/>
                </ns0:lnTo>
                <ns0:lnTo>
                  <ns0:pt x="794880" y="936286"/>
                </ns0:lnTo>
                <ns0:lnTo>
                  <ns0:pt x="796320" y="936287"/>
                </ns0:lnTo>
                <ns0:lnTo>
                  <ns0:pt x="797760" y="936287"/>
                </ns0:lnTo>
                <ns0:lnTo>
                  <ns0:pt x="799200" y="936287"/>
                </ns0:lnTo>
                <ns0:lnTo>
                  <ns0:pt x="800640" y="936287"/>
                </ns0:lnTo>
                <ns0:lnTo>
                  <ns0:pt x="802080" y="936287"/>
                </ns0:lnTo>
                <ns0:lnTo>
                  <ns0:pt x="803520" y="936287"/>
                </ns0:lnTo>
                <ns0:lnTo>
                  <ns0:pt x="804960" y="936287"/>
                </ns0:lnTo>
                <ns0:lnTo>
                  <ns0:pt x="806400" y="936287"/>
                </ns0:lnTo>
                <ns0:lnTo>
                  <ns0:pt x="807840" y="936288"/>
                </ns0:lnTo>
                <ns0:lnTo>
                  <ns0:pt x="809280" y="936288"/>
                </ns0:lnTo>
                <ns0:lnTo>
                  <ns0:pt x="810720" y="936288"/>
                </ns0:lnTo>
                <ns0:lnTo>
                  <ns0:pt x="812160" y="936288"/>
                </ns0:lnTo>
                <ns0:lnTo>
                  <ns0:pt x="813600" y="936288"/>
                </ns0:lnTo>
                <ns0:lnTo>
                  <ns0:pt x="815040" y="936288"/>
                </ns0:lnTo>
                <ns0:lnTo>
                  <ns0:pt x="816480" y="936288"/>
                </ns0:lnTo>
                <ns0:lnTo>
                  <ns0:pt x="817920" y="936288"/>
                </ns0:lnTo>
                <ns0:lnTo>
                  <ns0:pt x="819360" y="936288"/>
                </ns0:lnTo>
                <ns0:lnTo>
                  <ns0:pt x="820800" y="936288"/>
                </ns0:lnTo>
                <ns0:lnTo>
                  <ns0:pt x="822240" y="936289"/>
                </ns0:lnTo>
                <ns0:lnTo>
                  <ns0:pt x="823680" y="936289"/>
                </ns0:lnTo>
                <ns0:lnTo>
                  <ns0:pt x="825120" y="936289"/>
                </ns0:lnTo>
                <ns0:lnTo>
                  <ns0:pt x="826560" y="936289"/>
                </ns0:lnTo>
                <ns0:lnTo>
                  <ns0:pt x="828000" y="936289"/>
                </ns0:lnTo>
                <ns0:lnTo>
                  <ns0:pt x="829440" y="936289"/>
                </ns0:lnTo>
                <ns0:lnTo>
                  <ns0:pt x="830880" y="936289"/>
                </ns0:lnTo>
                <ns0:lnTo>
                  <ns0:pt x="832320" y="936289"/>
                </ns0:lnTo>
                <ns0:lnTo>
                  <ns0:pt x="833760" y="936289"/>
                </ns0:lnTo>
                <ns0:lnTo>
                  <ns0:pt x="835200" y="936289"/>
                </ns0:lnTo>
                <ns0:lnTo>
                  <ns0:pt x="836640" y="936289"/>
                </ns0:lnTo>
                <ns0:lnTo>
                  <ns0:pt x="838080" y="936289"/>
                </ns0:lnTo>
                <ns0:lnTo>
                  <ns0:pt x="839520" y="936289"/>
                </ns0:lnTo>
                <ns0:lnTo>
                  <ns0:pt x="840960" y="936289"/>
                </ns0:lnTo>
                <ns0:lnTo>
                  <ns0:pt x="842400" y="936289"/>
                </ns0:lnTo>
                <ns0:lnTo>
                  <ns0:pt x="843840" y="936289"/>
                </ns0:lnTo>
                <ns0:lnTo>
                  <ns0:pt x="845280" y="936289"/>
                </ns0:lnTo>
                <ns0:lnTo>
                  <ns0:pt x="846720" y="936289"/>
                </ns0:lnTo>
                <ns0:lnTo>
                  <ns0:pt x="848160" y="936289"/>
                </ns0:lnTo>
                <ns0:lnTo>
                  <ns0:pt x="849600" y="936289"/>
                </ns0:lnTo>
                <ns0:lnTo>
                  <ns0:pt x="851040" y="936289"/>
                </ns0:lnTo>
                <ns0:lnTo>
                  <ns0:pt x="852480" y="936289"/>
                </ns0:lnTo>
                <ns0:lnTo>
                  <ns0:pt x="853920" y="936289"/>
                </ns0:lnTo>
                <ns0:lnTo>
                  <ns0:pt x="855360" y="936289"/>
                </ns0:lnTo>
                <ns0:lnTo>
                  <ns0:pt x="856800" y="936289"/>
                </ns0:lnTo>
                <ns0:lnTo>
                  <ns0:pt x="858240" y="936289"/>
                </ns0:lnTo>
                <ns0:lnTo>
                  <ns0:pt x="859680" y="936289"/>
                </ns0:lnTo>
                <ns0:lnTo>
                  <ns0:pt x="861120" y="936289"/>
                </ns0:lnTo>
                <ns0:lnTo>
                  <ns0:pt x="862560" y="936289"/>
                </ns0:lnTo>
                <ns0:lnTo>
                  <ns0:pt x="864000" y="936289"/>
                </ns0:lnTo>
                <ns0:lnTo>
                  <ns0:pt x="865440" y="936873"/>
                </ns0:lnTo>
                <ns0:lnTo>
                  <ns0:pt x="866880" y="937083"/>
                </ns0:lnTo>
                <ns0:lnTo>
                  <ns0:pt x="868320" y="937296"/>
                </ns0:lnTo>
                <ns0:lnTo>
                  <ns0:pt x="869760" y="937504"/>
                </ns0:lnTo>
                <ns0:lnTo>
                  <ns0:pt x="871200" y="937692"/>
                </ns0:lnTo>
                <ns0:lnTo>
                  <ns0:pt x="872640" y="937847"/>
                </ns0:lnTo>
                <ns0:lnTo>
                  <ns0:pt x="874080" y="937957"/>
                </ns0:lnTo>
                <ns0:lnTo>
                  <ns0:pt x="875520" y="938007"/>
                </ns0:lnTo>
                <ns0:lnTo>
                  <ns0:pt x="876960" y="937988"/>
                </ns0:lnTo>
                <ns0:lnTo>
                  <ns0:pt x="878400" y="937895"/>
                </ns0:lnTo>
                <ns0:lnTo>
                  <ns0:pt x="879840" y="937727"/>
                </ns0:lnTo>
                <ns0:lnTo>
                  <ns0:pt x="881280" y="937488"/>
                </ns0:lnTo>
                <ns0:lnTo>
                  <ns0:pt x="882720" y="937187"/>
                </ns0:lnTo>
                <ns0:lnTo>
                  <ns0:pt x="884160" y="936357"/>
                </ns0:lnTo>
                <ns0:lnTo>
                  <ns0:pt x="885600" y="935364"/>
                </ns0:lnTo>
                <ns0:lnTo>
                  <ns0:pt x="887040" y="934228"/>
                </ns0:lnTo>
                <ns0:lnTo>
                  <ns0:pt x="888480" y="932978"/>
                </ns0:lnTo>
                <ns0:lnTo>
                  <ns0:pt x="889920" y="931654"/>
                </ns0:lnTo>
                <ns0:lnTo>
                  <ns0:pt x="891360" y="930313"/>
                </ns0:lnTo>
                <ns0:lnTo>
                  <ns0:pt x="892800" y="929029"/>
                </ns0:lnTo>
                <ns0:lnTo>
                  <ns0:pt x="894240" y="927890"/>
                </ns0:lnTo>
                <ns0:lnTo>
                  <ns0:pt x="895680" y="926984"/>
                </ns0:lnTo>
                <ns0:lnTo>
                  <ns0:pt x="897120" y="926411"/>
                </ns0:lnTo>
                <ns0:lnTo>
                  <ns0:pt x="898560" y="926189"/>
                </ns0:lnTo>
                <ns0:lnTo>
                  <ns0:pt x="900000" y="926270"/>
                </ns0:lnTo>
                <ns0:lnTo>
                  <ns0:pt x="901440" y="926620"/>
                </ns0:lnTo>
                <ns0:lnTo>
                  <ns0:pt x="902880" y="927209"/>
                </ns0:lnTo>
                <ns0:lnTo>
                  <ns0:pt x="904320" y="928002"/>
                </ns0:lnTo>
                <ns0:lnTo>
                  <ns0:pt x="905760" y="928929"/>
                </ns0:lnTo>
                <ns0:lnTo>
                  <ns0:pt x="907200" y="929892"/>
                </ns0:lnTo>
                <ns0:lnTo>
                  <ns0:pt x="908640" y="930815"/>
                </ns0:lnTo>
                <ns0:lnTo>
                  <ns0:pt x="910080" y="931642"/>
                </ns0:lnTo>
                <ns0:lnTo>
                  <ns0:pt x="911520" y="932333"/>
                </ns0:lnTo>
                <ns0:lnTo>
                  <ns0:pt x="912960" y="932866"/>
                </ns0:lnTo>
                <ns0:lnTo>
                  <ns0:pt x="914400" y="933234"/>
                </ns0:lnTo>
                <ns0:lnTo>
                  <ns0:pt x="915840" y="933440"/>
                </ns0:lnTo>
                <ns0:lnTo>
                  <ns0:pt x="917280" y="933494"/>
                </ns0:lnTo>
                <ns0:lnTo>
                  <ns0:pt x="918720" y="933409"/>
                </ns0:lnTo>
                <ns0:lnTo>
                  <ns0:pt x="920160" y="933223"/>
                </ns0:lnTo>
                <ns0:lnTo>
                  <ns0:pt x="921600" y="932985"/>
                </ns0:lnTo>
                <ns0:lnTo>
                  <ns0:pt x="923040" y="932749"/>
                </ns0:lnTo>
                <ns0:lnTo>
                  <ns0:pt x="924480" y="932561"/>
                </ns0:lnTo>
                <ns0:lnTo>
                  <ns0:pt x="925920" y="932449"/>
                </ns0:lnTo>
                <ns0:lnTo>
                  <ns0:pt x="927360" y="932412"/>
                </ns0:lnTo>
                <ns0:lnTo>
                  <ns0:pt x="928800" y="932413"/>
                </ns0:lnTo>
                <ns0:lnTo>
                  <ns0:pt x="930240" y="932388"/>
                </ns0:lnTo>
                <ns0:lnTo>
                  <ns0:pt x="931680" y="932288"/>
                </ns0:lnTo>
                <ns0:lnTo>
                  <ns0:pt x="933120" y="932102"/>
                </ns0:lnTo>
                <ns0:lnTo>
                  <ns0:pt x="934560" y="931922"/>
                </ns0:lnTo>
                <ns0:lnTo>
                  <ns0:pt x="936000" y="931902"/>
                </ns0:lnTo>
                <ns0:lnTo>
                  <ns0:pt x="937440" y="932060"/>
                </ns0:lnTo>
                <ns0:lnTo>
                  <ns0:pt x="938880" y="932313"/>
                </ns0:lnTo>
                <ns0:lnTo>
                  <ns0:pt x="940320" y="932674"/>
                </ns0:lnTo>
                <ns0:lnTo>
                  <ns0:pt x="941760" y="933203"/>
                </ns0:lnTo>
                <ns0:lnTo>
                  <ns0:pt x="943200" y="933945"/>
                </ns0:lnTo>
                <ns0:lnTo>
                  <ns0:pt x="944640" y="934871"/>
                </ns0:lnTo>
                <ns0:lnTo>
                  <ns0:pt x="946080" y="935899"/>
                </ns0:lnTo>
                <ns0:lnTo>
                  <ns0:pt x="947520" y="936932"/>
                </ns0:lnTo>
                <ns0:lnTo>
                  <ns0:pt x="948960" y="937887"/>
                </ns0:lnTo>
                <ns0:lnTo>
                  <ns0:pt x="950400" y="938710"/>
                </ns0:lnTo>
                <ns0:lnTo>
                  <ns0:pt x="951840" y="939389"/>
                </ns0:lnTo>
                <ns0:lnTo>
                  <ns0:pt x="953280" y="939966"/>
                </ns0:lnTo>
                <ns0:lnTo>
                  <ns0:pt x="954720" y="940456"/>
                </ns0:lnTo>
                <ns0:lnTo>
                  <ns0:pt x="956160" y="940833"/>
                </ns0:lnTo>
                <ns0:lnTo>
                  <ns0:pt x="957600" y="941063"/>
                </ns0:lnTo>
                <ns0:lnTo>
                  <ns0:pt x="959040" y="941129"/>
                </ns0:lnTo>
                <ns0:lnTo>
                  <ns0:pt x="960480" y="941037"/>
                </ns0:lnTo>
                <ns0:lnTo>
                  <ns0:pt x="961920" y="940828"/>
                </ns0:lnTo>
                <ns0:lnTo>
                  <ns0:pt x="963360" y="940563"/>
                </ns0:lnTo>
                <ns0:lnTo>
                  <ns0:pt x="964800" y="940322"/>
                </ns0:lnTo>
                <ns0:lnTo>
                  <ns0:pt x="966240" y="940168"/>
                </ns0:lnTo>
                <ns0:lnTo>
                  <ns0:pt x="967680" y="940124"/>
                </ns0:lnTo>
                <ns0:lnTo>
                  <ns0:pt x="969120" y="940148"/>
                </ns0:lnTo>
                <ns0:lnTo>
                  <ns0:pt x="970560" y="940160"/>
                </ns0:lnTo>
                <ns0:lnTo>
                  <ns0:pt x="972000" y="940074"/>
                </ns0:lnTo>
                <ns0:lnTo>
                  <ns0:pt x="973440" y="939870"/>
                </ns0:lnTo>
                <ns0:lnTo>
                  <ns0:pt x="974880" y="939614"/>
                </ns0:lnTo>
                <ns0:lnTo>
                  <ns0:pt x="976320" y="939335"/>
                </ns0:lnTo>
                <ns0:lnTo>
                  <ns0:pt x="977760" y="939023"/>
                </ns0:lnTo>
                <ns0:lnTo>
                  <ns0:pt x="979200" y="938630"/>
                </ns0:lnTo>
                <ns0:lnTo>
                  <ns0:pt x="980640" y="938157"/>
                </ns0:lnTo>
                <ns0:lnTo>
                  <ns0:pt x="982080" y="937674"/>
                </ns0:lnTo>
                <ns0:lnTo>
                  <ns0:pt x="983520" y="937295"/>
                </ns0:lnTo>
                <ns0:lnTo>
                  <ns0:pt x="984960" y="937141"/>
                </ns0:lnTo>
                <ns0:lnTo>
                  <ns0:pt x="986400" y="937274"/>
                </ns0:lnTo>
                <ns0:lnTo>
                  <ns0:pt x="987840" y="937650"/>
                </ns0:lnTo>
                <ns0:lnTo>
                  <ns0:pt x="989280" y="938130"/>
                </ns0:lnTo>
                <ns0:lnTo>
                  <ns0:pt x="990720" y="938609"/>
                </ns0:lnTo>
                <ns0:lnTo>
                  <ns0:pt x="992160" y="939041"/>
                </ns0:lnTo>
                <ns0:lnTo>
                  <ns0:pt x="993600" y="939418"/>
                </ns0:lnTo>
                <ns0:lnTo>
                  <ns0:pt x="995040" y="939740"/>
                </ns0:lnTo>
                <ns0:lnTo>
                  <ns0:pt x="996480" y="940019"/>
                </ns0:lnTo>
                <ns0:lnTo>
                  <ns0:pt x="997920" y="940258"/>
                </ns0:lnTo>
                <ns0:lnTo>
                  <ns0:pt x="999360" y="940451"/>
                </ns0:lnTo>
                <ns0:lnTo>
                  <ns0:pt x="1000800" y="940572"/>
                </ns0:lnTo>
                <ns0:lnTo>
                  <ns0:pt x="1002240" y="940602"/>
                </ns0:lnTo>
                <ns0:lnTo>
                  <ns0:pt x="1003680" y="940536"/>
                </ns0:lnTo>
                <ns0:lnTo>
                  <ns0:pt x="1005120" y="940387"/>
                </ns0:lnTo>
                <ns0:lnTo>
                  <ns0:pt x="1006560" y="940185"/>
                </ns0:lnTo>
                <ns0:lnTo>
                  <ns0:pt x="1008000" y="939976"/>
                </ns0:lnTo>
                <ns0:lnTo>
                  <ns0:pt x="1009440" y="939813"/>
                </ns0:lnTo>
                <ns0:lnTo>
                  <ns0:pt x="1010880" y="939735"/>
                </ns0:lnTo>
                <ns0:lnTo>
                  <ns0:pt x="1012320" y="939730"/>
                </ns0:lnTo>
                <ns0:lnTo>
                  <ns0:pt x="1013760" y="939735"/>
                </ns0:lnTo>
                <ns0:lnTo>
                  <ns0:pt x="1015200" y="939715"/>
                </ns0:lnTo>
                <ns0:lnTo>
                  <ns0:pt x="1016640" y="939668"/>
                </ns0:lnTo>
                <ns0:lnTo>
                  <ns0:pt x="1018080" y="939588"/>
                </ns0:lnTo>
                <ns0:lnTo>
                  <ns0:pt x="1019520" y="939459"/>
                </ns0:lnTo>
                <ns0:lnTo>
                  <ns0:pt x="1020960" y="939251"/>
                </ns0:lnTo>
                <ns0:lnTo>
                  <ns0:pt x="1022400" y="938935"/>
                </ns0:lnTo>
                <ns0:lnTo>
                  <ns0:pt x="1023840" y="938506"/>
                </ns0:lnTo>
                <ns0:lnTo>
                  <ns0:pt x="1025280" y="937989"/>
                </ns0:lnTo>
                <ns0:lnTo>
                  <ns0:pt x="1026720" y="937439"/>
                </ns0:lnTo>
                <ns0:lnTo>
                  <ns0:pt x="1028160" y="936925"/>
                </ns0:lnTo>
                <ns0:lnTo>
                  <ns0:pt x="1029600" y="936517"/>
                </ns0:lnTo>
                <ns0:lnTo>
                  <ns0:pt x="1031040" y="936269"/>
                </ns0:lnTo>
                <ns0:lnTo>
                  <ns0:pt x="1032480" y="936161"/>
                </ns0:lnTo>
                <ns0:lnTo>
                  <ns0:pt x="1033920" y="936138"/>
                </ns0:lnTo>
                <ns0:lnTo>
                  <ns0:pt x="1035360" y="936152"/>
                </ns0:lnTo>
                <ns0:lnTo>
                  <ns0:pt x="1036800" y="936186"/>
                </ns0:lnTo>
                <ns0:lnTo>
                  <ns0:pt x="1038240" y="936236"/>
                </ns0:lnTo>
                <ns0:lnTo>
                  <ns0:pt x="1039680" y="936297"/>
                </ns0:lnTo>
                <ns0:lnTo>
                  <ns0:pt x="1041120" y="936366"/>
                </ns0:lnTo>
                <ns0:lnTo>
                  <ns0:pt x="1042560" y="936440"/>
                </ns0:lnTo>
                <ns0:lnTo>
                  <ns0:pt x="1044000" y="936513"/>
                </ns0:lnTo>
                <ns0:lnTo>
                  <ns0:pt x="1045440" y="936573"/>
                </ns0:lnTo>
                <ns0:lnTo>
                  <ns0:pt x="1046880" y="936611"/>
                </ns0:lnTo>
                <ns0:lnTo>
                  <ns0:pt x="1048320" y="936620"/>
                </ns0:lnTo>
                <ns0:lnTo>
                  <ns0:pt x="1049760" y="936600"/>
                </ns0:lnTo>
                <ns0:lnTo>
                  <ns0:pt x="1051200" y="936560"/>
                </ns0:lnTo>
                <ns0:lnTo>
                  <ns0:pt x="1052640" y="936513"/>
                </ns0:lnTo>
                <ns0:lnTo>
                  <ns0:pt x="1054080" y="936473"/>
                </ns0:lnTo>
                <ns0:lnTo>
                  <ns0:pt x="1055520" y="936448"/>
                </ns0:lnTo>
                <ns0:lnTo>
                  <ns0:pt x="1056960" y="936434"/>
                </ns0:lnTo>
                <ns0:lnTo>
                  <ns0:pt x="1058400" y="936423"/>
                </ns0:lnTo>
                <ns0:lnTo>
                  <ns0:pt x="1059840" y="936413"/>
                </ns0:lnTo>
                <ns0:lnTo>
                  <ns0:pt x="1061280" y="936402"/>
                </ns0:lnTo>
                <ns0:lnTo>
                  <ns0:pt x="1062720" y="936392"/>
                </ns0:lnTo>
                <ns0:lnTo>
                  <ns0:pt x="1064160" y="936384"/>
                </ns0:lnTo>
                <ns0:lnTo>
                  <ns0:pt x="1065600" y="936377"/>
                </ns0:lnTo>
                <ns0:lnTo>
                  <ns0:pt x="1067040" y="936373"/>
                </ns0:lnTo>
                <ns0:lnTo>
                  <ns0:pt x="1068480" y="936371"/>
                </ns0:lnTo>
                <ns0:lnTo>
                  <ns0:pt x="1069920" y="936371"/>
                </ns0:lnTo>
                <ns0:lnTo>
                  <ns0:pt x="1071360" y="936372"/>
                </ns0:lnTo>
                <ns0:lnTo>
                  <ns0:pt x="1072800" y="936373"/>
                </ns0:lnTo>
                <ns0:lnTo>
                  <ns0:pt x="1074240" y="936374"/>
                </ns0:lnTo>
                <ns0:lnTo>
                  <ns0:pt x="1075680" y="936374"/>
                </ns0:lnTo>
                <ns0:lnTo>
                  <ns0:pt x="1077120" y="936373"/>
                </ns0:lnTo>
                <ns0:lnTo>
                  <ns0:pt x="1078560" y="936372"/>
                </ns0:lnTo>
                <ns0:lnTo>
                  <ns0:pt x="1080000" y="936372"/>
                </ns0:lnTo>
                <ns0:lnTo>
                  <ns0:pt x="1081440" y="936371"/>
                </ns0:lnTo>
                <ns0:lnTo>
                  <ns0:pt x="1082880" y="936371"/>
                </ns0:lnTo>
                <ns0:lnTo>
                  <ns0:pt x="1084320" y="936371"/>
                </ns0:lnTo>
                <ns0:lnTo>
                  <ns0:pt x="1085760" y="936371"/>
                </ns0:lnTo>
                <ns0:lnTo>
                  <ns0:pt x="1087200" y="936371"/>
                </ns0:lnTo>
                <ns0:lnTo>
                  <ns0:pt x="1088640" y="936371"/>
                </ns0:lnTo>
                <ns0:lnTo>
                  <ns0:pt x="1090080" y="936371"/>
                </ns0:lnTo>
                <ns0:lnTo>
                  <ns0:pt x="1091520" y="936371"/>
                </ns0:lnTo>
                <ns0:lnTo>
                  <ns0:pt x="1092960" y="936370"/>
                </ns0:lnTo>
                <ns0:lnTo>
                  <ns0:pt x="1094400" y="936370"/>
                </ns0:lnTo>
                <ns0:lnTo>
                  <ns0:pt x="1095840" y="936370"/>
                </ns0:lnTo>
                <ns0:lnTo>
                  <ns0:pt x="1097280" y="936370"/>
                </ns0:lnTo>
                <ns0:lnTo>
                  <ns0:pt x="1098720" y="936370"/>
                </ns0:lnTo>
                <ns0:lnTo>
                  <ns0:pt x="1100160" y="936370"/>
                </ns0:lnTo>
                <ns0:lnTo>
                  <ns0:pt x="1101600" y="936370"/>
                </ns0:lnTo>
                <ns0:lnTo>
                  <ns0:pt x="1103040" y="936369"/>
                </ns0:lnTo>
                <ns0:lnTo>
                  <ns0:pt x="1104480" y="936368"/>
                </ns0:lnTo>
                <ns0:lnTo>
                  <ns0:pt x="1105920" y="936367"/>
                </ns0:lnTo>
                <ns0:lnTo>
                  <ns0:pt x="1107360" y="936365"/>
                </ns0:lnTo>
                <ns0:lnTo>
                  <ns0:pt x="1108800" y="936363"/>
                </ns0:lnTo>
                <ns0:lnTo>
                  <ns0:pt x="1110240" y="936361"/>
                </ns0:lnTo>
                <ns0:lnTo>
                  <ns0:pt x="1111680" y="936359"/>
                </ns0:lnTo>
                <ns0:lnTo>
                  <ns0:pt x="1113120" y="936357"/>
                </ns0:lnTo>
                <ns0:lnTo>
                  <ns0:pt x="1114560" y="936355"/>
                </ns0:lnTo>
                <ns0:lnTo>
                  <ns0:pt x="1116000" y="936354"/>
                </ns0:lnTo>
                <ns0:lnTo>
                  <ns0:pt x="1117440" y="936352"/>
                </ns0:lnTo>
                <ns0:lnTo>
                  <ns0:pt x="1118880" y="936351"/>
                </ns0:lnTo>
                <ns0:lnTo>
                  <ns0:pt x="1120320" y="936350"/>
                </ns0:lnTo>
                <ns0:lnTo>
                  <ns0:pt x="1121760" y="936349"/>
                </ns0:lnTo>
                <ns0:lnTo>
                  <ns0:pt x="1123200" y="936349"/>
                </ns0:lnTo>
                <ns0:lnTo>
                  <ns0:pt x="1124640" y="936349"/>
                </ns0:lnTo>
                <ns0:lnTo>
                  <ns0:pt x="1126080" y="936349"/>
                </ns0:lnTo>
                <ns0:lnTo>
                  <ns0:pt x="1127520" y="936350"/>
                </ns0:lnTo>
                <ns0:lnTo>
                  <ns0:pt x="1128960" y="936351"/>
                </ns0:lnTo>
                <ns0:lnTo>
                  <ns0:pt x="1130400" y="936352"/>
                </ns0:lnTo>
                <ns0:lnTo>
                  <ns0:pt x="1131840" y="936353"/>
                </ns0:lnTo>
                <ns0:lnTo>
                  <ns0:pt x="1133280" y="936354"/>
                </ns0:lnTo>
                <ns0:lnTo>
                  <ns0:pt x="1134720" y="936355"/>
                </ns0:lnTo>
                <ns0:lnTo>
                  <ns0:pt x="1136160" y="936356"/>
                </ns0:lnTo>
                <ns0:lnTo>
                  <ns0:pt x="1137600" y="936358"/>
                </ns0:lnTo>
                <ns0:lnTo>
                  <ns0:pt x="1139040" y="936359"/>
                </ns0:lnTo>
                <ns0:lnTo>
                  <ns0:pt x="1140480" y="936360"/>
                </ns0:lnTo>
                <ns0:lnTo>
                  <ns0:pt x="1141920" y="936362"/>
                </ns0:lnTo>
                <ns0:lnTo>
                  <ns0:pt x="1143360" y="936363"/>
                </ns0:lnTo>
                <ns0:lnTo>
                  <ns0:pt x="1144800" y="936365"/>
                </ns0:lnTo>
                <ns0:lnTo>
                  <ns0:pt x="1146240" y="936366"/>
                </ns0:lnTo>
                <ns0:lnTo>
                  <ns0:pt x="1147680" y="936368"/>
                </ns0:lnTo>
                <ns0:lnTo>
                  <ns0:pt x="1149120" y="936369"/>
                </ns0:lnTo>
                <ns0:lnTo>
                  <ns0:pt x="1150560" y="936371"/>
                </ns0:lnTo>
                <ns0:lnTo>
                  <ns0:pt x="1152000" y="936372"/>
                </ns0:lnTo>
                <ns0:lnTo>
                  <ns0:pt x="1153440" y="936374"/>
                </ns0:lnTo>
                <ns0:lnTo>
                  <ns0:pt x="1154880" y="936375"/>
                </ns0:lnTo>
                <ns0:lnTo>
                  <ns0:pt x="1156320" y="936376"/>
                </ns0:lnTo>
                <ns0:lnTo>
                  <ns0:pt x="1157760" y="936378"/>
                </ns0:lnTo>
                <ns0:lnTo>
                  <ns0:pt x="1159200" y="936379"/>
                </ns0:lnTo>
                <ns0:lnTo>
                  <ns0:pt x="1160640" y="936380"/>
                </ns0:lnTo>
                <ns0:lnTo>
                  <ns0:pt x="1162080" y="936381"/>
                </ns0:lnTo>
                <ns0:lnTo>
                  <ns0:pt x="1163520" y="936382"/>
                </ns0:lnTo>
                <ns0:lnTo>
                  <ns0:pt x="1164960" y="936383"/>
                </ns0:lnTo>
                <ns0:lnTo>
                  <ns0:pt x="1166400" y="936384"/>
                </ns0:lnTo>
                <ns0:lnTo>
                  <ns0:pt x="1167840" y="936384"/>
                </ns0:lnTo>
                <ns0:lnTo>
                  <ns0:pt x="1169280" y="936385"/>
                </ns0:lnTo>
                <ns0:lnTo>
                  <ns0:pt x="1170720" y="936386"/>
                </ns0:lnTo>
                <ns0:lnTo>
                  <ns0:pt x="1172160" y="936386"/>
                </ns0:lnTo>
                <ns0:lnTo>
                  <ns0:pt x="1173600" y="936387"/>
                </ns0:lnTo>
                <ns0:lnTo>
                  <ns0:pt x="1175040" y="936387"/>
                </ns0:lnTo>
                <ns0:lnTo>
                  <ns0:pt x="1176480" y="936388"/>
                </ns0:lnTo>
                <ns0:lnTo>
                  <ns0:pt x="1177920" y="936388"/>
                </ns0:lnTo>
                <ns0:lnTo>
                  <ns0:pt x="1179360" y="936389"/>
                </ns0:lnTo>
                <ns0:lnTo>
                  <ns0:pt x="1180800" y="936389"/>
                </ns0:lnTo>
                <ns0:lnTo>
                  <ns0:pt x="1182240" y="936389"/>
                </ns0:lnTo>
                <ns0:lnTo>
                  <ns0:pt x="1183680" y="936389"/>
                </ns0:lnTo>
                <ns0:lnTo>
                  <ns0:pt x="1185120" y="936390"/>
                </ns0:lnTo>
                <ns0:lnTo>
                  <ns0:pt x="1186560" y="936390"/>
                </ns0:lnTo>
                <ns0:lnTo>
                  <ns0:pt x="1188000" y="936390"/>
                </ns0:lnTo>
                <ns0:lnTo>
                  <ns0:pt x="1189440" y="936390"/>
                </ns0:lnTo>
                <ns0:lnTo>
                  <ns0:pt x="1190880" y="936390"/>
                </ns0:lnTo>
                <ns0:lnTo>
                  <ns0:pt x="1192320" y="936390"/>
                </ns0:lnTo>
                <ns0:lnTo>
                  <ns0:pt x="1193760" y="936390"/>
                </ns0:lnTo>
                <ns0:lnTo>
                  <ns0:pt x="1195200" y="936390"/>
                </ns0:lnTo>
                <ns0:lnTo>
                  <ns0:pt x="1196640" y="936390"/>
                </ns0:lnTo>
                <ns0:lnTo>
                  <ns0:pt x="1198080" y="936390"/>
                </ns0:lnTo>
                <ns0:lnTo>
                  <ns0:pt x="1199520" y="936390"/>
                </ns0:lnTo>
                <ns0:lnTo>
                  <ns0:pt x="1200960" y="936389"/>
                </ns0:lnTo>
                <ns0:lnTo>
                  <ns0:pt x="1202400" y="936389"/>
                </ns0:lnTo>
                <ns0:lnTo>
                  <ns0:pt x="1203840" y="936389"/>
                </ns0:lnTo>
                <ns0:lnTo>
                  <ns0:pt x="1205280" y="936389"/>
                </ns0:lnTo>
                <ns0:lnTo>
                  <ns0:pt x="1206720" y="936389"/>
                </ns0:lnTo>
                <ns0:lnTo>
                  <ns0:pt x="1208160" y="936389"/>
                </ns0:lnTo>
                <ns0:lnTo>
                  <ns0:pt x="1209600" y="936389"/>
                </ns0:lnTo>
                <ns0:lnTo>
                  <ns0:pt x="1211040" y="936389"/>
                </ns0:lnTo>
                <ns0:lnTo>
                  <ns0:pt x="1212480" y="936389"/>
                </ns0:lnTo>
                <ns0:lnTo>
                  <ns0:pt x="1213920" y="936389"/>
                </ns0:lnTo>
                <ns0:lnTo>
                  <ns0:pt x="1215360" y="936389"/>
                </ns0:lnTo>
                <ns0:lnTo>
                  <ns0:pt x="1216800" y="936389"/>
                </ns0:lnTo>
                <ns0:lnTo>
                  <ns0:pt x="1218240" y="936389"/>
                </ns0:lnTo>
                <ns0:lnTo>
                  <ns0:pt x="1219680" y="936389"/>
                </ns0:lnTo>
                <ns0:lnTo>
                  <ns0:pt x="1221120" y="936389"/>
                </ns0:lnTo>
                <ns0:lnTo>
                  <ns0:pt x="1222560" y="936389"/>
                </ns0:lnTo>
                <ns0:lnTo>
                  <ns0:pt x="1224000" y="936388"/>
                </ns0:lnTo>
                <ns0:lnTo>
                  <ns0:pt x="1225440" y="936388"/>
                </ns0:lnTo>
                <ns0:lnTo>
                  <ns0:pt x="1226880" y="936388"/>
                </ns0:lnTo>
                <ns0:lnTo>
                  <ns0:pt x="1228320" y="936388"/>
                </ns0:lnTo>
                <ns0:lnTo>
                  <ns0:pt x="1229760" y="936388"/>
                </ns0:lnTo>
                <ns0:lnTo>
                  <ns0:pt x="1231200" y="936388"/>
                </ns0:lnTo>
                <ns0:lnTo>
                  <ns0:pt x="1232640" y="936387"/>
                </ns0:lnTo>
                <ns0:lnTo>
                  <ns0:pt x="1234080" y="936387"/>
                </ns0:lnTo>
                <ns0:lnTo>
                  <ns0:pt x="1235520" y="936387"/>
                </ns0:lnTo>
                <ns0:lnTo>
                  <ns0:pt x="1236960" y="936387"/>
                </ns0:lnTo>
                <ns0:lnTo>
                  <ns0:pt x="1238400" y="936386"/>
                </ns0:lnTo>
                <ns0:lnTo>
                  <ns0:pt x="1239840" y="936386"/>
                </ns0:lnTo>
                <ns0:lnTo>
                  <ns0:pt x="1241280" y="936386"/>
                </ns0:lnTo>
                <ns0:lnTo>
                  <ns0:pt x="1242720" y="936386"/>
                </ns0:lnTo>
                <ns0:lnTo>
                  <ns0:pt x="1244160" y="936385"/>
                </ns0:lnTo>
                <ns0:lnTo>
                  <ns0:pt x="1245600" y="936385"/>
                </ns0:lnTo>
                <ns0:lnTo>
                  <ns0:pt x="1247040" y="936385"/>
                </ns0:lnTo>
                <ns0:lnTo>
                  <ns0:pt x="1248480" y="936385"/>
                </ns0:lnTo>
                <ns0:lnTo>
                  <ns0:pt x="1249920" y="936384"/>
                </ns0:lnTo>
                <ns0:lnTo>
                  <ns0:pt x="1251360" y="936384"/>
                </ns0:lnTo>
                <ns0:lnTo>
                  <ns0:pt x="1252800" y="936384"/>
                </ns0:lnTo>
                <ns0:lnTo>
                  <ns0:pt x="1254240" y="936383"/>
                </ns0:lnTo>
                <ns0:lnTo>
                  <ns0:pt x="1255680" y="936383"/>
                </ns0:lnTo>
                <ns0:lnTo>
                  <ns0:pt x="1257120" y="936383"/>
                </ns0:lnTo>
                <ns0:lnTo>
                  <ns0:pt x="1258560" y="936382"/>
                </ns0:lnTo>
                <ns0:lnTo>
                  <ns0:pt x="1260000" y="936382"/>
                </ns0:lnTo>
                <ns0:lnTo>
                  <ns0:pt x="1261440" y="936382"/>
                </ns0:lnTo>
                <ns0:lnTo>
                  <ns0:pt x="1262880" y="936382"/>
                </ns0:lnTo>
                <ns0:lnTo>
                  <ns0:pt x="1264320" y="936381"/>
                </ns0:lnTo>
                <ns0:lnTo>
                  <ns0:pt x="1265760" y="936381"/>
                </ns0:lnTo>
                <ns0:lnTo>
                  <ns0:pt x="1267200" y="936381"/>
                </ns0:lnTo>
                <ns0:lnTo>
                  <ns0:pt x="1268640" y="936381"/>
                </ns0:lnTo>
                <ns0:lnTo>
                  <ns0:pt x="1270080" y="936381"/>
                </ns0:lnTo>
                <ns0:lnTo>
                  <ns0:pt x="1271520" y="936381"/>
                </ns0:lnTo>
                <ns0:lnTo>
                  <ns0:pt x="1272960" y="936381"/>
                </ns0:lnTo>
                <ns0:lnTo>
                  <ns0:pt x="1274400" y="936381"/>
                </ns0:lnTo>
                <ns0:lnTo>
                  <ns0:pt x="1275840" y="936381"/>
                </ns0:lnTo>
                <ns0:lnTo>
                  <ns0:pt x="1277280" y="936381"/>
                </ns0:lnTo>
                <ns0:lnTo>
                  <ns0:pt x="1278720" y="936381"/>
                </ns0:lnTo>
                <ns0:lnTo>
                  <ns0:pt x="1280160" y="936381"/>
                </ns0:lnTo>
                <ns0:lnTo>
                  <ns0:pt x="1281600" y="936381"/>
                </ns0:lnTo>
                <ns0:lnTo>
                  <ns0:pt x="1283040" y="936381"/>
                </ns0:lnTo>
                <ns0:lnTo>
                  <ns0:pt x="1284480" y="936381"/>
                </ns0:lnTo>
                <ns0:lnTo>
                  <ns0:pt x="1285920" y="936381"/>
                </ns0:lnTo>
                <ns0:lnTo>
                  <ns0:pt x="1287360" y="936381"/>
                </ns0:lnTo>
                <ns0:lnTo>
                  <ns0:pt x="1288800" y="936381"/>
                </ns0:lnTo>
                <ns0:lnTo>
                  <ns0:pt x="1290240" y="936381"/>
                </ns0:lnTo>
                <ns0:lnTo>
                  <ns0:pt x="1291680" y="936381"/>
                </ns0:lnTo>
                <ns0:lnTo>
                  <ns0:pt x="1293120" y="936381"/>
                </ns0:lnTo>
                <ns0:lnTo>
                  <ns0:pt x="1294560" y="936381"/>
                </ns0:lnTo>
                <ns0:lnTo>
                  <ns0:pt x="1296000" y="936380"/>
                </ns0:lnTo>
                <ns0:lnTo>
                  <ns0:pt x="1297440" y="936380"/>
                </ns0:lnTo>
                <ns0:lnTo>
                  <ns0:pt x="1298880" y="936380"/>
                </ns0:lnTo>
                <ns0:lnTo>
                  <ns0:pt x="1300320" y="936380"/>
                </ns0:lnTo>
                <ns0:lnTo>
                  <ns0:pt x="1301760" y="936380"/>
                </ns0:lnTo>
                <ns0:lnTo>
                  <ns0:pt x="1303200" y="936380"/>
                </ns0:lnTo>
                <ns0:lnTo>
                  <ns0:pt x="1304640" y="936380"/>
                </ns0:lnTo>
                <ns0:lnTo>
                  <ns0:pt x="1306080" y="936380"/>
                </ns0:lnTo>
                <ns0:lnTo>
                  <ns0:pt x="1307520" y="936380"/>
                </ns0:lnTo>
                <ns0:lnTo>
                  <ns0:pt x="1308960" y="936379"/>
                </ns0:lnTo>
                <ns0:lnTo>
                  <ns0:pt x="1310400" y="936379"/>
                </ns0:lnTo>
                <ns0:lnTo>
                  <ns0:pt x="1311840" y="936379"/>
                </ns0:lnTo>
                <ns0:lnTo>
                  <ns0:pt x="1313280" y="936379"/>
                </ns0:lnTo>
                <ns0:lnTo>
                  <ns0:pt x="1314720" y="936379"/>
                </ns0:lnTo>
                <ns0:lnTo>
                  <ns0:pt x="1316160" y="936379"/>
                </ns0:lnTo>
                <ns0:lnTo>
                  <ns0:pt x="1317600" y="936378"/>
                </ns0:lnTo>
                <ns0:lnTo>
                  <ns0:pt x="1319040" y="936378"/>
                </ns0:lnTo>
                <ns0:lnTo>
                  <ns0:pt x="1320480" y="936378"/>
                </ns0:lnTo>
                <ns0:lnTo>
                  <ns0:pt x="1321920" y="936378"/>
                </ns0:lnTo>
                <ns0:lnTo>
                  <ns0:pt x="1323360" y="936378"/>
                </ns0:lnTo>
                <ns0:lnTo>
                  <ns0:pt x="1324800" y="936377"/>
                </ns0:lnTo>
                <ns0:lnTo>
                  <ns0:pt x="1326240" y="936377"/>
                </ns0:lnTo>
                <ns0:lnTo>
                  <ns0:pt x="1327680" y="936377"/>
                </ns0:lnTo>
                <ns0:lnTo>
                  <ns0:pt x="1329120" y="936377"/>
                </ns0:lnTo>
                <ns0:lnTo>
                  <ns0:pt x="1330560" y="936376"/>
                </ns0:lnTo>
                <ns0:lnTo>
                  <ns0:pt x="1332000" y="936376"/>
                </ns0:lnTo>
                <ns0:lnTo>
                  <ns0:pt x="1333440" y="936376"/>
                </ns0:lnTo>
                <ns0:lnTo>
                  <ns0:pt x="1334880" y="936376"/>
                </ns0:lnTo>
                <ns0:lnTo>
                  <ns0:pt x="1336320" y="936375"/>
                </ns0:lnTo>
                <ns0:lnTo>
                  <ns0:pt x="1337760" y="936375"/>
                </ns0:lnTo>
                <ns0:lnTo>
                  <ns0:pt x="1339200" y="936375"/>
                </ns0:lnTo>
                <ns0:lnTo>
                  <ns0:pt x="1340640" y="936375"/>
                </ns0:lnTo>
                <ns0:lnTo>
                  <ns0:pt x="1342080" y="936375"/>
                </ns0:lnTo>
                <ns0:lnTo>
                  <ns0:pt x="1343520" y="936374"/>
                </ns0:lnTo>
                <ns0:lnTo>
                  <ns0:pt x="1344960" y="936374"/>
                </ns0:lnTo>
                <ns0:lnTo>
                  <ns0:pt x="1346400" y="936374"/>
                </ns0:lnTo>
                <ns0:lnTo>
                  <ns0:pt x="1347840" y="936374"/>
                </ns0:lnTo>
                <ns0:lnTo>
                  <ns0:pt x="1349280" y="936374"/>
                </ns0:lnTo>
                <ns0:lnTo>
                  <ns0:pt x="1350720" y="936373"/>
                </ns0:lnTo>
                <ns0:lnTo>
                  <ns0:pt x="1352160" y="936373"/>
                </ns0:lnTo>
                <ns0:lnTo>
                  <ns0:pt x="1353600" y="936373"/>
                </ns0:lnTo>
                <ns0:lnTo>
                  <ns0:pt x="1355040" y="936373"/>
                </ns0:lnTo>
                <ns0:lnTo>
                  <ns0:pt x="1356480" y="936373"/>
                </ns0:lnTo>
                <ns0:lnTo>
                  <ns0:pt x="1357920" y="936373"/>
                </ns0:lnTo>
                <ns0:lnTo>
                  <ns0:pt x="1359360" y="936372"/>
                </ns0:lnTo>
                <ns0:lnTo>
                  <ns0:pt x="1360800" y="936372"/>
                </ns0:lnTo>
                <ns0:lnTo>
                  <ns0:pt x="1362240" y="936372"/>
                </ns0:lnTo>
                <ns0:lnTo>
                  <ns0:pt x="1363680" y="936372"/>
                </ns0:lnTo>
                <ns0:lnTo>
                  <ns0:pt x="1365120" y="936372"/>
                </ns0:lnTo>
                <ns0:lnTo>
                  <ns0:pt x="1366560" y="936372"/>
                </ns0:lnTo>
                <ns0:lnTo>
                  <ns0:pt x="1368000" y="936372"/>
                </ns0:lnTo>
                <ns0:lnTo>
                  <ns0:pt x="1369440" y="936372"/>
                </ns0:lnTo>
                <ns0:lnTo>
                  <ns0:pt x="1370880" y="936371"/>
                </ns0:lnTo>
                <ns0:lnTo>
                  <ns0:pt x="1372320" y="936371"/>
                </ns0:lnTo>
                <ns0:lnTo>
                  <ns0:pt x="1373760" y="936371"/>
                </ns0:lnTo>
                <ns0:lnTo>
                  <ns0:pt x="1375200" y="936371"/>
                </ns0:lnTo>
                <ns0:lnTo>
                  <ns0:pt x="1376640" y="936371"/>
                </ns0:lnTo>
                <ns0:lnTo>
                  <ns0:pt x="1378080" y="936371"/>
                </ns0:lnTo>
                <ns0:lnTo>
                  <ns0:pt x="1379520" y="936371"/>
                </ns0:lnTo>
                <ns0:lnTo>
                  <ns0:pt x="1380960" y="936371"/>
                </ns0:lnTo>
                <ns0:lnTo>
                  <ns0:pt x="1382400" y="936371"/>
                </ns0:lnTo>
                <ns0:lnTo>
                  <ns0:pt x="1383840" y="936371"/>
                </ns0:lnTo>
                <ns0:lnTo>
                  <ns0:pt x="1385280" y="936371"/>
                </ns0:lnTo>
                <ns0:lnTo>
                  <ns0:pt x="1386720" y="936371"/>
                </ns0:lnTo>
                <ns0:lnTo>
                  <ns0:pt x="1388160" y="936371"/>
                </ns0:lnTo>
                <ns0:lnTo>
                  <ns0:pt x="1389600" y="936370"/>
                </ns0:lnTo>
                <ns0:lnTo>
                  <ns0:pt x="1391040" y="936370"/>
                </ns0:lnTo>
                <ns0:lnTo>
                  <ns0:pt x="1392480" y="936370"/>
                </ns0:lnTo>
                <ns0:lnTo>
                  <ns0:pt x="1393920" y="936370"/>
                </ns0:lnTo>
                <ns0:lnTo>
                  <ns0:pt x="1395360" y="936370"/>
                </ns0:lnTo>
                <ns0:lnTo>
                  <ns0:pt x="1396800" y="936370"/>
                </ns0:lnTo>
                <ns0:lnTo>
                  <ns0:pt x="1398240" y="936370"/>
                </ns0:lnTo>
                <ns0:lnTo>
                  <ns0:pt x="1399680" y="936370"/>
                </ns0:lnTo>
                <ns0:lnTo>
                  <ns0:pt x="1401120" y="936370"/>
                </ns0:lnTo>
                <ns0:lnTo>
                  <ns0:pt x="1402560" y="936370"/>
                </ns0:lnTo>
                <ns0:lnTo>
                  <ns0:pt x="1404000" y="936370"/>
                </ns0:lnTo>
                <ns0:lnTo>
                  <ns0:pt x="1405440" y="936370"/>
                </ns0:lnTo>
                <ns0:lnTo>
                  <ns0:pt x="1406880" y="936370"/>
                </ns0:lnTo>
                <ns0:lnTo>
                  <ns0:pt x="1408320" y="936370"/>
                </ns0:lnTo>
                <ns0:lnTo>
                  <ns0:pt x="1409760" y="936370"/>
                </ns0:lnTo>
                <ns0:lnTo>
                  <ns0:pt x="1411200" y="936370"/>
                </ns0:lnTo>
                <ns0:lnTo>
                  <ns0:pt x="1412640" y="936369"/>
                </ns0:lnTo>
                <ns0:lnTo>
                  <ns0:pt x="1414080" y="936369"/>
                </ns0:lnTo>
                <ns0:lnTo>
                  <ns0:pt x="1415520" y="936369"/>
                </ns0:lnTo>
                <ns0:lnTo>
                  <ns0:pt x="1416960" y="936369"/>
                </ns0:lnTo>
                <ns0:lnTo>
                  <ns0:pt x="1418400" y="936369"/>
                </ns0:lnTo>
                <ns0:lnTo>
                  <ns0:pt x="1419840" y="936369"/>
                </ns0:lnTo>
                <ns0:lnTo>
                  <ns0:pt x="1421280" y="936369"/>
                </ns0:lnTo>
                <ns0:lnTo>
                  <ns0:pt x="1422720" y="936369"/>
                </ns0:lnTo>
                <ns0:lnTo>
                  <ns0:pt x="1424160" y="936369"/>
                </ns0:lnTo>
                <ns0:lnTo>
                  <ns0:pt x="1425600" y="936369"/>
                </ns0:lnTo>
                <ns0:lnTo>
                  <ns0:pt x="1427040" y="936369"/>
                </ns0:lnTo>
                <ns0:lnTo>
                  <ns0:pt x="1428480" y="936369"/>
                </ns0:lnTo>
                <ns0:lnTo>
                  <ns0:pt x="1429920" y="936369"/>
                </ns0:lnTo>
                <ns0:lnTo>
                  <ns0:pt x="1431360" y="936369"/>
                </ns0:lnTo>
                <ns0:lnTo>
                  <ns0:pt x="1432800" y="936369"/>
                </ns0:lnTo>
                <ns0:lnTo>
                  <ns0:pt x="1434240" y="936369"/>
                </ns0:lnTo>
                <ns0:lnTo>
                  <ns0:pt x="1435680" y="936369"/>
                </ns0:lnTo>
                <ns0:lnTo>
                  <ns0:pt x="1437120" y="936369"/>
                </ns0:lnTo>
                <ns0:lnTo>
                  <ns0:pt x="1438560" y="936369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38560" y="936368"/>
                </ns0:lnTo>
                <ns0:lnTo>
                  <ns0:pt x="1437120" y="936368"/>
                </ns0:lnTo>
                <ns0:lnTo>
                  <ns0:pt x="1435680" y="936368"/>
                </ns0:lnTo>
                <ns0:lnTo>
                  <ns0:pt x="1434240" y="936368"/>
                </ns0:lnTo>
                <ns0:lnTo>
                  <ns0:pt x="1432800" y="936368"/>
                </ns0:lnTo>
                <ns0:lnTo>
                  <ns0:pt x="1431360" y="936368"/>
                </ns0:lnTo>
                <ns0:lnTo>
                  <ns0:pt x="1429920" y="936368"/>
                </ns0:lnTo>
                <ns0:lnTo>
                  <ns0:pt x="1428480" y="936368"/>
                </ns0:lnTo>
                <ns0:lnTo>
                  <ns0:pt x="1427040" y="936368"/>
                </ns0:lnTo>
                <ns0:lnTo>
                  <ns0:pt x="1425600" y="936368"/>
                </ns0:lnTo>
                <ns0:lnTo>
                  <ns0:pt x="1424160" y="936368"/>
                </ns0:lnTo>
                <ns0:lnTo>
                  <ns0:pt x="1422720" y="936368"/>
                </ns0:lnTo>
                <ns0:lnTo>
                  <ns0:pt x="1421280" y="936368"/>
                </ns0:lnTo>
                <ns0:lnTo>
                  <ns0:pt x="1419840" y="936368"/>
                </ns0:lnTo>
                <ns0:lnTo>
                  <ns0:pt x="1418400" y="936368"/>
                </ns0:lnTo>
                <ns0:lnTo>
                  <ns0:pt x="1416960" y="936368"/>
                </ns0:lnTo>
                <ns0:lnTo>
                  <ns0:pt x="1415520" y="936368"/>
                </ns0:lnTo>
                <ns0:lnTo>
                  <ns0:pt x="1414080" y="936369"/>
                </ns0:lnTo>
                <ns0:lnTo>
                  <ns0:pt x="1412640" y="936369"/>
                </ns0:lnTo>
                <ns0:lnTo>
                  <ns0:pt x="1411200" y="936369"/>
                </ns0:lnTo>
                <ns0:lnTo>
                  <ns0:pt x="1409760" y="936369"/>
                </ns0:lnTo>
                <ns0:lnTo>
                  <ns0:pt x="1408320" y="936369"/>
                </ns0:lnTo>
                <ns0:lnTo>
                  <ns0:pt x="1406880" y="936369"/>
                </ns0:lnTo>
                <ns0:lnTo>
                  <ns0:pt x="1405440" y="936369"/>
                </ns0:lnTo>
                <ns0:lnTo>
                  <ns0:pt x="1404000" y="936369"/>
                </ns0:lnTo>
                <ns0:lnTo>
                  <ns0:pt x="1402560" y="936369"/>
                </ns0:lnTo>
                <ns0:lnTo>
                  <ns0:pt x="1401120" y="936369"/>
                </ns0:lnTo>
                <ns0:lnTo>
                  <ns0:pt x="1399680" y="936369"/>
                </ns0:lnTo>
                <ns0:lnTo>
                  <ns0:pt x="1398240" y="936369"/>
                </ns0:lnTo>
                <ns0:lnTo>
                  <ns0:pt x="1396800" y="936369"/>
                </ns0:lnTo>
                <ns0:lnTo>
                  <ns0:pt x="1395360" y="936369"/>
                </ns0:lnTo>
                <ns0:lnTo>
                  <ns0:pt x="1393920" y="936369"/>
                </ns0:lnTo>
                <ns0:lnTo>
                  <ns0:pt x="1392480" y="936369"/>
                </ns0:lnTo>
                <ns0:lnTo>
                  <ns0:pt x="1391040" y="936369"/>
                </ns0:lnTo>
                <ns0:lnTo>
                  <ns0:pt x="1389600" y="936370"/>
                </ns0:lnTo>
                <ns0:lnTo>
                  <ns0:pt x="1388160" y="936370"/>
                </ns0:lnTo>
                <ns0:lnTo>
                  <ns0:pt x="1386720" y="936370"/>
                </ns0:lnTo>
                <ns0:lnTo>
                  <ns0:pt x="1385280" y="936370"/>
                </ns0:lnTo>
                <ns0:lnTo>
                  <ns0:pt x="1383840" y="936370"/>
                </ns0:lnTo>
                <ns0:lnTo>
                  <ns0:pt x="1382400" y="936370"/>
                </ns0:lnTo>
                <ns0:lnTo>
                  <ns0:pt x="1380960" y="936370"/>
                </ns0:lnTo>
                <ns0:lnTo>
                  <ns0:pt x="1379520" y="936370"/>
                </ns0:lnTo>
                <ns0:lnTo>
                  <ns0:pt x="1378080" y="936370"/>
                </ns0:lnTo>
                <ns0:lnTo>
                  <ns0:pt x="1376640" y="936370"/>
                </ns0:lnTo>
                <ns0:lnTo>
                  <ns0:pt x="1375200" y="936370"/>
                </ns0:lnTo>
                <ns0:lnTo>
                  <ns0:pt x="1373760" y="936370"/>
                </ns0:lnTo>
                <ns0:lnTo>
                  <ns0:pt x="1372320" y="936370"/>
                </ns0:lnTo>
                <ns0:lnTo>
                  <ns0:pt x="1370880" y="936370"/>
                </ns0:lnTo>
                <ns0:lnTo>
                  <ns0:pt x="1369440" y="936370"/>
                </ns0:lnTo>
                <ns0:lnTo>
                  <ns0:pt x="1368000" y="936370"/>
                </ns0:lnTo>
                <ns0:lnTo>
                  <ns0:pt x="1366560" y="936371"/>
                </ns0:lnTo>
                <ns0:lnTo>
                  <ns0:pt x="1365120" y="936371"/>
                </ns0:lnTo>
                <ns0:lnTo>
                  <ns0:pt x="1363680" y="936371"/>
                </ns0:lnTo>
                <ns0:lnTo>
                  <ns0:pt x="1362240" y="936371"/>
                </ns0:lnTo>
                <ns0:lnTo>
                  <ns0:pt x="1360800" y="936371"/>
                </ns0:lnTo>
                <ns0:lnTo>
                  <ns0:pt x="1359360" y="936371"/>
                </ns0:lnTo>
                <ns0:lnTo>
                  <ns0:pt x="1357920" y="936371"/>
                </ns0:lnTo>
                <ns0:lnTo>
                  <ns0:pt x="1356480" y="936371"/>
                </ns0:lnTo>
                <ns0:lnTo>
                  <ns0:pt x="1355040" y="936371"/>
                </ns0:lnTo>
                <ns0:lnTo>
                  <ns0:pt x="1353600" y="936371"/>
                </ns0:lnTo>
                <ns0:lnTo>
                  <ns0:pt x="1352160" y="936371"/>
                </ns0:lnTo>
                <ns0:lnTo>
                  <ns0:pt x="1350720" y="936371"/>
                </ns0:lnTo>
                <ns0:lnTo>
                  <ns0:pt x="1349280" y="936371"/>
                </ns0:lnTo>
                <ns0:lnTo>
                  <ns0:pt x="1347840" y="936372"/>
                </ns0:lnTo>
                <ns0:lnTo>
                  <ns0:pt x="1346400" y="936372"/>
                </ns0:lnTo>
                <ns0:lnTo>
                  <ns0:pt x="1344960" y="936372"/>
                </ns0:lnTo>
                <ns0:lnTo>
                  <ns0:pt x="1343520" y="936372"/>
                </ns0:lnTo>
                <ns0:lnTo>
                  <ns0:pt x="1342080" y="936372"/>
                </ns0:lnTo>
                <ns0:lnTo>
                  <ns0:pt x="1340640" y="936372"/>
                </ns0:lnTo>
                <ns0:lnTo>
                  <ns0:pt x="1339200" y="936372"/>
                </ns0:lnTo>
                <ns0:lnTo>
                  <ns0:pt x="1337760" y="936372"/>
                </ns0:lnTo>
                <ns0:lnTo>
                  <ns0:pt x="1336320" y="936373"/>
                </ns0:lnTo>
                <ns0:lnTo>
                  <ns0:pt x="1334880" y="936373"/>
                </ns0:lnTo>
                <ns0:lnTo>
                  <ns0:pt x="1333440" y="936373"/>
                </ns0:lnTo>
                <ns0:lnTo>
                  <ns0:pt x="1332000" y="936373"/>
                </ns0:lnTo>
                <ns0:lnTo>
                  <ns0:pt x="1330560" y="936373"/>
                </ns0:lnTo>
                <ns0:lnTo>
                  <ns0:pt x="1329120" y="936374"/>
                </ns0:lnTo>
                <ns0:lnTo>
                  <ns0:pt x="1327680" y="936374"/>
                </ns0:lnTo>
                <ns0:lnTo>
                  <ns0:pt x="1326240" y="936374"/>
                </ns0:lnTo>
                <ns0:lnTo>
                  <ns0:pt x="1324800" y="936374"/>
                </ns0:lnTo>
                <ns0:lnTo>
                  <ns0:pt x="1323360" y="936374"/>
                </ns0:lnTo>
                <ns0:lnTo>
                  <ns0:pt x="1321920" y="936375"/>
                </ns0:lnTo>
                <ns0:lnTo>
                  <ns0:pt x="1320480" y="936375"/>
                </ns0:lnTo>
                <ns0:lnTo>
                  <ns0:pt x="1319040" y="936375"/>
                </ns0:lnTo>
                <ns0:lnTo>
                  <ns0:pt x="1317600" y="936375"/>
                </ns0:lnTo>
                <ns0:lnTo>
                  <ns0:pt x="1316160" y="936375"/>
                </ns0:lnTo>
                <ns0:lnTo>
                  <ns0:pt x="1314720" y="936376"/>
                </ns0:lnTo>
                <ns0:lnTo>
                  <ns0:pt x="1313280" y="936376"/>
                </ns0:lnTo>
                <ns0:lnTo>
                  <ns0:pt x="1311840" y="936376"/>
                </ns0:lnTo>
                <ns0:lnTo>
                  <ns0:pt x="1310400" y="936376"/>
                </ns0:lnTo>
                <ns0:lnTo>
                  <ns0:pt x="1308960" y="936377"/>
                </ns0:lnTo>
                <ns0:lnTo>
                  <ns0:pt x="1307520" y="936377"/>
                </ns0:lnTo>
                <ns0:lnTo>
                  <ns0:pt x="1306080" y="936377"/>
                </ns0:lnTo>
                <ns0:lnTo>
                  <ns0:pt x="1304640" y="936377"/>
                </ns0:lnTo>
                <ns0:lnTo>
                  <ns0:pt x="1303200" y="936377"/>
                </ns0:lnTo>
                <ns0:lnTo>
                  <ns0:pt x="1301760" y="936378"/>
                </ns0:lnTo>
                <ns0:lnTo>
                  <ns0:pt x="1300320" y="936378"/>
                </ns0:lnTo>
                <ns0:lnTo>
                  <ns0:pt x="1298880" y="936378"/>
                </ns0:lnTo>
                <ns0:lnTo>
                  <ns0:pt x="1297440" y="936378"/>
                </ns0:lnTo>
                <ns0:lnTo>
                  <ns0:pt x="1296000" y="936379"/>
                </ns0:lnTo>
                <ns0:lnTo>
                  <ns0:pt x="1294560" y="936379"/>
                </ns0:lnTo>
                <ns0:lnTo>
                  <ns0:pt x="1293120" y="936379"/>
                </ns0:lnTo>
                <ns0:lnTo>
                  <ns0:pt x="1291680" y="936379"/>
                </ns0:lnTo>
                <ns0:lnTo>
                  <ns0:pt x="1290240" y="936379"/>
                </ns0:lnTo>
                <ns0:lnTo>
                  <ns0:pt x="1288800" y="936379"/>
                </ns0:lnTo>
                <ns0:lnTo>
                  <ns0:pt x="1287360" y="936380"/>
                </ns0:lnTo>
                <ns0:lnTo>
                  <ns0:pt x="1285920" y="936380"/>
                </ns0:lnTo>
                <ns0:lnTo>
                  <ns0:pt x="1284480" y="936380"/>
                </ns0:lnTo>
                <ns0:lnTo>
                  <ns0:pt x="1283040" y="936380"/>
                </ns0:lnTo>
                <ns0:lnTo>
                  <ns0:pt x="1281600" y="936380"/>
                </ns0:lnTo>
                <ns0:lnTo>
                  <ns0:pt x="1280160" y="936380"/>
                </ns0:lnTo>
                <ns0:lnTo>
                  <ns0:pt x="1278720" y="936380"/>
                </ns0:lnTo>
                <ns0:lnTo>
                  <ns0:pt x="1277280" y="936380"/>
                </ns0:lnTo>
                <ns0:lnTo>
                  <ns0:pt x="1275840" y="936380"/>
                </ns0:lnTo>
                <ns0:lnTo>
                  <ns0:pt x="1274400" y="936380"/>
                </ns0:lnTo>
                <ns0:lnTo>
                  <ns0:pt x="1272960" y="936380"/>
                </ns0:lnTo>
                <ns0:lnTo>
                  <ns0:pt x="1271520" y="936380"/>
                </ns0:lnTo>
                <ns0:lnTo>
                  <ns0:pt x="1270080" y="936381"/>
                </ns0:lnTo>
                <ns0:lnTo>
                  <ns0:pt x="1268640" y="936381"/>
                </ns0:lnTo>
                <ns0:lnTo>
                  <ns0:pt x="1267200" y="936381"/>
                </ns0:lnTo>
                <ns0:lnTo>
                  <ns0:pt x="1265760" y="936380"/>
                </ns0:lnTo>
                <ns0:lnTo>
                  <ns0:pt x="1264320" y="936380"/>
                </ns0:lnTo>
                <ns0:lnTo>
                  <ns0:pt x="1262880" y="936380"/>
                </ns0:lnTo>
                <ns0:lnTo>
                  <ns0:pt x="1261440" y="936380"/>
                </ns0:lnTo>
                <ns0:lnTo>
                  <ns0:pt x="1260000" y="936380"/>
                </ns0:lnTo>
                <ns0:lnTo>
                  <ns0:pt x="1258560" y="936380"/>
                </ns0:lnTo>
                <ns0:lnTo>
                  <ns0:pt x="1257120" y="936380"/>
                </ns0:lnTo>
                <ns0:lnTo>
                  <ns0:pt x="1255680" y="936380"/>
                </ns0:lnTo>
                <ns0:lnTo>
                  <ns0:pt x="1254240" y="936380"/>
                </ns0:lnTo>
                <ns0:lnTo>
                  <ns0:pt x="1252800" y="936380"/>
                </ns0:lnTo>
                <ns0:lnTo>
                  <ns0:pt x="1251360" y="936381"/>
                </ns0:lnTo>
                <ns0:lnTo>
                  <ns0:pt x="1249920" y="936381"/>
                </ns0:lnTo>
                <ns0:lnTo>
                  <ns0:pt x="1248480" y="936381"/>
                </ns0:lnTo>
                <ns0:lnTo>
                  <ns0:pt x="1247040" y="936381"/>
                </ns0:lnTo>
                <ns0:lnTo>
                  <ns0:pt x="1245600" y="936381"/>
                </ns0:lnTo>
                <ns0:lnTo>
                  <ns0:pt x="1244160" y="936381"/>
                </ns0:lnTo>
                <ns0:lnTo>
                  <ns0:pt x="1242720" y="936381"/>
                </ns0:lnTo>
                <ns0:lnTo>
                  <ns0:pt x="1241280" y="936382"/>
                </ns0:lnTo>
                <ns0:lnTo>
                  <ns0:pt x="1239840" y="936382"/>
                </ns0:lnTo>
                <ns0:lnTo>
                  <ns0:pt x="1238400" y="936382"/>
                </ns0:lnTo>
                <ns0:lnTo>
                  <ns0:pt x="1236960" y="936382"/>
                </ns0:lnTo>
                <ns0:lnTo>
                  <ns0:pt x="1235520" y="936383"/>
                </ns0:lnTo>
                <ns0:lnTo>
                  <ns0:pt x="1234080" y="936383"/>
                </ns0:lnTo>
                <ns0:lnTo>
                  <ns0:pt x="1232640" y="936383"/>
                </ns0:lnTo>
                <ns0:lnTo>
                  <ns0:pt x="1231200" y="936384"/>
                </ns0:lnTo>
                <ns0:lnTo>
                  <ns0:pt x="1229760" y="936384"/>
                </ns0:lnTo>
                <ns0:lnTo>
                  <ns0:pt x="1228320" y="936384"/>
                </ns0:lnTo>
                <ns0:lnTo>
                  <ns0:pt x="1226880" y="936385"/>
                </ns0:lnTo>
                <ns0:lnTo>
                  <ns0:pt x="1225440" y="936385"/>
                </ns0:lnTo>
                <ns0:lnTo>
                  <ns0:pt x="1224000" y="936385"/>
                </ns0:lnTo>
                <ns0:lnTo>
                  <ns0:pt x="1222560" y="936386"/>
                </ns0:lnTo>
                <ns0:lnTo>
                  <ns0:pt x="1221120" y="936386"/>
                </ns0:lnTo>
                <ns0:lnTo>
                  <ns0:pt x="1219680" y="936386"/>
                </ns0:lnTo>
                <ns0:lnTo>
                  <ns0:pt x="1218240" y="936386"/>
                </ns0:lnTo>
                <ns0:lnTo>
                  <ns0:pt x="1216800" y="936387"/>
                </ns0:lnTo>
                <ns0:lnTo>
                  <ns0:pt x="1215360" y="936387"/>
                </ns0:lnTo>
                <ns0:lnTo>
                  <ns0:pt x="1213920" y="936387"/>
                </ns0:lnTo>
                <ns0:lnTo>
                  <ns0:pt x="1212480" y="936387"/>
                </ns0:lnTo>
                <ns0:lnTo>
                  <ns0:pt x="1211040" y="936387"/>
                </ns0:lnTo>
                <ns0:lnTo>
                  <ns0:pt x="1209600" y="936388"/>
                </ns0:lnTo>
                <ns0:lnTo>
                  <ns0:pt x="1208160" y="936388"/>
                </ns0:lnTo>
                <ns0:lnTo>
                  <ns0:pt x="1206720" y="936388"/>
                </ns0:lnTo>
                <ns0:lnTo>
                  <ns0:pt x="1205280" y="936388"/>
                </ns0:lnTo>
                <ns0:lnTo>
                  <ns0:pt x="1203840" y="936388"/>
                </ns0:lnTo>
                <ns0:lnTo>
                  <ns0:pt x="1202400" y="936388"/>
                </ns0:lnTo>
                <ns0:lnTo>
                  <ns0:pt x="1200960" y="936388"/>
                </ns0:lnTo>
                <ns0:lnTo>
                  <ns0:pt x="1199520" y="936388"/>
                </ns0:lnTo>
                <ns0:lnTo>
                  <ns0:pt x="1198080" y="936387"/>
                </ns0:lnTo>
                <ns0:lnTo>
                  <ns0:pt x="1196640" y="936387"/>
                </ns0:lnTo>
                <ns0:lnTo>
                  <ns0:pt x="1195200" y="936387"/>
                </ns0:lnTo>
                <ns0:lnTo>
                  <ns0:pt x="1193760" y="936386"/>
                </ns0:lnTo>
                <ns0:lnTo>
                  <ns0:pt x="1192320" y="936386"/>
                </ns0:lnTo>
                <ns0:lnTo>
                  <ns0:pt x="1190880" y="936385"/>
                </ns0:lnTo>
                <ns0:lnTo>
                  <ns0:pt x="1189440" y="936384"/>
                </ns0:lnTo>
                <ns0:lnTo>
                  <ns0:pt x="1188000" y="936384"/>
                </ns0:lnTo>
                <ns0:lnTo>
                  <ns0:pt x="1186560" y="936383"/>
                </ns0:lnTo>
                <ns0:lnTo>
                  <ns0:pt x="1185120" y="936382"/>
                </ns0:lnTo>
                <ns0:lnTo>
                  <ns0:pt x="1183680" y="936381"/>
                </ns0:lnTo>
                <ns0:lnTo>
                  <ns0:pt x="1182240" y="936380"/>
                </ns0:lnTo>
                <ns0:lnTo>
                  <ns0:pt x="1180800" y="936379"/>
                </ns0:lnTo>
                <ns0:lnTo>
                  <ns0:pt x="1179360" y="936378"/>
                </ns0:lnTo>
                <ns0:lnTo>
                  <ns0:pt x="1177920" y="936377"/>
                </ns0:lnTo>
                <ns0:lnTo>
                  <ns0:pt x="1176480" y="936376"/>
                </ns0:lnTo>
                <ns0:lnTo>
                  <ns0:pt x="1175040" y="936375"/>
                </ns0:lnTo>
                <ns0:lnTo>
                  <ns0:pt x="1173600" y="936373"/>
                </ns0:lnTo>
                <ns0:lnTo>
                  <ns0:pt x="1172160" y="936372"/>
                </ns0:lnTo>
                <ns0:lnTo>
                  <ns0:pt x="1170720" y="936371"/>
                </ns0:lnTo>
                <ns0:lnTo>
                  <ns0:pt x="1169280" y="936369"/>
                </ns0:lnTo>
                <ns0:lnTo>
                  <ns0:pt x="1167840" y="936368"/>
                </ns0:lnTo>
                <ns0:lnTo>
                  <ns0:pt x="1166400" y="936366"/>
                </ns0:lnTo>
                <ns0:lnTo>
                  <ns0:pt x="1164960" y="936365"/>
                </ns0:lnTo>
                <ns0:lnTo>
                  <ns0:pt x="1163520" y="936363"/>
                </ns0:lnTo>
                <ns0:lnTo>
                  <ns0:pt x="1162080" y="936362"/>
                </ns0:lnTo>
                <ns0:lnTo>
                  <ns0:pt x="1160640" y="936360"/>
                </ns0:lnTo>
                <ns0:lnTo>
                  <ns0:pt x="1159200" y="936359"/>
                </ns0:lnTo>
                <ns0:lnTo>
                  <ns0:pt x="1157760" y="936357"/>
                </ns0:lnTo>
                <ns0:lnTo>
                  <ns0:pt x="1156320" y="936356"/>
                </ns0:lnTo>
                <ns0:lnTo>
                  <ns0:pt x="1154880" y="936355"/>
                </ns0:lnTo>
                <ns0:lnTo>
                  <ns0:pt x="1153440" y="936353"/>
                </ns0:lnTo>
                <ns0:lnTo>
                  <ns0:pt x="1152000" y="936352"/>
                </ns0:lnTo>
                <ns0:lnTo>
                  <ns0:pt x="1150560" y="936351"/>
                </ns0:lnTo>
                <ns0:lnTo>
                  <ns0:pt x="1149120" y="936350"/>
                </ns0:lnTo>
                <ns0:lnTo>
                  <ns0:pt x="1147680" y="936349"/>
                </ns0:lnTo>
                <ns0:lnTo>
                  <ns0:pt x="1146240" y="936348"/>
                </ns0:lnTo>
                <ns0:lnTo>
                  <ns0:pt x="1144800" y="936347"/>
                </ns0:lnTo>
                <ns0:lnTo>
                  <ns0:pt x="1143360" y="936346"/>
                </ns0:lnTo>
                <ns0:lnTo>
                  <ns0:pt x="1141920" y="936346"/>
                </ns0:lnTo>
                <ns0:lnTo>
                  <ns0:pt x="1140480" y="936345"/>
                </ns0:lnTo>
                <ns0:lnTo>
                  <ns0:pt x="1139040" y="936345"/>
                </ns0:lnTo>
                <ns0:lnTo>
                  <ns0:pt x="1137600" y="936345"/>
                </ns0:lnTo>
                <ns0:lnTo>
                  <ns0:pt x="1136160" y="936344"/>
                </ns0:lnTo>
                <ns0:lnTo>
                  <ns0:pt x="1134720" y="936344"/>
                </ns0:lnTo>
                <ns0:lnTo>
                  <ns0:pt x="1133280" y="936344"/>
                </ns0:lnTo>
                <ns0:lnTo>
                  <ns0:pt x="1131840" y="936344"/>
                </ns0:lnTo>
                <ns0:lnTo>
                  <ns0:pt x="1130400" y="936344"/>
                </ns0:lnTo>
                <ns0:lnTo>
                  <ns0:pt x="1128960" y="936344"/>
                </ns0:lnTo>
                <ns0:lnTo>
                  <ns0:pt x="1127520" y="936344"/>
                </ns0:lnTo>
                <ns0:lnTo>
                  <ns0:pt x="1126080" y="936345"/>
                </ns0:lnTo>
                <ns0:lnTo>
                  <ns0:pt x="1124640" y="936345"/>
                </ns0:lnTo>
                <ns0:lnTo>
                  <ns0:pt x="1123200" y="936345"/>
                </ns0:lnTo>
                <ns0:lnTo>
                  <ns0:pt x="1121760" y="936345"/>
                </ns0:lnTo>
                <ns0:lnTo>
                  <ns0:pt x="1120320" y="936344"/>
                </ns0:lnTo>
                <ns0:lnTo>
                  <ns0:pt x="1118880" y="936344"/>
                </ns0:lnTo>
                <ns0:lnTo>
                  <ns0:pt x="1117440" y="936344"/>
                </ns0:lnTo>
                <ns0:lnTo>
                  <ns0:pt x="1116000" y="936343"/>
                </ns0:lnTo>
                <ns0:lnTo>
                  <ns0:pt x="1114560" y="936343"/>
                </ns0:lnTo>
                <ns0:lnTo>
                  <ns0:pt x="1113120" y="936343"/>
                </ns0:lnTo>
                <ns0:lnTo>
                  <ns0:pt x="1111680" y="936343"/>
                </ns0:lnTo>
                <ns0:lnTo>
                  <ns0:pt x="1110240" y="936343"/>
                </ns0:lnTo>
                <ns0:lnTo>
                  <ns0:pt x="1108800" y="936344"/>
                </ns0:lnTo>
                <ns0:lnTo>
                  <ns0:pt x="1107360" y="936344"/>
                </ns0:lnTo>
                <ns0:lnTo>
                  <ns0:pt x="1105920" y="936345"/>
                </ns0:lnTo>
                <ns0:lnTo>
                  <ns0:pt x="1104480" y="936346"/>
                </ns0:lnTo>
                <ns0:lnTo>
                  <ns0:pt x="1103040" y="936347"/>
                </ns0:lnTo>
                <ns0:lnTo>
                  <ns0:pt x="1101600" y="936348"/>
                </ns0:lnTo>
                <ns0:lnTo>
                  <ns0:pt x="1100160" y="936349"/>
                </ns0:lnTo>
                <ns0:lnTo>
                  <ns0:pt x="1098720" y="936350"/>
                </ns0:lnTo>
                <ns0:lnTo>
                  <ns0:pt x="1097280" y="936351"/>
                </ns0:lnTo>
                <ns0:lnTo>
                  <ns0:pt x="1095840" y="936351"/>
                </ns0:lnTo>
                <ns0:lnTo>
                  <ns0:pt x="1094400" y="936351"/>
                </ns0:lnTo>
                <ns0:lnTo>
                  <ns0:pt x="1092960" y="936350"/>
                </ns0:lnTo>
                <ns0:lnTo>
                  <ns0:pt x="1091520" y="936349"/>
                </ns0:lnTo>
                <ns0:lnTo>
                  <ns0:pt x="1090080" y="936348"/>
                </ns0:lnTo>
                <ns0:lnTo>
                  <ns0:pt x="1088640" y="936346"/>
                </ns0:lnTo>
                <ns0:lnTo>
                  <ns0:pt x="1087200" y="936346"/>
                </ns0:lnTo>
                <ns0:lnTo>
                  <ns0:pt x="1085760" y="936345"/>
                </ns0:lnTo>
                <ns0:lnTo>
                  <ns0:pt x="1084320" y="936345"/>
                </ns0:lnTo>
                <ns0:lnTo>
                  <ns0:pt x="1082880" y="936345"/>
                </ns0:lnTo>
                <ns0:lnTo>
                  <ns0:pt x="1081440" y="936345"/>
                </ns0:lnTo>
                <ns0:lnTo>
                  <ns0:pt x="1080000" y="936345"/>
                </ns0:lnTo>
                <ns0:lnTo>
                  <ns0:pt x="1078560" y="936345"/>
                </ns0:lnTo>
                <ns0:lnTo>
                  <ns0:pt x="1077120" y="936345"/>
                </ns0:lnTo>
                <ns0:lnTo>
                  <ns0:pt x="1075680" y="936345"/>
                </ns0:lnTo>
                <ns0:lnTo>
                  <ns0:pt x="1074240" y="936345"/>
                </ns0:lnTo>
                <ns0:lnTo>
                  <ns0:pt x="1072800" y="936345"/>
                </ns0:lnTo>
                <ns0:lnTo>
                  <ns0:pt x="1071360" y="936343"/>
                </ns0:lnTo>
                <ns0:lnTo>
                  <ns0:pt x="1069920" y="936341"/>
                </ns0:lnTo>
                <ns0:lnTo>
                  <ns0:pt x="1068480" y="936335"/>
                </ns0:lnTo>
                <ns0:lnTo>
                  <ns0:pt x="1067040" y="936325"/>
                </ns0:lnTo>
                <ns0:lnTo>
                  <ns0:pt x="1065600" y="936309"/>
                </ns0:lnTo>
                <ns0:lnTo>
                  <ns0:pt x="1064160" y="936286"/>
                </ns0:lnTo>
                <ns0:lnTo>
                  <ns0:pt x="1062720" y="936256"/>
                </ns0:lnTo>
                <ns0:lnTo>
                  <ns0:pt x="1061280" y="936219"/>
                </ns0:lnTo>
                <ns0:lnTo>
                  <ns0:pt x="1059840" y="936174"/>
                </ns0:lnTo>
                <ns0:lnTo>
                  <ns0:pt x="1058400" y="936122"/>
                </ns0:lnTo>
                <ns0:lnTo>
                  <ns0:pt x="1056960" y="936060"/>
                </ns0:lnTo>
                <ns0:lnTo>
                  <ns0:pt x="1055520" y="935979"/>
                </ns0:lnTo>
                <ns0:lnTo>
                  <ns0:pt x="1054080" y="935865"/>
                </ns0:lnTo>
                <ns0:lnTo>
                  <ns0:pt x="1052640" y="935699"/>
                </ns0:lnTo>
                <ns0:lnTo>
                  <ns0:pt x="1051200" y="935490"/>
                </ns0:lnTo>
                <ns0:lnTo>
                  <ns0:pt x="1049760" y="935254"/>
                </ns0:lnTo>
                <ns0:lnTo>
                  <ns0:pt x="1048320" y="935019"/>
                </ns0:lnTo>
                <ns0:lnTo>
                  <ns0:pt x="1046880" y="934808"/>
                </ns0:lnTo>
                <ns0:lnTo>
                  <ns0:pt x="1045440" y="934638"/>
                </ns0:lnTo>
                <ns0:lnTo>
                  <ns0:pt x="1044000" y="934513"/>
                </ns0:lnTo>
                <ns0:lnTo>
                  <ns0:pt x="1042560" y="934431"/>
                </ns0:lnTo>
                <ns0:lnTo>
                  <ns0:pt x="1041120" y="934382"/>
                </ns0:lnTo>
                <ns0:lnTo>
                  <ns0:pt x="1039680" y="934354"/>
                </ns0:lnTo>
                <ns0:lnTo>
                  <ns0:pt x="1038240" y="934340"/>
                </ns0:lnTo>
                <ns0:lnTo>
                  <ns0:pt x="1036800" y="934334"/>
                </ns0:lnTo>
                <ns0:lnTo>
                  <ns0:pt x="1035360" y="934333"/>
                </ns0:lnTo>
                <ns0:lnTo>
                  <ns0:pt x="1033920" y="934334"/>
                </ns0:lnTo>
                <ns0:lnTo>
                  <ns0:pt x="1032480" y="934331"/>
                </ns0:lnTo>
                <ns0:lnTo>
                  <ns0:pt x="1031040" y="934306"/>
                </ns0:lnTo>
                <ns0:lnTo>
                  <ns0:pt x="1029600" y="934231"/>
                </ns0:lnTo>
                <ns0:lnTo>
                  <ns0:pt x="1028160" y="934102"/>
                </ns0:lnTo>
                <ns0:lnTo>
                  <ns0:pt x="1026720" y="933958"/>
                </ns0:lnTo>
                <ns0:lnTo>
                  <ns0:pt x="1025280" y="933843"/>
                </ns0:lnTo>
                <ns0:lnTo>
                  <ns0:pt x="1023840" y="933786"/>
                </ns0:lnTo>
                <ns0:lnTo>
                  <ns0:pt x="1022400" y="933799"/>
                </ns0:lnTo>
                <ns0:lnTo>
                  <ns0:pt x="1020960" y="933871"/>
                </ns0:lnTo>
                <ns0:lnTo>
                  <ns0:pt x="1019520" y="933979"/>
                </ns0:lnTo>
                <ns0:lnTo>
                  <ns0:pt x="1018080" y="934106"/>
                </ns0:lnTo>
                <ns0:lnTo>
                  <ns0:pt x="1016640" y="934247"/>
                </ns0:lnTo>
                <ns0:lnTo>
                  <ns0:pt x="1015200" y="934401"/>
                </ns0:lnTo>
                <ns0:lnTo>
                  <ns0:pt x="1013760" y="934565"/>
                </ns0:lnTo>
                <ns0:lnTo>
                  <ns0:pt x="1012320" y="934696"/>
                </ns0:lnTo>
                <ns0:lnTo>
                  <ns0:pt x="1010880" y="934671"/>
                </ns0:lnTo>
                <ns0:lnTo>
                  <ns0:pt x="1009440" y="934392"/>
                </ns0:lnTo>
                <ns0:lnTo>
                  <ns0:pt x="1008000" y="933845"/>
                </ns0:lnTo>
                <ns0:lnTo>
                  <ns0:pt x="1006560" y="933081"/>
                </ns0:lnTo>
                <ns0:lnTo>
                  <ns0:pt x="1005120" y="932173"/>
                </ns0:lnTo>
                <ns0:lnTo>
                  <ns0:pt x="1003680" y="931211"/>
                </ns0:lnTo>
                <ns0:lnTo>
                  <ns0:pt x="1002240" y="930276"/>
                </ns0:lnTo>
                <ns0:lnTo>
                  <ns0:pt x="1000800" y="929437"/>
                </ns0:lnTo>
                <ns0:lnTo>
                  <ns0:pt x="999360" y="928738"/>
                </ns0:lnTo>
                <ns0:lnTo>
                  <ns0:pt x="997920" y="928199"/>
                </ns0:lnTo>
                <ns0:lnTo>
                  <ns0:pt x="996480" y="927807"/>
                </ns0:lnTo>
                <ns0:lnTo>
                  <ns0:pt x="995040" y="927537"/>
                </ns0:lnTo>
                <ns0:lnTo>
                  <ns0:pt x="993600" y="927360"/>
                </ns0:lnTo>
                <ns0:lnTo>
                  <ns0:pt x="992160" y="927255"/>
                </ns0:lnTo>
                <ns0:lnTo>
                  <ns0:pt x="990720" y="927210"/>
                </ns0:lnTo>
                <ns0:lnTo>
                  <ns0:pt x="989280" y="927215"/>
                </ns0:lnTo>
                <ns0:lnTo>
                  <ns0:pt x="987840" y="927258"/>
                </ns0:lnTo>
                <ns0:lnTo>
                  <ns0:pt x="986400" y="927317"/>
                </ns0:lnTo>
                <ns0:lnTo>
                  <ns0:pt x="984960" y="927346"/>
                </ns0:lnTo>
                <ns0:lnTo>
                  <ns0:pt x="983520" y="927310"/>
                </ns0:lnTo>
                <ns0:lnTo>
                  <ns0:pt x="982080" y="927228"/>
                </ns0:lnTo>
                <ns0:lnTo>
                  <ns0:pt x="980640" y="927148"/>
                </ns0:lnTo>
                <ns0:lnTo>
                  <ns0:pt x="979200" y="927106"/>
                </ns0:lnTo>
                <ns0:lnTo>
                  <ns0:pt x="977760" y="927110"/>
                </ns0:lnTo>
                <ns0:lnTo>
                  <ns0:pt x="976320" y="927161"/>
                </ns0:lnTo>
                <ns0:lnTo>
                  <ns0:pt x="974880" y="927279"/>
                </ns0:lnTo>
                <ns0:lnTo>
                  <ns0:pt x="973440" y="927490"/>
                </ns0:lnTo>
                <ns0:lnTo>
                  <ns0:pt x="972000" y="927803"/>
                </ns0:lnTo>
                <ns0:lnTo>
                  <ns0:pt x="970560" y="928167"/>
                </ns0:lnTo>
                <ns0:lnTo>
                  <ns0:pt x="969120" y="928464"/>
                </ns0:lnTo>
                <ns0:lnTo>
                  <ns0:pt x="967680" y="928586"/>
                </ns0:lnTo>
                <ns0:lnTo>
                  <ns0:pt x="966240" y="928429"/>
                </ns0:lnTo>
                <ns0:lnTo>
                  <ns0:pt x="964800" y="927939"/>
                </ns0:lnTo>
                <ns0:lnTo>
                  <ns0:pt x="963360" y="927125"/>
                </ns0:lnTo>
                <ns0:lnTo>
                  <ns0:pt x="961920" y="926053"/>
                </ns0:lnTo>
                <ns0:lnTo>
                  <ns0:pt x="960480" y="924820"/>
                </ns0:lnTo>
                <ns0:lnTo>
                  <ns0:pt x="959040" y="923521"/>
                </ns0:lnTo>
                <ns0:lnTo>
                  <ns0:pt x="957600" y="922246"/>
                </ns0:lnTo>
                <ns0:lnTo>
                  <ns0:pt x="956160" y="921061"/>
                </ns0:lnTo>
                <ns0:lnTo>
                  <ns0:pt x="954720" y="920019"/>
                </ns0:lnTo>
                <ns0:lnTo>
                  <ns0:pt x="953280" y="919145"/>
                </ns0:lnTo>
                <ns0:lnTo>
                  <ns0:pt x="951840" y="918438"/>
                </ns0:lnTo>
                <ns0:lnTo>
                  <ns0:pt x="950400" y="917887"/>
                </ns0:lnTo>
                <ns0:lnTo>
                  <ns0:pt x="948960" y="917493"/>
                </ns0:lnTo>
                <ns0:lnTo>
                  <ns0:pt x="947520" y="917267"/>
                </ns0:lnTo>
                <ns0:lnTo>
                  <ns0:pt x="946080" y="917201"/>
                </ns0:lnTo>
                <ns0:lnTo>
                  <ns0:pt x="944640" y="917261"/>
                </ns0:lnTo>
                <ns0:lnTo>
                  <ns0:pt x="943200" y="917393"/>
                </ns0:lnTo>
                <ns0:lnTo>
                  <ns0:pt x="941760" y="917536"/>
                </ns0:lnTo>
                <ns0:lnTo>
                  <ns0:pt x="940320" y="917651"/>
                </ns0:lnTo>
                <ns0:lnTo>
                  <ns0:pt x="938880" y="917728"/>
                </ns0:lnTo>
                <ns0:lnTo>
                  <ns0:pt x="937440" y="917779"/>
                </ns0:lnTo>
                <ns0:lnTo>
                  <ns0:pt x="936000" y="917806"/>
                </ns0:lnTo>
                <ns0:lnTo>
                  <ns0:pt x="934560" y="917805"/>
                </ns0:lnTo>
                <ns0:lnTo>
                  <ns0:pt x="933120" y="917821"/>
                </ns0:lnTo>
                <ns0:lnTo>
                  <ns0:pt x="931680" y="917901"/>
                </ns0:lnTo>
                <ns0:lnTo>
                  <ns0:pt x="930240" y="918020"/>
                </ns0:lnTo>
                <ns0:lnTo>
                  <ns0:pt x="928800" y="918106"/>
                </ns0:lnTo>
                <ns0:lnTo>
                  <ns0:pt x="927360" y="918063"/>
                </ns0:lnTo>
                <ns0:lnTo>
                  <ns0:pt x="925920" y="917806"/>
                </ns0:lnTo>
                <ns0:lnTo>
                  <ns0:pt x="924480" y="917294"/>
                </ns0:lnTo>
                <ns0:lnTo>
                  <ns0:pt x="923040" y="916532"/>
                </ns0:lnTo>
                <ns0:lnTo>
                  <ns0:pt x="921600" y="915549"/>
                </ns0:lnTo>
                <ns0:lnTo>
                  <ns0:pt x="920160" y="914397"/>
                </ns0:lnTo>
                <ns0:lnTo>
                  <ns0:pt x="918720" y="913146"/>
                </ns0:lnTo>
                <ns0:lnTo>
                  <ns0:pt x="917280" y="911870"/>
                </ns0:lnTo>
                <ns0:lnTo>
                  <ns0:pt x="915840" y="910653"/>
                </ns0:lnTo>
                <ns0:lnTo>
                  <ns0:pt x="914400" y="909530"/>
                </ns0:lnTo>
                <ns0:lnTo>
                  <ns0:pt x="912960" y="908533"/>
                </ns0:lnTo>
                <ns0:lnTo>
                  <ns0:pt x="911520" y="907690"/>
                </ns0:lnTo>
                <ns0:lnTo>
                  <ns0:pt x="910080" y="907027"/>
                </ns0:lnTo>
                <ns0:lnTo>
                  <ns0:pt x="908640" y="906555"/>
                </ns0:lnTo>
                <ns0:lnTo>
                  <ns0:pt x="907200" y="906272"/>
                </ns0:lnTo>
                <ns0:lnTo>
                  <ns0:pt x="905760" y="906158"/>
                </ns0:lnTo>
                <ns0:lnTo>
                  <ns0:pt x="904320" y="906176"/>
                </ns0:lnTo>
                <ns0:lnTo>
                  <ns0:pt x="902880" y="906267"/>
                </ns0:lnTo>
                <ns0:lnTo>
                  <ns0:pt x="901440" y="906376"/>
                </ns0:lnTo>
                <ns0:lnTo>
                  <ns0:pt x="900000" y="906456"/>
                </ns0:lnTo>
                <ns0:lnTo>
                  <ns0:pt x="898560" y="906476"/>
                </ns0:lnTo>
                <ns0:lnTo>
                  <ns0:pt x="897120" y="906420"/>
                </ns0:lnTo>
                <ns0:lnTo>
                  <ns0:pt x="895680" y="906296"/>
                </ns0:lnTo>
                <ns0:lnTo>
                  <ns0:pt x="894240" y="906172"/>
                </ns0:lnTo>
                <ns0:lnTo>
                  <ns0:pt x="892800" y="906148"/>
                </ns0:lnTo>
                <ns0:lnTo>
                  <ns0:pt x="891360" y="906312"/>
                </ns0:lnTo>
                <ns0:lnTo>
                  <ns0:pt x="889920" y="906731"/>
                </ns0:lnTo>
                <ns0:lnTo>
                  <ns0:pt x="888480" y="907435"/>
                </ns0:lnTo>
                <ns0:lnTo>
                  <ns0:pt x="887040" y="908433"/>
                </ns0:lnTo>
                <ns0:lnTo>
                  <ns0:pt x="885600" y="909714"/>
                </ns0:lnTo>
                <ns0:lnTo>
                  <ns0:pt x="884160" y="911261"/>
                </ns0:lnTo>
                <ns0:lnTo>
                  <ns0:pt x="882720" y="913038"/>
                </ns0:lnTo>
                <ns0:lnTo>
                  <ns0:pt x="881280" y="914531"/>
                </ns0:lnTo>
                <ns0:lnTo>
                  <ns0:pt x="879840" y="916185"/>
                </ns0:lnTo>
                <ns0:lnTo>
                  <ns0:pt x="878400" y="917977"/>
                </ns0:lnTo>
                <ns0:lnTo>
                  <ns0:pt x="876960" y="919880"/>
                </ns0:lnTo>
                <ns0:lnTo>
                  <ns0:pt x="875520" y="921854"/>
                </ns0:lnTo>
                <ns0:lnTo>
                  <ns0:pt x="874080" y="923849"/>
                </ns0:lnTo>
                <ns0:lnTo>
                  <ns0:pt x="872640" y="925811"/>
                </ns0:lnTo>
                <ns0:lnTo>
                  <ns0:pt x="871200" y="927688"/>
                </ns0:lnTo>
                <ns0:lnTo>
                  <ns0:pt x="869760" y="929432"/>
                </ns0:lnTo>
                <ns0:lnTo>
                  <ns0:pt x="868320" y="931008"/>
                </ns0:lnTo>
                <ns0:lnTo>
                  <ns0:pt x="866880" y="932385"/>
                </ns0:lnTo>
                <ns0:lnTo>
                  <ns0:pt x="865440" y="933547"/>
                </ns0:lnTo>
                <ns0:lnTo>
                  <ns0:pt x="864000" y="936289"/>
                </ns0:lnTo>
                <ns0:lnTo>
                  <ns0:pt x="862560" y="936289"/>
                </ns0:lnTo>
                <ns0:lnTo>
                  <ns0:pt x="861120" y="936289"/>
                </ns0:lnTo>
                <ns0:lnTo>
                  <ns0:pt x="859680" y="936289"/>
                </ns0:lnTo>
                <ns0:lnTo>
                  <ns0:pt x="858240" y="936289"/>
                </ns0:lnTo>
                <ns0:lnTo>
                  <ns0:pt x="856800" y="936289"/>
                </ns0:lnTo>
                <ns0:lnTo>
                  <ns0:pt x="855360" y="936289"/>
                </ns0:lnTo>
                <ns0:lnTo>
                  <ns0:pt x="853920" y="936289"/>
                </ns0:lnTo>
                <ns0:lnTo>
                  <ns0:pt x="852480" y="936289"/>
                </ns0:lnTo>
                <ns0:lnTo>
                  <ns0:pt x="851040" y="936289"/>
                </ns0:lnTo>
                <ns0:lnTo>
                  <ns0:pt x="849600" y="936289"/>
                </ns0:lnTo>
                <ns0:lnTo>
                  <ns0:pt x="848160" y="936289"/>
                </ns0:lnTo>
                <ns0:lnTo>
                  <ns0:pt x="846720" y="936289"/>
                </ns0:lnTo>
                <ns0:lnTo>
                  <ns0:pt x="845280" y="936289"/>
                </ns0:lnTo>
                <ns0:lnTo>
                  <ns0:pt x="843840" y="936289"/>
                </ns0:lnTo>
                <ns0:lnTo>
                  <ns0:pt x="842400" y="936288"/>
                </ns0:lnTo>
                <ns0:lnTo>
                  <ns0:pt x="840960" y="936288"/>
                </ns0:lnTo>
                <ns0:lnTo>
                  <ns0:pt x="839520" y="936288"/>
                </ns0:lnTo>
                <ns0:lnTo>
                  <ns0:pt x="838080" y="936288"/>
                </ns0:lnTo>
                <ns0:lnTo>
                  <ns0:pt x="836640" y="936288"/>
                </ns0:lnTo>
                <ns0:lnTo>
                  <ns0:pt x="835200" y="936288"/>
                </ns0:lnTo>
                <ns0:lnTo>
                  <ns0:pt x="833760" y="936288"/>
                </ns0:lnTo>
                <ns0:lnTo>
                  <ns0:pt x="832320" y="936288"/>
                </ns0:lnTo>
                <ns0:lnTo>
                  <ns0:pt x="830880" y="936288"/>
                </ns0:lnTo>
                <ns0:lnTo>
                  <ns0:pt x="829440" y="936288"/>
                </ns0:lnTo>
                <ns0:lnTo>
                  <ns0:pt x="828000" y="936288"/>
                </ns0:lnTo>
                <ns0:lnTo>
                  <ns0:pt x="826560" y="936287"/>
                </ns0:lnTo>
                <ns0:lnTo>
                  <ns0:pt x="825120" y="936287"/>
                </ns0:lnTo>
                <ns0:lnTo>
                  <ns0:pt x="823680" y="936287"/>
                </ns0:lnTo>
                <ns0:lnTo>
                  <ns0:pt x="822240" y="936287"/>
                </ns0:lnTo>
                <ns0:lnTo>
                  <ns0:pt x="820800" y="936287"/>
                </ns0:lnTo>
                <ns0:lnTo>
                  <ns0:pt x="819360" y="936287"/>
                </ns0:lnTo>
                <ns0:lnTo>
                  <ns0:pt x="817920" y="936287"/>
                </ns0:lnTo>
                <ns0:lnTo>
                  <ns0:pt x="816480" y="936286"/>
                </ns0:lnTo>
                <ns0:lnTo>
                  <ns0:pt x="815040" y="936286"/>
                </ns0:lnTo>
                <ns0:lnTo>
                  <ns0:pt x="813600" y="936286"/>
                </ns0:lnTo>
                <ns0:lnTo>
                  <ns0:pt x="812160" y="936286"/>
                </ns0:lnTo>
                <ns0:lnTo>
                  <ns0:pt x="810720" y="936286"/>
                </ns0:lnTo>
                <ns0:lnTo>
                  <ns0:pt x="809280" y="936286"/>
                </ns0:lnTo>
                <ns0:lnTo>
                  <ns0:pt x="807840" y="936286"/>
                </ns0:lnTo>
                <ns0:lnTo>
                  <ns0:pt x="806400" y="936285"/>
                </ns0:lnTo>
                <ns0:lnTo>
                  <ns0:pt x="804960" y="936285"/>
                </ns0:lnTo>
                <ns0:lnTo>
                  <ns0:pt x="803520" y="936285"/>
                </ns0:lnTo>
                <ns0:lnTo>
                  <ns0:pt x="802080" y="936285"/>
                </ns0:lnTo>
                <ns0:lnTo>
                  <ns0:pt x="800640" y="936285"/>
                </ns0:lnTo>
                <ns0:lnTo>
                  <ns0:pt x="799200" y="936285"/>
                </ns0:lnTo>
                <ns0:lnTo>
                  <ns0:pt x="797760" y="936284"/>
                </ns0:lnTo>
                <ns0:lnTo>
                  <ns0:pt x="796320" y="936284"/>
                </ns0:lnTo>
                <ns0:lnTo>
                  <ns0:pt x="794880" y="936284"/>
                </ns0:lnTo>
                <ns0:lnTo>
                  <ns0:pt x="793440" y="936284"/>
                </ns0:lnTo>
                <ns0:lnTo>
                  <ns0:pt x="792000" y="936284"/>
                </ns0:lnTo>
                <ns0:lnTo>
                  <ns0:pt x="790560" y="936283"/>
                </ns0:lnTo>
                <ns0:lnTo>
                  <ns0:pt x="789120" y="936283"/>
                </ns0:lnTo>
                <ns0:lnTo>
                  <ns0:pt x="787680" y="936283"/>
                </ns0:lnTo>
                <ns0:lnTo>
                  <ns0:pt x="786240" y="936283"/>
                </ns0:lnTo>
                <ns0:lnTo>
                  <ns0:pt x="784800" y="936283"/>
                </ns0:lnTo>
                <ns0:lnTo>
                  <ns0:pt x="783360" y="936282"/>
                </ns0:lnTo>
                <ns0:lnTo>
                  <ns0:pt x="781920" y="936282"/>
                </ns0:lnTo>
                <ns0:lnTo>
                  <ns0:pt x="780480" y="936282"/>
                </ns0:lnTo>
                <ns0:lnTo>
                  <ns0:pt x="779040" y="936282"/>
                </ns0:lnTo>
                <ns0:lnTo>
                  <ns0:pt x="777600" y="936282"/>
                </ns0:lnTo>
                <ns0:lnTo>
                  <ns0:pt x="776160" y="936281"/>
                </ns0:lnTo>
                <ns0:lnTo>
                  <ns0:pt x="774720" y="936281"/>
                </ns0:lnTo>
                <ns0:lnTo>
                  <ns0:pt x="773280" y="936281"/>
                </ns0:lnTo>
                <ns0:lnTo>
                  <ns0:pt x="771840" y="936281"/>
                </ns0:lnTo>
                <ns0:lnTo>
                  <ns0:pt x="770400" y="936281"/>
                </ns0:lnTo>
                <ns0:lnTo>
                  <ns0:pt x="768960" y="936281"/>
                </ns0:lnTo>
                <ns0:lnTo>
                  <ns0:pt x="767520" y="936280"/>
                </ns0:lnTo>
                <ns0:lnTo>
                  <ns0:pt x="766080" y="936280"/>
                </ns0:lnTo>
                <ns0:lnTo>
                  <ns0:pt x="764640" y="936280"/>
                </ns0:lnTo>
                <ns0:lnTo>
                  <ns0:pt x="763200" y="936280"/>
                </ns0:lnTo>
                <ns0:lnTo>
                  <ns0:pt x="761760" y="936280"/>
                </ns0:lnTo>
                <ns0:lnTo>
                  <ns0:pt x="760320" y="936280"/>
                </ns0:lnTo>
                <ns0:lnTo>
                  <ns0:pt x="758880" y="936280"/>
                </ns0:lnTo>
                <ns0:lnTo>
                  <ns0:pt x="757440" y="936280"/>
                </ns0:lnTo>
                <ns0:lnTo>
                  <ns0:pt x="756000" y="936280"/>
                </ns0:lnTo>
                <ns0:lnTo>
                  <ns0:pt x="754560" y="936279"/>
                </ns0:lnTo>
                <ns0:lnTo>
                  <ns0:pt x="753120" y="936279"/>
                </ns0:lnTo>
                <ns0:lnTo>
                  <ns0:pt x="751680" y="936279"/>
                </ns0:lnTo>
                <ns0:lnTo>
                  <ns0:pt x="750240" y="936279"/>
                </ns0:lnTo>
                <ns0:lnTo>
                  <ns0:pt x="748800" y="936279"/>
                </ns0:lnTo>
                <ns0:lnTo>
                  <ns0:pt x="747360" y="936279"/>
                </ns0:lnTo>
                <ns0:lnTo>
                  <ns0:pt x="745920" y="936278"/>
                </ns0:lnTo>
                <ns0:lnTo>
                  <ns0:pt x="744480" y="936278"/>
                </ns0:lnTo>
                <ns0:lnTo>
                  <ns0:pt x="743040" y="936278"/>
                </ns0:lnTo>
                <ns0:lnTo>
                  <ns0:pt x="741600" y="936278"/>
                </ns0:lnTo>
                <ns0:lnTo>
                  <ns0:pt x="740160" y="936278"/>
                </ns0:lnTo>
                <ns0:lnTo>
                  <ns0:pt x="738720" y="936278"/>
                </ns0:lnTo>
                <ns0:lnTo>
                  <ns0:pt x="737280" y="936278"/>
                </ns0:lnTo>
                <ns0:lnTo>
                  <ns0:pt x="735840" y="936278"/>
                </ns0:lnTo>
                <ns0:lnTo>
                  <ns0:pt x="734400" y="936278"/>
                </ns0:lnTo>
                <ns0:lnTo>
                  <ns0:pt x="732960" y="936278"/>
                </ns0:lnTo>
                <ns0:lnTo>
                  <ns0:pt x="731520" y="936278"/>
                </ns0:lnTo>
                <ns0:lnTo>
                  <ns0:pt x="730080" y="936278"/>
                </ns0:lnTo>
                <ns0:lnTo>
                  <ns0:pt x="728640" y="936278"/>
                </ns0:lnTo>
                <ns0:lnTo>
                  <ns0:pt x="727200" y="936278"/>
                </ns0:lnTo>
                <ns0:lnTo>
                  <ns0:pt x="725760" y="936278"/>
                </ns0:lnTo>
                <ns0:lnTo>
                  <ns0:pt x="724320" y="936278"/>
                </ns0:lnTo>
                <ns0:lnTo>
                  <ns0:pt x="722880" y="936278"/>
                </ns0:lnTo>
                <ns0:lnTo>
                  <ns0:pt x="721440" y="936277"/>
                </ns0:lnTo>
                <ns0:lnTo>
                  <ns0:pt x="720000" y="936277"/>
                </ns0:lnTo>
                <ns0:lnTo>
                  <ns0:pt x="718560" y="936277"/>
                </ns0:lnTo>
                <ns0:lnTo>
                  <ns0:pt x="717120" y="936276"/>
                </ns0:lnTo>
                <ns0:lnTo>
                  <ns0:pt x="715680" y="936276"/>
                </ns0:lnTo>
                <ns0:lnTo>
                  <ns0:pt x="714240" y="936275"/>
                </ns0:lnTo>
                <ns0:lnTo>
                  <ns0:pt x="712800" y="936274"/>
                </ns0:lnTo>
                <ns0:lnTo>
                  <ns0:pt x="711360" y="936274"/>
                </ns0:lnTo>
                <ns0:lnTo>
                  <ns0:pt x="709920" y="936273"/>
                </ns0:lnTo>
                <ns0:lnTo>
                  <ns0:pt x="708480" y="936273"/>
                </ns0:lnTo>
                <ns0:lnTo>
                  <ns0:pt x="707040" y="936272"/>
                </ns0:lnTo>
                <ns0:lnTo>
                  <ns0:pt x="705600" y="936272"/>
                </ns0:lnTo>
                <ns0:lnTo>
                  <ns0:pt x="704160" y="936271"/>
                </ns0:lnTo>
                <ns0:lnTo>
                  <ns0:pt x="702720" y="936271"/>
                </ns0:lnTo>
                <ns0:lnTo>
                  <ns0:pt x="701280" y="936270"/>
                </ns0:lnTo>
                <ns0:lnTo>
                  <ns0:pt x="699840" y="936270"/>
                </ns0:lnTo>
                <ns0:lnTo>
                  <ns0:pt x="698400" y="936269"/>
                </ns0:lnTo>
                <ns0:lnTo>
                  <ns0:pt x="696960" y="936269"/>
                </ns0:lnTo>
                <ns0:lnTo>
                  <ns0:pt x="695520" y="936269"/>
                </ns0:lnTo>
                <ns0:lnTo>
                  <ns0:pt x="694080" y="936268"/>
                </ns0:lnTo>
                <ns0:lnTo>
                  <ns0:pt x="692640" y="936268"/>
                </ns0:lnTo>
                <ns0:lnTo>
                  <ns0:pt x="691200" y="936268"/>
                </ns0:lnTo>
                <ns0:lnTo>
                  <ns0:pt x="689760" y="936267"/>
                </ns0:lnTo>
                <ns0:lnTo>
                  <ns0:pt x="688320" y="936267"/>
                </ns0:lnTo>
                <ns0:lnTo>
                  <ns0:pt x="686880" y="936267"/>
                </ns0:lnTo>
                <ns0:lnTo>
                  <ns0:pt x="685440" y="936267"/>
                </ns0:lnTo>
                <ns0:lnTo>
                  <ns0:pt x="684000" y="936267"/>
                </ns0:lnTo>
                <ns0:lnTo>
                  <ns0:pt x="682560" y="936267"/>
                </ns0:lnTo>
                <ns0:lnTo>
                  <ns0:pt x="681120" y="936266"/>
                </ns0:lnTo>
                <ns0:lnTo>
                  <ns0:pt x="679680" y="936266"/>
                </ns0:lnTo>
                <ns0:lnTo>
                  <ns0:pt x="678240" y="936266"/>
                </ns0:lnTo>
                <ns0:lnTo>
                  <ns0:pt x="676800" y="936266"/>
                </ns0:lnTo>
                <ns0:lnTo>
                  <ns0:pt x="675360" y="936265"/>
                </ns0:lnTo>
                <ns0:lnTo>
                  <ns0:pt x="673920" y="936265"/>
                </ns0:lnTo>
                <ns0:lnTo>
                  <ns0:pt x="672480" y="936265"/>
                </ns0:lnTo>
                <ns0:lnTo>
                  <ns0:pt x="671040" y="936264"/>
                </ns0:lnTo>
                <ns0:lnTo>
                  <ns0:pt x="669600" y="936264"/>
                </ns0:lnTo>
                <ns0:lnTo>
                  <ns0:pt x="668160" y="936264"/>
                </ns0:lnTo>
                <ns0:lnTo>
                  <ns0:pt x="666720" y="936263"/>
                </ns0:lnTo>
                <ns0:lnTo>
                  <ns0:pt x="665280" y="936263"/>
                </ns0:lnTo>
                <ns0:lnTo>
                  <ns0:pt x="663840" y="936263"/>
                </ns0:lnTo>
                <ns0:lnTo>
                  <ns0:pt x="662400" y="936262"/>
                </ns0:lnTo>
                <ns0:lnTo>
                  <ns0:pt x="660960" y="936262"/>
                </ns0:lnTo>
                <ns0:lnTo>
                  <ns0:pt x="659520" y="936262"/>
                </ns0:lnTo>
                <ns0:lnTo>
                  <ns0:pt x="658080" y="936261"/>
                </ns0:lnTo>
                <ns0:lnTo>
                  <ns0:pt x="656640" y="936261"/>
                </ns0:lnTo>
                <ns0:lnTo>
                  <ns0:pt x="655200" y="936261"/>
                </ns0:lnTo>
                <ns0:lnTo>
                  <ns0:pt x="653760" y="936260"/>
                </ns0:lnTo>
                <ns0:lnTo>
                  <ns0:pt x="652320" y="936260"/>
                </ns0:lnTo>
                <ns0:lnTo>
                  <ns0:pt x="650880" y="936259"/>
                </ns0:lnTo>
                <ns0:lnTo>
                  <ns0:pt x="649440" y="936259"/>
                </ns0:lnTo>
                <ns0:lnTo>
                  <ns0:pt x="648000" y="936259"/>
                </ns0:lnTo>
                <ns0:lnTo>
                  <ns0:pt x="646560" y="936258"/>
                </ns0:lnTo>
                <ns0:lnTo>
                  <ns0:pt x="645120" y="936258"/>
                </ns0:lnTo>
                <ns0:lnTo>
                  <ns0:pt x="643680" y="936257"/>
                </ns0:lnTo>
                <ns0:lnTo>
                  <ns0:pt x="642240" y="936257"/>
                </ns0:lnTo>
                <ns0:lnTo>
                  <ns0:pt x="640800" y="936256"/>
                </ns0:lnTo>
                <ns0:lnTo>
                  <ns0:pt x="639360" y="936256"/>
                </ns0:lnTo>
                <ns0:lnTo>
                  <ns0:pt x="637920" y="936256"/>
                </ns0:lnTo>
                <ns0:lnTo>
                  <ns0:pt x="636480" y="936255"/>
                </ns0:lnTo>
                <ns0:lnTo>
                  <ns0:pt x="635040" y="936255"/>
                </ns0:lnTo>
                <ns0:lnTo>
                  <ns0:pt x="633600" y="936254"/>
                </ns0:lnTo>
                <ns0:lnTo>
                  <ns0:pt x="632160" y="936254"/>
                </ns0:lnTo>
                <ns0:lnTo>
                  <ns0:pt x="630720" y="936253"/>
                </ns0:lnTo>
                <ns0:lnTo>
                  <ns0:pt x="629280" y="936253"/>
                </ns0:lnTo>
                <ns0:lnTo>
                  <ns0:pt x="627840" y="936252"/>
                </ns0:lnTo>
                <ns0:lnTo>
                  <ns0:pt x="626400" y="936252"/>
                </ns0:lnTo>
                <ns0:lnTo>
                  <ns0:pt x="624960" y="936251"/>
                </ns0:lnTo>
                <ns0:lnTo>
                  <ns0:pt x="623520" y="936251"/>
                </ns0:lnTo>
                <ns0:lnTo>
                  <ns0:pt x="622080" y="936250"/>
                </ns0:lnTo>
                <ns0:lnTo>
                  <ns0:pt x="620640" y="936250"/>
                </ns0:lnTo>
                <ns0:lnTo>
                  <ns0:pt x="619200" y="936249"/>
                </ns0:lnTo>
                <ns0:lnTo>
                  <ns0:pt x="617760" y="936248"/>
                </ns0:lnTo>
                <ns0:lnTo>
                  <ns0:pt x="616320" y="936248"/>
                </ns0:lnTo>
                <ns0:lnTo>
                  <ns0:pt x="614880" y="936247"/>
                </ns0:lnTo>
                <ns0:lnTo>
                  <ns0:pt x="613440" y="936246"/>
                </ns0:lnTo>
                <ns0:lnTo>
                  <ns0:pt x="612000" y="936246"/>
                </ns0:lnTo>
                <ns0:lnTo>
                  <ns0:pt x="610560" y="936245"/>
                </ns0:lnTo>
                <ns0:lnTo>
                  <ns0:pt x="609120" y="936244"/>
                </ns0:lnTo>
                <ns0:lnTo>
                  <ns0:pt x="607680" y="936243"/>
                </ns0:lnTo>
                <ns0:lnTo>
                  <ns0:pt x="606240" y="936242"/>
                </ns0:lnTo>
                <ns0:lnTo>
                  <ns0:pt x="604800" y="936241"/>
                </ns0:lnTo>
                <ns0:lnTo>
                  <ns0:pt x="603360" y="936240"/>
                </ns0:lnTo>
                <ns0:lnTo>
                  <ns0:pt x="601920" y="936239"/>
                </ns0:lnTo>
                <ns0:lnTo>
                  <ns0:pt x="600480" y="936238"/>
                </ns0:lnTo>
                <ns0:lnTo>
                  <ns0:pt x="599040" y="936236"/>
                </ns0:lnTo>
                <ns0:lnTo>
                  <ns0:pt x="597600" y="936235"/>
                </ns0:lnTo>
                <ns0:lnTo>
                  <ns0:pt x="596160" y="936233"/>
                </ns0:lnTo>
                <ns0:lnTo>
                  <ns0:pt x="594720" y="936232"/>
                </ns0:lnTo>
                <ns0:lnTo>
                  <ns0:pt x="593280" y="936230"/>
                </ns0:lnTo>
                <ns0:lnTo>
                  <ns0:pt x="591840" y="936228"/>
                </ns0:lnTo>
                <ns0:lnTo>
                  <ns0:pt x="590400" y="936227"/>
                </ns0:lnTo>
                <ns0:lnTo>
                  <ns0:pt x="588960" y="936225"/>
                </ns0:lnTo>
                <ns0:lnTo>
                  <ns0:pt x="587520" y="936223"/>
                </ns0:lnTo>
                <ns0:lnTo>
                  <ns0:pt x="586080" y="936221"/>
                </ns0:lnTo>
                <ns0:lnTo>
                  <ns0:pt x="584640" y="936218"/>
                </ns0:lnTo>
                <ns0:lnTo>
                  <ns0:pt x="583200" y="936216"/>
                </ns0:lnTo>
                <ns0:lnTo>
                  <ns0:pt x="581760" y="936213"/>
                </ns0:lnTo>
                <ns0:lnTo>
                  <ns0:pt x="580320" y="936211"/>
                </ns0:lnTo>
                <ns0:lnTo>
                  <ns0:pt x="578880" y="936208"/>
                </ns0:lnTo>
                <ns0:lnTo>
                  <ns0:pt x="577440" y="936205"/>
                </ns0:lnTo>
                <ns0:lnTo>
                  <ns0:pt x="576000" y="936202"/>
                </ns0:lnTo>
                <ns0:lnTo>
                  <ns0:pt x="574560" y="936199"/>
                </ns0:lnTo>
                <ns0:lnTo>
                  <ns0:pt x="573120" y="936195"/>
                </ns0:lnTo>
                <ns0:lnTo>
                  <ns0:pt x="571680" y="936192"/>
                </ns0:lnTo>
                <ns0:lnTo>
                  <ns0:pt x="570240" y="936188"/>
                </ns0:lnTo>
                <ns0:lnTo>
                  <ns0:pt x="568800" y="936185"/>
                </ns0:lnTo>
                <ns0:lnTo>
                  <ns0:pt x="567360" y="936181"/>
                </ns0:lnTo>
                <ns0:lnTo>
                  <ns0:pt x="565920" y="936177"/>
                </ns0:lnTo>
                <ns0:lnTo>
                  <ns0:pt x="564480" y="936173"/>
                </ns0:lnTo>
                <ns0:lnTo>
                  <ns0:pt x="563040" y="936169"/>
                </ns0:lnTo>
                <ns0:lnTo>
                  <ns0:pt x="561600" y="936165"/>
                </ns0:lnTo>
                <ns0:lnTo>
                  <ns0:pt x="560160" y="936161"/>
                </ns0:lnTo>
                <ns0:lnTo>
                  <ns0:pt x="558720" y="936157"/>
                </ns0:lnTo>
                <ns0:lnTo>
                  <ns0:pt x="557280" y="936153"/>
                </ns0:lnTo>
                <ns0:lnTo>
                  <ns0:pt x="555840" y="936149"/>
                </ns0:lnTo>
                <ns0:lnTo>
                  <ns0:pt x="554400" y="936144"/>
                </ns0:lnTo>
                <ns0:lnTo>
                  <ns0:pt x="552960" y="936140"/>
                </ns0:lnTo>
                <ns0:lnTo>
                  <ns0:pt x="551520" y="936135"/>
                </ns0:lnTo>
                <ns0:lnTo>
                  <ns0:pt x="550080" y="936130"/>
                </ns0:lnTo>
                <ns0:lnTo>
                  <ns0:pt x="548640" y="936125"/>
                </ns0:lnTo>
                <ns0:lnTo>
                  <ns0:pt x="547200" y="936119"/>
                </ns0:lnTo>
                <ns0:lnTo>
                  <ns0:pt x="545760" y="936114"/>
                </ns0:lnTo>
                <ns0:lnTo>
                  <ns0:pt x="544320" y="936108"/>
                </ns0:lnTo>
                <ns0:lnTo>
                  <ns0:pt x="542880" y="936102"/>
                </ns0:lnTo>
                <ns0:lnTo>
                  <ns0:pt x="541440" y="936095"/>
                </ns0:lnTo>
                <ns0:lnTo>
                  <ns0:pt x="540000" y="936089"/>
                </ns0:lnTo>
                <ns0:lnTo>
                  <ns0:pt x="538560" y="936082"/>
                </ns0:lnTo>
                <ns0:lnTo>
                  <ns0:pt x="537120" y="936076"/>
                </ns0:lnTo>
                <ns0:lnTo>
                  <ns0:pt x="535680" y="936069"/>
                </ns0:lnTo>
                <ns0:lnTo>
                  <ns0:pt x="534240" y="936062"/>
                </ns0:lnTo>
                <ns0:lnTo>
                  <ns0:pt x="532800" y="936055"/>
                </ns0:lnTo>
                <ns0:lnTo>
                  <ns0:pt x="531360" y="936049"/>
                </ns0:lnTo>
                <ns0:lnTo>
                  <ns0:pt x="529920" y="936042"/>
                </ns0:lnTo>
                <ns0:lnTo>
                  <ns0:pt x="528480" y="936035"/>
                </ns0:lnTo>
                <ns0:lnTo>
                  <ns0:pt x="527040" y="936029"/>
                </ns0:lnTo>
                <ns0:lnTo>
                  <ns0:pt x="525600" y="936022"/>
                </ns0:lnTo>
                <ns0:lnTo>
                  <ns0:pt x="524160" y="936016"/>
                </ns0:lnTo>
                <ns0:lnTo>
                  <ns0:pt x="522720" y="936010"/>
                </ns0:lnTo>
                <ns0:lnTo>
                  <ns0:pt x="521280" y="936004"/>
                </ns0:lnTo>
                <ns0:lnTo>
                  <ns0:pt x="519840" y="935998"/>
                </ns0:lnTo>
                <ns0:lnTo>
                  <ns0:pt x="518400" y="935991"/>
                </ns0:lnTo>
                <ns0:lnTo>
                  <ns0:pt x="516960" y="935985"/>
                </ns0:lnTo>
                <ns0:lnTo>
                  <ns0:pt x="515520" y="935978"/>
                </ns0:lnTo>
                <ns0:lnTo>
                  <ns0:pt x="514080" y="935972"/>
                </ns0:lnTo>
                <ns0:lnTo>
                  <ns0:pt x="512640" y="935965"/>
                </ns0:lnTo>
                <ns0:lnTo>
                  <ns0:pt x="511200" y="935957"/>
                </ns0:lnTo>
                <ns0:lnTo>
                  <ns0:pt x="509760" y="935949"/>
                </ns0:lnTo>
                <ns0:lnTo>
                  <ns0:pt x="508320" y="935941"/>
                </ns0:lnTo>
                <ns0:lnTo>
                  <ns0:pt x="506880" y="935932"/>
                </ns0:lnTo>
                <ns0:lnTo>
                  <ns0:pt x="505440" y="935923"/>
                </ns0:lnTo>
                <ns0:lnTo>
                  <ns0:pt x="504000" y="935913"/>
                </ns0:lnTo>
                <ns0:lnTo>
                  <ns0:pt x="502560" y="935904"/>
                </ns0:lnTo>
                <ns0:lnTo>
                  <ns0:pt x="501120" y="935894"/>
                </ns0:lnTo>
                <ns0:lnTo>
                  <ns0:pt x="499680" y="935884"/>
                </ns0:lnTo>
                <ns0:lnTo>
                  <ns0:pt x="498240" y="935874"/>
                </ns0:lnTo>
                <ns0:lnTo>
                  <ns0:pt x="496800" y="935865"/>
                </ns0:lnTo>
                <ns0:lnTo>
                  <ns0:pt x="495360" y="935856"/>
                </ns0:lnTo>
                <ns0:lnTo>
                  <ns0:pt x="493920" y="935847"/>
                </ns0:lnTo>
                <ns0:lnTo>
                  <ns0:pt x="492480" y="935839"/>
                </ns0:lnTo>
                <ns0:lnTo>
                  <ns0:pt x="491040" y="935831"/>
                </ns0:lnTo>
                <ns0:lnTo>
                  <ns0:pt x="489600" y="935824"/>
                </ns0:lnTo>
                <ns0:lnTo>
                  <ns0:pt x="488160" y="935817"/>
                </ns0:lnTo>
                <ns0:lnTo>
                  <ns0:pt x="486720" y="935810"/>
                </ns0:lnTo>
                <ns0:lnTo>
                  <ns0:pt x="485280" y="935804"/>
                </ns0:lnTo>
                <ns0:lnTo>
                  <ns0:pt x="483840" y="935798"/>
                </ns0:lnTo>
                <ns0:lnTo>
                  <ns0:pt x="482400" y="935791"/>
                </ns0:lnTo>
                <ns0:lnTo>
                  <ns0:pt x="480960" y="935785"/>
                </ns0:lnTo>
                <ns0:lnTo>
                  <ns0:pt x="479520" y="935778"/>
                </ns0:lnTo>
                <ns0:lnTo>
                  <ns0:pt x="478080" y="935770"/>
                </ns0:lnTo>
                <ns0:lnTo>
                  <ns0:pt x="476640" y="935761"/>
                </ns0:lnTo>
                <ns0:lnTo>
                  <ns0:pt x="475200" y="935752"/>
                </ns0:lnTo>
                <ns0:lnTo>
                  <ns0:pt x="473760" y="935742"/>
                </ns0:lnTo>
                <ns0:lnTo>
                  <ns0:pt x="472320" y="935730"/>
                </ns0:lnTo>
                <ns0:lnTo>
                  <ns0:pt x="470880" y="935718"/>
                </ns0:lnTo>
                <ns0:lnTo>
                  <ns0:pt x="469440" y="935705"/>
                </ns0:lnTo>
                <ns0:lnTo>
                  <ns0:pt x="468000" y="935692"/>
                </ns0:lnTo>
                <ns0:lnTo>
                  <ns0:pt x="466560" y="935678"/>
                </ns0:lnTo>
                <ns0:lnTo>
                  <ns0:pt x="465120" y="935666"/>
                </ns0:lnTo>
                <ns0:lnTo>
                  <ns0:pt x="463680" y="935655"/>
                </ns0:lnTo>
                <ns0:lnTo>
                  <ns0:pt x="462240" y="935646"/>
                </ns0:lnTo>
                <ns0:lnTo>
                  <ns0:pt x="460800" y="935639"/>
                </ns0:lnTo>
                <ns0:lnTo>
                  <ns0:pt x="459360" y="935633"/>
                </ns0:lnTo>
                <ns0:lnTo>
                  <ns0:pt x="457920" y="935628"/>
                </ns0:lnTo>
                <ns0:lnTo>
                  <ns0:pt x="456480" y="935625"/>
                </ns0:lnTo>
                <ns0:lnTo>
                  <ns0:pt x="455040" y="935623"/>
                </ns0:lnTo>
                <ns0:lnTo>
                  <ns0:pt x="453600" y="935621"/>
                </ns0:lnTo>
                <ns0:lnTo>
                  <ns0:pt x="452160" y="935621"/>
                </ns0:lnTo>
                <ns0:lnTo>
                  <ns0:pt x="450720" y="935621"/>
                </ns0:lnTo>
                <ns0:lnTo>
                  <ns0:pt x="449280" y="935622"/>
                </ns0:lnTo>
                <ns0:lnTo>
                  <ns0:pt x="447840" y="935623"/>
                </ns0:lnTo>
                <ns0:lnTo>
                  <ns0:pt x="446400" y="935624"/>
                </ns0:lnTo>
                <ns0:lnTo>
                  <ns0:pt x="444960" y="935624"/>
                </ns0:lnTo>
                <ns0:lnTo>
                  <ns0:pt x="443520" y="935615"/>
                </ns0:lnTo>
                <ns0:lnTo>
                  <ns0:pt x="442080" y="935573"/>
                </ns0:lnTo>
                <ns0:lnTo>
                  <ns0:pt x="440640" y="935495"/>
                </ns0:lnTo>
                <ns0:lnTo>
                  <ns0:pt x="439200" y="935389"/>
                </ns0:lnTo>
                <ns0:lnTo>
                  <ns0:pt x="437760" y="935256"/>
                </ns0:lnTo>
                <ns0:lnTo>
                  <ns0:pt x="436320" y="935101"/>
                </ns0:lnTo>
                <ns0:lnTo>
                  <ns0:pt x="434880" y="934925"/>
                </ns0:lnTo>
                <ns0:lnTo>
                  <ns0:pt x="433440" y="934735"/>
                </ns0:lnTo>
                <ns0:lnTo>
                  <ns0:pt x="432000" y="934539"/>
                </ns0:lnTo>
                <ns0:lnTo>
                  <ns0:pt x="430560" y="934347"/>
                </ns0:lnTo>
                <ns0:lnTo>
                  <ns0:pt x="429120" y="934170"/>
                </ns0:lnTo>
                <ns0:lnTo>
                  <ns0:pt x="427680" y="934015"/>
                </ns0:lnTo>
                <ns0:lnTo>
                  <ns0:pt x="426240" y="933889"/>
                </ns0:lnTo>
                <ns0:lnTo>
                  <ns0:pt x="424800" y="933794"/>
                </ns0:lnTo>
                <ns0:lnTo>
                  <ns0:pt x="423360" y="933730"/>
                </ns0:lnTo>
                <ns0:lnTo>
                  <ns0:pt x="421920" y="933693"/>
                </ns0:lnTo>
                <ns0:lnTo>
                  <ns0:pt x="420480" y="933676"/>
                </ns0:lnTo>
                <ns0:lnTo>
                  <ns0:pt x="419040" y="933672"/>
                </ns0:lnTo>
                <ns0:lnTo>
                  <ns0:pt x="417600" y="933672"/>
                </ns0:lnTo>
                <ns0:lnTo>
                  <ns0:pt x="416160" y="933672"/>
                </ns0:lnTo>
                <ns0:lnTo>
                  <ns0:pt x="414720" y="933673"/>
                </ns0:lnTo>
                <ns0:lnTo>
                  <ns0:pt x="413280" y="933672"/>
                </ns0:lnTo>
                <ns0:lnTo>
                  <ns0:pt x="411840" y="933670"/>
                </ns0:lnTo>
                <ns0:lnTo>
                  <ns0:pt x="410400" y="933668"/>
                </ns0:lnTo>
                <ns0:lnTo>
                  <ns0:pt x="408960" y="933664"/>
                </ns0:lnTo>
                <ns0:lnTo>
                  <ns0:pt x="407520" y="933661"/>
                </ns0:lnTo>
                <ns0:lnTo>
                  <ns0:pt x="406080" y="933661"/>
                </ns0:lnTo>
                <ns0:lnTo>
                  <ns0:pt x="404640" y="933666"/>
                </ns0:lnTo>
                <ns0:lnTo>
                  <ns0:pt x="403200" y="933681"/>
                </ns0:lnTo>
                <ns0:lnTo>
                  <ns0:pt x="401760" y="933684"/>
                </ns0:lnTo>
                <ns0:lnTo>
                  <ns0:pt x="400320" y="933625"/>
                </ns0:lnTo>
                <ns0:lnTo>
                  <ns0:pt x="398880" y="933441"/>
                </ns0:lnTo>
                <ns0:lnTo>
                  <ns0:pt x="397440" y="933093"/>
                </ns0:lnTo>
                <ns0:lnTo>
                  <ns0:pt x="396000" y="932590"/>
                </ns0:lnTo>
                <ns0:lnTo>
                  <ns0:pt x="394560" y="931962"/>
                </ns0:lnTo>
                <ns0:lnTo>
                  <ns0:pt x="393120" y="931239"/>
                </ns0:lnTo>
                <ns0:lnTo>
                  <ns0:pt x="391680" y="930445"/>
                </ns0:lnTo>
                <ns0:lnTo>
                  <ns0:pt x="390240" y="929600"/>
                </ns0:lnTo>
                <ns0:lnTo>
                  <ns0:pt x="388800" y="928723"/>
                </ns0:lnTo>
                <ns0:lnTo>
                  <ns0:pt x="387360" y="927835"/>
                </ns0:lnTo>
                <ns0:lnTo>
                  <ns0:pt x="385920" y="926963"/>
                </ns0:lnTo>
                <ns0:lnTo>
                  <ns0:pt x="384480" y="926134"/>
                </ns0:lnTo>
                <ns0:lnTo>
                  <ns0:pt x="383040" y="925376"/>
                </ns0:lnTo>
                <ns0:lnTo>
                  <ns0:pt x="381600" y="924720"/>
                </ns0:lnTo>
                <ns0:lnTo>
                  <ns0:pt x="380160" y="924186"/>
                </ns0:lnTo>
                <ns0:lnTo>
                  <ns0:pt x="378720" y="923790"/>
                </ns0:lnTo>
                <ns0:lnTo>
                  <ns0:pt x="377280" y="923528"/>
                </ns0:lnTo>
                <ns0:lnTo>
                  <ns0:pt x="375840" y="923387"/>
                </ns0:lnTo>
                <ns0:lnTo>
                  <ns0:pt x="374400" y="923339"/>
                </ns0:lnTo>
                <ns0:lnTo>
                  <ns0:pt x="372960" y="923350"/>
                </ns0:lnTo>
                <ns0:lnTo>
                  <ns0:pt x="371520" y="923389"/>
                </ns0:lnTo>
                <ns0:lnTo>
                  <ns0:pt x="370080" y="923430"/>
                </ns0:lnTo>
                <ns0:lnTo>
                  <ns0:pt x="368640" y="923459"/>
                </ns0:lnTo>
                <ns0:lnTo>
                  <ns0:pt x="367200" y="923464"/>
                </ns0:lnTo>
                <ns0:lnTo>
                  <ns0:pt x="365760" y="923443"/>
                </ns0:lnTo>
                <ns0:lnTo>
                  <ns0:pt x="364320" y="923409"/>
                </ns0:lnTo>
                <ns0:lnTo>
                  <ns0:pt x="362880" y="923388"/>
                </ns0:lnTo>
                <ns0:lnTo>
                  <ns0:pt x="361440" y="923410"/>
                </ns0:lnTo>
                <ns0:lnTo>
                  <ns0:pt x="360000" y="923472"/>
                </ns0:lnTo>
                <ns0:lnTo>
                  <ns0:pt x="358560" y="923542"/>
                </ns0:lnTo>
                <ns0:lnTo>
                  <ns0:pt x="357120" y="923568"/>
                </ns0:lnTo>
                <ns0:lnTo>
                  <ns0:pt x="355680" y="923495"/>
                </ns0:lnTo>
                <ns0:lnTo>
                  <ns0:pt x="354240" y="923267"/>
                </ns0:lnTo>
                <ns0:lnTo>
                  <ns0:pt x="352800" y="922845"/>
                </ns0:lnTo>
                <ns0:lnTo>
                  <ns0:pt x="351360" y="922203"/>
                </ns0:lnTo>
                <ns0:lnTo>
                  <ns0:pt x="349920" y="921341"/>
                </ns0:lnTo>
                <ns0:lnTo>
                  <ns0:pt x="348480" y="920273"/>
                </ns0:lnTo>
                <ns0:lnTo>
                  <ns0:pt x="347040" y="919024"/>
                </ns0:lnTo>
                <ns0:lnTo>
                  <ns0:pt x="345600" y="917634"/>
                </ns0:lnTo>
                <ns0:lnTo>
                  <ns0:pt x="344160" y="916155"/>
                </ns0:lnTo>
                <ns0:lnTo>
                  <ns0:pt x="342720" y="914637"/>
                </ns0:lnTo>
                <ns0:lnTo>
                  <ns0:pt x="341280" y="913126"/>
                </ns0:lnTo>
                <ns0:lnTo>
                  <ns0:pt x="339840" y="911667"/>
                </ns0:lnTo>
                <ns0:lnTo>
                  <ns0:pt x="338400" y="910307"/>
                </ns0:lnTo>
                <ns0:lnTo>
                  <ns0:pt x="336960" y="909094"/>
                </ns0:lnTo>
                <ns0:lnTo>
                  <ns0:pt x="335520" y="908081"/>
                </ns0:lnTo>
                <ns0:lnTo>
                  <ns0:pt x="334080" y="907293"/>
                </ns0:lnTo>
                <ns0:lnTo>
                  <ns0:pt x="332640" y="906745"/>
                </ns0:lnTo>
                <ns0:lnTo>
                  <ns0:pt x="331200" y="906446"/>
                </ns0:lnTo>
                <ns0:lnTo>
                  <ns0:pt x="329760" y="906381"/>
                </ns0:lnTo>
                <ns0:lnTo>
                  <ns0:pt x="328320" y="906505"/>
                </ns0:lnTo>
                <ns0:lnTo>
                  <ns0:pt x="326880" y="906730"/>
                </ns0:lnTo>
                <ns0:lnTo>
                  <ns0:pt x="325440" y="906923"/>
                </ns0:lnTo>
                <ns0:lnTo>
                  <ns0:pt x="324000" y="906977"/>
                </ns0:lnTo>
                <ns0:lnTo>
                  <ns0:pt x="322560" y="906877"/>
                </ns0:lnTo>
                <ns0:lnTo>
                  <ns0:pt x="321120" y="906682"/>
                </ns0:lnTo>
                <ns0:lnTo>
                  <ns0:pt x="319680" y="906482"/>
                </ns0:lnTo>
                <ns0:lnTo>
                  <ns0:pt x="318240" y="906360"/>
                </ns0:lnTo>
                <ns0:lnTo>
                  <ns0:pt x="316800" y="906378"/>
                </ns0:lnTo>
                <ns0:lnTo>
                  <ns0:pt x="315360" y="906575"/>
                </ns0:lnTo>
                <ns0:lnTo>
                  <ns0:pt x="313920" y="906975"/>
                </ns0:lnTo>
                <ns0:lnTo>
                  <ns0:pt x="312480" y="907594"/>
                </ns0:lnTo>
                <ns0:lnTo>
                  <ns0:pt x="311040" y="908445"/>
                </ns0:lnTo>
                <ns0:lnTo>
                  <ns0:pt x="309600" y="909527"/>
                </ns0:lnTo>
                <ns0:lnTo>
                  <ns0:pt x="308160" y="910827"/>
                </ns0:lnTo>
                <ns0:lnTo>
                  <ns0:pt x="306720" y="912326"/>
                </ns0:lnTo>
                <ns0:lnTo>
                  <ns0:pt x="305280" y="913527"/>
                </ns0:lnTo>
                <ns0:lnTo>
                  <ns0:pt x="303840" y="914920"/>
                </ns0:lnTo>
                <ns0:lnTo>
                  <ns0:pt x="302400" y="916503"/>
                </ns0:lnTo>
                <ns0:lnTo>
                  <ns0:pt x="300960" y="918262"/>
                </ns0:lnTo>
                <ns0:lnTo>
                  <ns0:pt x="299520" y="920159"/>
                </ns0:lnTo>
                <ns0:lnTo>
                  <ns0:pt x="298080" y="922172"/>
                </ns0:lnTo>
                <ns0:lnTo>
                  <ns0:pt x="296640" y="924278"/>
                </ns0:lnTo>
                <ns0:lnTo>
                  <ns0:pt x="295200" y="926422"/>
                </ns0:lnTo>
                <ns0:lnTo>
                  <ns0:pt x="293760" y="928510"/>
                </ns0:lnTo>
                <ns0:lnTo>
                  <ns0:pt x="292320" y="930423"/>
                </ns0:lnTo>
                <ns0:lnTo>
                  <ns0:pt x="290880" y="932057"/>
                </ns0:lnTo>
                <ns0:lnTo>
                  <ns0:pt x="289440" y="93335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3" name="vy (m/s)"/>
          <ns0:cNvSpPr txBox="1"/>
          <ns0:nvPr/>
        </ns0:nvSpPr>
        <ns0:spPr>
          <ns0:xfrm xmlns:ns0="http://schemas.openxmlformats.org/drawingml/2006/main">
            <ns0:off x="2628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4" name="MuJoCo vy native data chart"/>
          <ns0:cNvGraphicFramePr/>
          <ns0:nvPr/>
        </ns0:nvGraphicFramePr>
        <ns0:xfrm>
          <ns0:off xmlns:ns0="http://schemas.openxmlformats.org/drawingml/2006/main" x="2664000" y="305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2="http://schemas.openxmlformats.org/officeDocument/2006/relationships" ns12:id="rId105"/>
          </ns0:graphicData>
        </ns0:graphic>
      </ns0:graphicFrame>
      <ns0:sp>
        <ns0:nvSpPr>
          <ns0:cNvPr id="35" name="MuJoCo wz CWC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918075"/>
                </ns0:lnTo>
                <ns0:lnTo>
                  <ns0:pt x="290880" y="929198"/>
                </ns0:lnTo>
                <ns0:lnTo>
                  <ns0:pt x="292320" y="936444"/>
                </ns0:lnTo>
                <ns0:lnTo>
                  <ns0:pt x="293760" y="935122"/>
                </ns0:lnTo>
                <ns0:lnTo>
                  <ns0:pt x="295200" y="930579"/>
                </ns0:lnTo>
                <ns0:lnTo>
                  <ns0:pt x="296640" y="925851"/>
                </ns0:lnTo>
                <ns0:lnTo>
                  <ns0:pt x="298080" y="921359"/>
                </ns0:lnTo>
                <ns0:lnTo>
                  <ns0:pt x="299520" y="917131"/>
                </ns0:lnTo>
                <ns0:lnTo>
                  <ns0:pt x="300960" y="913136"/>
                </ns0:lnTo>
                <ns0:lnTo>
                  <ns0:pt x="302400" y="909806"/>
                </ns0:lnTo>
                <ns0:lnTo>
                  <ns0:pt x="303840" y="905808"/>
                </ns0:lnTo>
                <ns0:lnTo>
                  <ns0:pt x="305280" y="903386"/>
                </ns0:lnTo>
                <ns0:lnTo>
                  <ns0:pt x="306720" y="903099"/>
                </ns0:lnTo>
                <ns0:lnTo>
                  <ns0:pt x="308160" y="902524"/>
                </ns0:lnTo>
                <ns0:lnTo>
                  <ns0:pt x="309600" y="902780"/>
                </ns0:lnTo>
                <ns0:lnTo>
                  <ns0:pt x="311040" y="904816"/>
                </ns0:lnTo>
                <ns0:lnTo>
                  <ns0:pt x="312480" y="904284"/>
                </ns0:lnTo>
                <ns0:lnTo>
                  <ns0:pt x="313920" y="899783"/>
                </ns0:lnTo>
                <ns0:lnTo>
                  <ns0:pt x="315360" y="892179"/>
                </ns0:lnTo>
                <ns0:lnTo>
                  <ns0:pt x="316800" y="883088"/>
                </ns0:lnTo>
                <ns0:lnTo>
                  <ns0:pt x="318240" y="877618"/>
                </ns0:lnTo>
                <ns0:lnTo>
                  <ns0:pt x="319680" y="874211"/>
                </ns0:lnTo>
                <ns0:lnTo>
                  <ns0:pt x="321120" y="867505"/>
                </ns0:lnTo>
                <ns0:lnTo>
                  <ns0:pt x="322560" y="857478"/>
                </ns0:lnTo>
                <ns0:lnTo>
                  <ns0:pt x="324000" y="848139"/>
                </ns0:lnTo>
                <ns0:lnTo>
                  <ns0:pt x="325440" y="849760"/>
                </ns0:lnTo>
                <ns0:lnTo>
                  <ns0:pt x="326880" y="862715"/>
                </ns0:lnTo>
                <ns0:lnTo>
                  <ns0:pt x="328320" y="878448"/>
                </ns0:lnTo>
                <ns0:lnTo>
                  <ns0:pt x="329760" y="892023"/>
                </ns0:lnTo>
                <ns0:lnTo>
                  <ns0:pt x="331200" y="897094"/>
                </ns0:lnTo>
                <ns0:lnTo>
                  <ns0:pt x="332640" y="896779"/>
                </ns0:lnTo>
                <ns0:lnTo>
                  <ns0:pt x="334080" y="895588"/>
                </ns0:lnTo>
                <ns0:lnTo>
                  <ns0:pt x="335520" y="894520"/>
                </ns0:lnTo>
                <ns0:lnTo>
                  <ns0:pt x="336960" y="893715"/>
                </ns0:lnTo>
                <ns0:lnTo>
                  <ns0:pt x="338400" y="894438"/>
                </ns0:lnTo>
                <ns0:lnTo>
                  <ns0:pt x="339840" y="898434"/>
                </ns0:lnTo>
                <ns0:lnTo>
                  <ns0:pt x="341280" y="902314"/>
                </ns0:lnTo>
                <ns0:lnTo>
                  <ns0:pt x="342720" y="903326"/>
                </ns0:lnTo>
                <ns0:lnTo>
                  <ns0:pt x="344160" y="900050"/>
                </ns0:lnTo>
                <ns0:lnTo>
                  <ns0:pt x="345600" y="891746"/>
                </ns0:lnTo>
                <ns0:lnTo>
                  <ns0:pt x="347040" y="878976"/>
                </ns0:lnTo>
                <ns0:lnTo>
                  <ns0:pt x="348480" y="866568"/>
                </ns0:lnTo>
                <ns0:lnTo>
                  <ns0:pt x="349920" y="856563"/>
                </ns0:lnTo>
                <ns0:lnTo>
                  <ns0:pt x="351360" y="849366"/>
                </ns0:lnTo>
                <ns0:lnTo>
                  <ns0:pt x="352800" y="847810"/>
                </ns0:lnTo>
                <ns0:lnTo>
                  <ns0:pt x="354240" y="851892"/>
                </ns0:lnTo>
                <ns0:lnTo>
                  <ns0:pt x="355680" y="856572"/>
                </ns0:lnTo>
                <ns0:lnTo>
                  <ns0:pt x="357120" y="860834"/>
                </ns0:lnTo>
                <ns0:lnTo>
                  <ns0:pt x="358560" y="863698"/>
                </ns0:lnTo>
                <ns0:lnTo>
                  <ns0:pt x="360000" y="863626"/>
                </ns0:lnTo>
                <ns0:lnTo>
                  <ns0:pt x="361440" y="855809"/>
                </ns0:lnTo>
                <ns0:lnTo>
                  <ns0:pt x="362880" y="840404"/>
                </ns0:lnTo>
                <ns0:lnTo>
                  <ns0:pt x="364320" y="820411"/>
                </ns0:lnTo>
                <ns0:lnTo>
                  <ns0:pt x="365760" y="799623"/>
                </ns0:lnTo>
                <ns0:lnTo>
                  <ns0:pt x="367200" y="790486"/>
                </ns0:lnTo>
                <ns0:lnTo>
                  <ns0:pt x="368640" y="796853"/>
                </ns0:lnTo>
                <ns0:lnTo>
                  <ns0:pt x="370080" y="809794"/>
                </ns0:lnTo>
                <ns0:lnTo>
                  <ns0:pt x="371520" y="822075"/>
                </ns0:lnTo>
                <ns0:lnTo>
                  <ns0:pt x="372960" y="828952"/>
                </ns0:lnTo>
                <ns0:lnTo>
                  <ns0:pt x="374400" y="828626"/>
                </ns0:lnTo>
                <ns0:lnTo>
                  <ns0:pt x="375840" y="820636"/>
                </ns0:lnTo>
                <ns0:lnTo>
                  <ns0:pt x="377280" y="807864"/>
                </ns0:lnTo>
                <ns0:lnTo>
                  <ns0:pt x="378720" y="794992"/>
                </ns0:lnTo>
                <ns0:lnTo>
                  <ns0:pt x="380160" y="785011"/>
                </ns0:lnTo>
                <ns0:lnTo>
                  <ns0:pt x="381600" y="780902"/>
                </ns0:lnTo>
                <ns0:lnTo>
                  <ns0:pt x="383040" y="782457"/>
                </ns0:lnTo>
                <ns0:lnTo>
                  <ns0:pt x="384480" y="784555"/>
                </ns0:lnTo>
                <ns0:lnTo>
                  <ns0:pt x="385920" y="787952"/>
                </ns0:lnTo>
                <ns0:lnTo>
                  <ns0:pt x="387360" y="793006"/>
                </ns0:lnTo>
                <ns0:lnTo>
                  <ns0:pt x="388800" y="795282"/>
                </ns0:lnTo>
                <ns0:lnTo>
                  <ns0:pt x="390240" y="790737"/>
                </ns0:lnTo>
                <ns0:lnTo>
                  <ns0:pt x="391680" y="783368"/>
                </ns0:lnTo>
                <ns0:lnTo>
                  <ns0:pt x="393120" y="776333"/>
                </ns0:lnTo>
                <ns0:lnTo>
                  <ns0:pt x="394560" y="772403"/>
                </ns0:lnTo>
                <ns0:lnTo>
                  <ns0:pt x="396000" y="776833"/>
                </ns0:lnTo>
                <ns0:lnTo>
                  <ns0:pt x="397440" y="789501"/>
                </ns0:lnTo>
                <ns0:lnTo>
                  <ns0:pt x="398880" y="802497"/>
                </ns0:lnTo>
                <ns0:lnTo>
                  <ns0:pt x="400320" y="811604"/>
                </ns0:lnTo>
                <ns0:lnTo>
                  <ns0:pt x="401760" y="815556"/>
                </ns0:lnTo>
                <ns0:lnTo>
                  <ns0:pt x="403200" y="813172"/>
                </ns0:lnTo>
                <ns0:lnTo>
                  <ns0:pt x="404640" y="803496"/>
                </ns0:lnTo>
                <ns0:lnTo>
                  <ns0:pt x="406080" y="788271"/>
                </ns0:lnTo>
                <ns0:lnTo>
                  <ns0:pt x="407520" y="772305"/>
                </ns0:lnTo>
                <ns0:lnTo>
                  <ns0:pt x="408960" y="761457"/>
                </ns0:lnTo>
                <ns0:lnTo>
                  <ns0:pt x="410400" y="756630"/>
                </ns0:lnTo>
                <ns0:lnTo>
                  <ns0:pt x="411840" y="758441"/>
                </ns0:lnTo>
                <ns0:lnTo>
                  <ns0:pt x="413280" y="767241"/>
                </ns0:lnTo>
                <ns0:lnTo>
                  <ns0:pt x="414720" y="782642"/>
                </ns0:lnTo>
                <ns0:lnTo>
                  <ns0:pt x="416160" y="798633"/>
                </ns0:lnTo>
                <ns0:lnTo>
                  <ns0:pt x="417600" y="804663"/>
                </ns0:lnTo>
                <ns0:lnTo>
                  <ns0:pt x="419040" y="805385"/>
                </ns0:lnTo>
                <ns0:lnTo>
                  <ns0:pt x="420480" y="805231"/>
                </ns0:lnTo>
                <ns0:lnTo>
                  <ns0:pt x="421920" y="803127"/>
                </ns0:lnTo>
                <ns0:lnTo>
                  <ns0:pt x="423360" y="799039"/>
                </ns0:lnTo>
                <ns0:lnTo>
                  <ns0:pt x="424800" y="798269"/>
                </ns0:lnTo>
                <ns0:lnTo>
                  <ns0:pt x="426240" y="805936"/>
                </ns0:lnTo>
                <ns0:lnTo>
                  <ns0:pt x="427680" y="820163"/>
                </ns0:lnTo>
                <ns0:lnTo>
                  <ns0:pt x="429120" y="836289"/>
                </ns0:lnTo>
                <ns0:lnTo>
                  <ns0:pt x="430560" y="847700"/>
                </ns0:lnTo>
                <ns0:lnTo>
                  <ns0:pt x="432000" y="849018"/>
                </ns0:lnTo>
                <ns0:lnTo>
                  <ns0:pt x="433440" y="840822"/>
                </ns0:lnTo>
                <ns0:lnTo>
                  <ns0:pt x="434880" y="829907"/>
                </ns0:lnTo>
                <ns0:lnTo>
                  <ns0:pt x="436320" y="821424"/>
                </ns0:lnTo>
                <ns0:lnTo>
                  <ns0:pt x="437760" y="816641"/>
                </ns0:lnTo>
                <ns0:lnTo>
                  <ns0:pt x="439200" y="815137"/>
                </ns0:lnTo>
                <ns0:lnTo>
                  <ns0:pt x="440640" y="818482"/>
                </ns0:lnTo>
                <ns0:lnTo>
                  <ns0:pt x="442080" y="826736"/>
                </ns0:lnTo>
                <ns0:lnTo>
                  <ns0:pt x="443520" y="838914"/>
                </ns0:lnTo>
                <ns0:lnTo>
                  <ns0:pt x="444960" y="850939"/>
                </ns0:lnTo>
                <ns0:lnTo>
                  <ns0:pt x="446400" y="858202"/>
                </ns0:lnTo>
                <ns0:lnTo>
                  <ns0:pt x="447840" y="858998"/>
                </ns0:lnTo>
                <ns0:lnTo>
                  <ns0:pt x="449280" y="855034"/>
                </ns0:lnTo>
                <ns0:lnTo>
                  <ns0:pt x="450720" y="844808"/>
                </ns0:lnTo>
                <ns0:lnTo>
                  <ns0:pt x="452160" y="831618"/>
                </ns0:lnTo>
                <ns0:lnTo>
                  <ns0:pt x="453600" y="826190"/>
                </ns0:lnTo>
                <ns0:lnTo>
                  <ns0:pt x="455040" y="828613"/>
                </ns0:lnTo>
                <ns0:lnTo>
                  <ns0:pt x="456480" y="840181"/>
                </ns0:lnTo>
                <ns0:lnTo>
                  <ns0:pt x="457920" y="856698"/>
                </ns0:lnTo>
                <ns0:lnTo>
                  <ns0:pt x="459360" y="869453"/>
                </ns0:lnTo>
                <ns0:lnTo>
                  <ns0:pt x="460800" y="873477"/>
                </ns0:lnTo>
                <ns0:lnTo>
                  <ns0:pt x="462240" y="868224"/>
                </ns0:lnTo>
                <ns0:lnTo>
                  <ns0:pt x="463680" y="856362"/>
                </ns0:lnTo>
                <ns0:lnTo>
                  <ns0:pt x="465120" y="840892"/>
                </ns0:lnTo>
                <ns0:lnTo>
                  <ns0:pt x="466560" y="826051"/>
                </ns0:lnTo>
                <ns0:lnTo>
                  <ns0:pt x="468000" y="817665"/>
                </ns0:lnTo>
                <ns0:lnTo>
                  <ns0:pt x="469440" y="819475"/>
                </ns0:lnTo>
                <ns0:lnTo>
                  <ns0:pt x="470880" y="828015"/>
                </ns0:lnTo>
                <ns0:lnTo>
                  <ns0:pt x="472320" y="839636"/>
                </ns0:lnTo>
                <ns0:lnTo>
                  <ns0:pt x="473760" y="851561"/>
                </ns0:lnTo>
                <ns0:lnTo>
                  <ns0:pt x="475200" y="858344"/>
                </ns0:lnTo>
                <ns0:lnTo>
                  <ns0:pt x="476640" y="857449"/>
                </ns0:lnTo>
                <ns0:lnTo>
                  <ns0:pt x="478080" y="850980"/>
                </ns0:lnTo>
                <ns0:lnTo>
                  <ns0:pt x="479520" y="839162"/>
                </ns0:lnTo>
                <ns0:lnTo>
                  <ns0:pt x="480960" y="823829"/>
                </ns0:lnTo>
                <ns0:lnTo>
                  <ns0:pt x="482400" y="812257"/>
                </ns0:lnTo>
                <ns0:lnTo>
                  <ns0:pt x="483840" y="812778"/>
                </ns0:lnTo>
                <ns0:lnTo>
                  <ns0:pt x="485280" y="821650"/>
                </ns0:lnTo>
                <ns0:lnTo>
                  <ns0:pt x="486720" y="833959"/>
                </ns0:lnTo>
                <ns0:lnTo>
                  <ns0:pt x="488160" y="847743"/>
                </ns0:lnTo>
                <ns0:lnTo>
                  <ns0:pt x="489600" y="855297"/>
                </ns0:lnTo>
                <ns0:lnTo>
                  <ns0:pt x="491040" y="853627"/>
                </ns0:lnTo>
                <ns0:lnTo>
                  <ns0:pt x="492480" y="842104"/>
                </ns0:lnTo>
                <ns0:lnTo>
                  <ns0:pt x="493920" y="823413"/>
                </ns0:lnTo>
                <ns0:lnTo>
                  <ns0:pt x="495360" y="806063"/>
                </ns0:lnTo>
                <ns0:lnTo>
                  <ns0:pt x="496800" y="797892"/>
                </ns0:lnTo>
                <ns0:lnTo>
                  <ns0:pt x="498240" y="797952"/>
                </ns0:lnTo>
                <ns0:lnTo>
                  <ns0:pt x="499680" y="799894"/>
                </ns0:lnTo>
                <ns0:lnTo>
                  <ns0:pt x="501120" y="801391"/>
                </ns0:lnTo>
                <ns0:lnTo>
                  <ns0:pt x="502560" y="803765"/>
                </ns0:lnTo>
                <ns0:lnTo>
                  <ns0:pt x="504000" y="806999"/>
                </ns0:lnTo>
                <ns0:lnTo>
                  <ns0:pt x="505440" y="806703"/>
                </ns0:lnTo>
                <ns0:lnTo>
                  <ns0:pt x="506880" y="802511"/>
                </ns0:lnTo>
                <ns0:lnTo>
                  <ns0:pt x="508320" y="792878"/>
                </ns0:lnTo>
                <ns0:lnTo>
                  <ns0:pt x="509760" y="778054"/>
                </ns0:lnTo>
                <ns0:lnTo>
                  <ns0:pt x="511200" y="771103"/>
                </ns0:lnTo>
                <ns0:lnTo>
                  <ns0:pt x="512640" y="776835"/>
                </ns0:lnTo>
                <ns0:lnTo>
                  <ns0:pt x="514080" y="784504"/>
                </ns0:lnTo>
                <ns0:lnTo>
                  <ns0:pt x="515520" y="793309"/>
                </ns0:lnTo>
                <ns0:lnTo>
                  <ns0:pt x="516960" y="803633"/>
                </ns0:lnTo>
                <ns0:lnTo>
                  <ns0:pt x="518400" y="814471"/>
                </ns0:lnTo>
                <ns0:lnTo>
                  <ns0:pt x="519840" y="828727"/>
                </ns0:lnTo>
                <ns0:lnTo>
                  <ns0:pt x="521280" y="846032"/>
                </ns0:lnTo>
                <ns0:lnTo>
                  <ns0:pt x="522720" y="857739"/>
                </ns0:lnTo>
                <ns0:lnTo>
                  <ns0:pt x="524160" y="856580"/>
                </ns0:lnTo>
                <ns0:lnTo>
                  <ns0:pt x="525600" y="852905"/>
                </ns0:lnTo>
                <ns0:lnTo>
                  <ns0:pt x="527040" y="852470"/>
                </ns0:lnTo>
                <ns0:lnTo>
                  <ns0:pt x="528480" y="855798"/>
                </ns0:lnTo>
                <ns0:lnTo>
                  <ns0:pt x="529920" y="858486"/>
                </ns0:lnTo>
                <ns0:lnTo>
                  <ns0:pt x="531360" y="858948"/>
                </ns0:lnTo>
                <ns0:lnTo>
                  <ns0:pt x="532800" y="858844"/>
                </ns0:lnTo>
                <ns0:lnTo>
                  <ns0:pt x="534240" y="858801"/>
                </ns0:lnTo>
                <ns0:lnTo>
                  <ns0:pt x="535680" y="862046"/>
                </ns0:lnTo>
                <ns0:lnTo>
                  <ns0:pt x="537120" y="864690"/>
                </ns0:lnTo>
                <ns0:lnTo>
                  <ns0:pt x="538560" y="863680"/>
                </ns0:lnTo>
                <ns0:lnTo>
                  <ns0:pt x="540000" y="862384"/>
                </ns0:lnTo>
                <ns0:lnTo>
                  <ns0:pt x="541440" y="860804"/>
                </ns0:lnTo>
                <ns0:lnTo>
                  <ns0:pt x="542880" y="858373"/>
                </ns0:lnTo>
                <ns0:lnTo>
                  <ns0:pt x="544320" y="857086"/>
                </ns0:lnTo>
                <ns0:lnTo>
                  <ns0:pt x="545760" y="859577"/>
                </ns0:lnTo>
                <ns0:lnTo>
                  <ns0:pt x="547200" y="863908"/>
                </ns0:lnTo>
                <ns0:lnTo>
                  <ns0:pt x="548640" y="867215"/>
                </ns0:lnTo>
                <ns0:lnTo>
                  <ns0:pt x="550080" y="868070"/>
                </ns0:lnTo>
                <ns0:lnTo>
                  <ns0:pt x="551520" y="861827"/>
                </ns0:lnTo>
                <ns0:lnTo>
                  <ns0:pt x="552960" y="850039"/>
                </ns0:lnTo>
                <ns0:lnTo>
                  <ns0:pt x="554400" y="839245"/>
                </ns0:lnTo>
                <ns0:lnTo>
                  <ns0:pt x="555840" y="825022"/>
                </ns0:lnTo>
                <ns0:lnTo>
                  <ns0:pt x="557280" y="799778"/>
                </ns0:lnTo>
                <ns0:lnTo>
                  <ns0:pt x="558720" y="769883"/>
                </ns0:lnTo>
                <ns0:lnTo>
                  <ns0:pt x="560160" y="751973"/>
                </ns0:lnTo>
                <ns0:lnTo>
                  <ns0:pt x="561600" y="747637"/>
                </ns0:lnTo>
                <ns0:lnTo>
                  <ns0:pt x="563040" y="753148"/>
                </ns0:lnTo>
                <ns0:lnTo>
                  <ns0:pt x="564480" y="761087"/>
                </ns0:lnTo>
                <ns0:lnTo>
                  <ns0:pt x="565920" y="765232"/>
                </ns0:lnTo>
                <ns0:lnTo>
                  <ns0:pt x="567360" y="768766"/>
                </ns0:lnTo>
                <ns0:lnTo>
                  <ns0:pt x="568800" y="772851"/>
                </ns0:lnTo>
                <ns0:lnTo>
                  <ns0:pt x="570240" y="772965"/>
                </ns0:lnTo>
                <ns0:lnTo>
                  <ns0:pt x="571680" y="766084"/>
                </ns0:lnTo>
                <ns0:lnTo>
                  <ns0:pt x="573120" y="758971"/>
                </ns0:lnTo>
                <ns0:lnTo>
                  <ns0:pt x="574560" y="760343"/>
                </ns0:lnTo>
                <ns0:lnTo>
                  <ns0:pt x="576000" y="766964"/>
                </ns0:lnTo>
                <ns0:lnTo>
                  <ns0:pt x="577440" y="775675"/>
                </ns0:lnTo>
                <ns0:lnTo>
                  <ns0:pt x="578880" y="781575"/>
                </ns0:lnTo>
                <ns0:lnTo>
                  <ns0:pt x="580320" y="781405"/>
                </ns0:lnTo>
                <ns0:lnTo>
                  <ns0:pt x="581760" y="774515"/>
                </ns0:lnTo>
                <ns0:lnTo>
                  <ns0:pt x="583200" y="762463"/>
                </ns0:lnTo>
                <ns0:lnTo>
                  <ns0:pt x="584640" y="746218"/>
                </ns0:lnTo>
                <ns0:lnTo>
                  <ns0:pt x="586080" y="731136"/>
                </ns0:lnTo>
                <ns0:lnTo>
                  <ns0:pt x="587520" y="725853"/>
                </ns0:lnTo>
                <ns0:lnTo>
                  <ns0:pt x="588960" y="729419"/>
                </ns0:lnTo>
                <ns0:lnTo>
                  <ns0:pt x="590400" y="734018"/>
                </ns0:lnTo>
                <ns0:lnTo>
                  <ns0:pt x="591840" y="738065"/>
                </ns0:lnTo>
                <ns0:lnTo>
                  <ns0:pt x="593280" y="740273"/>
                </ns0:lnTo>
                <ns0:lnTo>
                  <ns0:pt x="594720" y="743609"/>
                </ns0:lnTo>
                <ns0:lnTo>
                  <ns0:pt x="596160" y="748176"/>
                </ns0:lnTo>
                <ns0:lnTo>
                  <ns0:pt x="597600" y="752909"/>
                </ns0:lnTo>
                <ns0:lnTo>
                  <ns0:pt x="599040" y="753274"/>
                </ns0:lnTo>
                <ns0:lnTo>
                  <ns0:pt x="600480" y="750495"/>
                </ns0:lnTo>
                <ns0:lnTo>
                  <ns0:pt x="601920" y="750850"/>
                </ns0:lnTo>
                <ns0:lnTo>
                  <ns0:pt x="603360" y="755447"/>
                </ns0:lnTo>
                <ns0:lnTo>
                  <ns0:pt x="604800" y="761581"/>
                </ns0:lnTo>
                <ns0:lnTo>
                  <ns0:pt x="606240" y="771235"/>
                </ns0:lnTo>
                <ns0:lnTo>
                  <ns0:pt x="607680" y="780760"/>
                </ns0:lnTo>
                <ns0:lnTo>
                  <ns0:pt x="609120" y="785501"/>
                </ns0:lnTo>
                <ns0:lnTo>
                  <ns0:pt x="610560" y="783167"/>
                </ns0:lnTo>
                <ns0:lnTo>
                  <ns0:pt x="612000" y="775878"/>
                </ns0:lnTo>
                <ns0:lnTo>
                  <ns0:pt x="613440" y="768115"/>
                </ns0:lnTo>
                <ns0:lnTo>
                  <ns0:pt x="614880" y="763678"/>
                </ns0:lnTo>
                <ns0:lnTo>
                  <ns0:pt x="616320" y="762152"/>
                </ns0:lnTo>
                <ns0:lnTo>
                  <ns0:pt x="617760" y="763470"/>
                </ns0:lnTo>
                <ns0:lnTo>
                  <ns0:pt x="619200" y="766361"/>
                </ns0:lnTo>
                <ns0:lnTo>
                  <ns0:pt x="620640" y="772678"/>
                </ns0:lnTo>
                <ns0:lnTo>
                  <ns0:pt x="622080" y="787022"/>
                </ns0:lnTo>
                <ns0:lnTo>
                  <ns0:pt x="623520" y="804206"/>
                </ns0:lnTo>
                <ns0:lnTo>
                  <ns0:pt x="624960" y="817518"/>
                </ns0:lnTo>
                <ns0:lnTo>
                  <ns0:pt x="626400" y="826612"/>
                </ns0:lnTo>
                <ns0:lnTo>
                  <ns0:pt x="627840" y="826774"/>
                </ns0:lnTo>
                <ns0:lnTo>
                  <ns0:pt x="629280" y="823222"/>
                </ns0:lnTo>
                <ns0:lnTo>
                  <ns0:pt x="630720" y="821343"/>
                </ns0:lnTo>
                <ns0:lnTo>
                  <ns0:pt x="632160" y="819017"/>
                </ns0:lnTo>
                <ns0:lnTo>
                  <ns0:pt x="633600" y="815520"/>
                </ns0:lnTo>
                <ns0:lnTo>
                  <ns0:pt x="635040" y="813392"/>
                </ns0:lnTo>
                <ns0:lnTo>
                  <ns0:pt x="636480" y="812689"/>
                </ns0:lnTo>
                <ns0:lnTo>
                  <ns0:pt x="637920" y="811461"/>
                </ns0:lnTo>
                <ns0:lnTo>
                  <ns0:pt x="639360" y="808372"/>
                </ns0:lnTo>
                <ns0:lnTo>
                  <ns0:pt x="640800" y="806444"/>
                </ns0:lnTo>
                <ns0:lnTo>
                  <ns0:pt x="642240" y="803997"/>
                </ns0:lnTo>
                <ns0:lnTo>
                  <ns0:pt x="643680" y="798350"/>
                </ns0:lnTo>
                <ns0:lnTo>
                  <ns0:pt x="645120" y="793870"/>
                </ns0:lnTo>
                <ns0:lnTo>
                  <ns0:pt x="646560" y="792210"/>
                </ns0:lnTo>
                <ns0:lnTo>
                  <ns0:pt x="648000" y="792637"/>
                </ns0:lnTo>
                <ns0:lnTo>
                  <ns0:pt x="649440" y="792368"/>
                </ns0:lnTo>
                <ns0:lnTo>
                  <ns0:pt x="650880" y="794454"/>
                </ns0:lnTo>
                <ns0:lnTo>
                  <ns0:pt x="652320" y="804359"/>
                </ns0:lnTo>
                <ns0:lnTo>
                  <ns0:pt x="653760" y="820278"/>
                </ns0:lnTo>
                <ns0:lnTo>
                  <ns0:pt x="655200" y="836976"/>
                </ns0:lnTo>
                <ns0:lnTo>
                  <ns0:pt x="656640" y="843220"/>
                </ns0:lnTo>
                <ns0:lnTo>
                  <ns0:pt x="658080" y="838940"/>
                </ns0:lnTo>
                <ns0:lnTo>
                  <ns0:pt x="659520" y="833820"/>
                </ns0:lnTo>
                <ns0:lnTo>
                  <ns0:pt x="660960" y="831417"/>
                </ns0:lnTo>
                <ns0:lnTo>
                  <ns0:pt x="662400" y="832180"/>
                </ns0:lnTo>
                <ns0:lnTo>
                  <ns0:pt x="663840" y="844245"/>
                </ns0:lnTo>
                <ns0:lnTo>
                  <ns0:pt x="665280" y="857210"/>
                </ns0:lnTo>
                <ns0:lnTo>
                  <ns0:pt x="666720" y="867126"/>
                </ns0:lnTo>
                <ns0:lnTo>
                  <ns0:pt x="668160" y="871849"/>
                </ns0:lnTo>
                <ns0:lnTo>
                  <ns0:pt x="669600" y="871565"/>
                </ns0:lnTo>
                <ns0:lnTo>
                  <ns0:pt x="671040" y="875107"/>
                </ns0:lnTo>
                <ns0:lnTo>
                  <ns0:pt x="672480" y="880300"/>
                </ns0:lnTo>
                <ns0:lnTo>
                  <ns0:pt x="673920" y="883485"/>
                </ns0:lnTo>
                <ns0:lnTo>
                  <ns0:pt x="675360" y="883429"/>
                </ns0:lnTo>
                <ns0:lnTo>
                  <ns0:pt x="676800" y="878582"/>
                </ns0:lnTo>
                <ns0:lnTo>
                  <ns0:pt x="678240" y="874453"/>
                </ns0:lnTo>
                <ns0:lnTo>
                  <ns0:pt x="679680" y="876694"/>
                </ns0:lnTo>
                <ns0:lnTo>
                  <ns0:pt x="681120" y="885528"/>
                </ns0:lnTo>
                <ns0:lnTo>
                  <ns0:pt x="682560" y="898783"/>
                </ns0:lnTo>
                <ns0:lnTo>
                  <ns0:pt x="684000" y="907339"/>
                </ns0:lnTo>
                <ns0:lnTo>
                  <ns0:pt x="685440" y="913677"/>
                </ns0:lnTo>
                <ns0:lnTo>
                  <ns0:pt x="686880" y="916909"/>
                </ns0:lnTo>
                <ns0:lnTo>
                  <ns0:pt x="688320" y="913347"/>
                </ns0:lnTo>
                <ns0:lnTo>
                  <ns0:pt x="689760" y="902788"/>
                </ns0:lnTo>
                <ns0:lnTo>
                  <ns0:pt x="691200" y="888682"/>
                </ns0:lnTo>
                <ns0:lnTo>
                  <ns0:pt x="692640" y="878070"/>
                </ns0:lnTo>
                <ns0:lnTo>
                  <ns0:pt x="694080" y="869439"/>
                </ns0:lnTo>
                <ns0:lnTo>
                  <ns0:pt x="695520" y="859118"/>
                </ns0:lnTo>
                <ns0:lnTo>
                  <ns0:pt x="696960" y="848057"/>
                </ns0:lnTo>
                <ns0:lnTo>
                  <ns0:pt x="698400" y="836582"/>
                </ns0:lnTo>
                <ns0:lnTo>
                  <ns0:pt x="699840" y="819488"/>
                </ns0:lnTo>
                <ns0:lnTo>
                  <ns0:pt x="701280" y="801855"/>
                </ns0:lnTo>
                <ns0:lnTo>
                  <ns0:pt x="702720" y="784844"/>
                </ns0:lnTo>
                <ns0:lnTo>
                  <ns0:pt x="704160" y="772742"/>
                </ns0:lnTo>
                <ns0:lnTo>
                  <ns0:pt x="705600" y="770367"/>
                </ns0:lnTo>
                <ns0:lnTo>
                  <ns0:pt x="707040" y="773522"/>
                </ns0:lnTo>
                <ns0:lnTo>
                  <ns0:pt x="708480" y="780729"/>
                </ns0:lnTo>
                <ns0:lnTo>
                  <ns0:pt x="709920" y="793983"/>
                </ns0:lnTo>
                <ns0:lnTo>
                  <ns0:pt x="711360" y="811386"/>
                </ns0:lnTo>
                <ns0:lnTo>
                  <ns0:pt x="712800" y="823307"/>
                </ns0:lnTo>
                <ns0:lnTo>
                  <ns0:pt x="714240" y="828837"/>
                </ns0:lnTo>
                <ns0:lnTo>
                  <ns0:pt x="715680" y="829276"/>
                </ns0:lnTo>
                <ns0:lnTo>
                  <ns0:pt x="717120" y="822374"/>
                </ns0:lnTo>
                <ns0:lnTo>
                  <ns0:pt x="718560" y="807610"/>
                </ns0:lnTo>
                <ns0:lnTo>
                  <ns0:pt x="720000" y="796117"/>
                </ns0:lnTo>
                <ns0:lnTo>
                  <ns0:pt x="721440" y="785863"/>
                </ns0:lnTo>
                <ns0:lnTo>
                  <ns0:pt x="722880" y="775911"/>
                </ns0:lnTo>
                <ns0:lnTo>
                  <ns0:pt x="724320" y="769334"/>
                </ns0:lnTo>
                <ns0:lnTo>
                  <ns0:pt x="725760" y="767169"/>
                </ns0:lnTo>
                <ns0:lnTo>
                  <ns0:pt x="727200" y="766455"/>
                </ns0:lnTo>
                <ns0:lnTo>
                  <ns0:pt x="728640" y="766937"/>
                </ns0:lnTo>
                <ns0:lnTo>
                  <ns0:pt x="730080" y="767191"/>
                </ns0:lnTo>
                <ns0:lnTo>
                  <ns0:pt x="731520" y="767384"/>
                </ns0:lnTo>
                <ns0:lnTo>
                  <ns0:pt x="732960" y="767274"/>
                </ns0:lnTo>
                <ns0:lnTo>
                  <ns0:pt x="734400" y="765605"/>
                </ns0:lnTo>
                <ns0:lnTo>
                  <ns0:pt x="735840" y="766384"/>
                </ns0:lnTo>
                <ns0:lnTo>
                  <ns0:pt x="737280" y="768797"/>
                </ns0:lnTo>
                <ns0:lnTo>
                  <ns0:pt x="738720" y="773936"/>
                </ns0:lnTo>
                <ns0:lnTo>
                  <ns0:pt x="740160" y="781438"/>
                </ns0:lnTo>
                <ns0:lnTo>
                  <ns0:pt x="741600" y="787946"/>
                </ns0:lnTo>
                <ns0:lnTo>
                  <ns0:pt x="743040" y="792681"/>
                </ns0:lnTo>
                <ns0:lnTo>
                  <ns0:pt x="744480" y="792637"/>
                </ns0:lnTo>
                <ns0:lnTo>
                  <ns0:pt x="745920" y="786490"/>
                </ns0:lnTo>
                <ns0:lnTo>
                  <ns0:pt x="747360" y="774786"/>
                </ns0:lnTo>
                <ns0:lnTo>
                  <ns0:pt x="748800" y="771231"/>
                </ns0:lnTo>
                <ns0:lnTo>
                  <ns0:pt x="750240" y="771633"/>
                </ns0:lnTo>
                <ns0:lnTo>
                  <ns0:pt x="751680" y="768350"/>
                </ns0:lnTo>
                <ns0:lnTo>
                  <ns0:pt x="753120" y="763802"/>
                </ns0:lnTo>
                <ns0:lnTo>
                  <ns0:pt x="754560" y="761656"/>
                </ns0:lnTo>
                <ns0:lnTo>
                  <ns0:pt x="756000" y="760590"/>
                </ns0:lnTo>
                <ns0:lnTo>
                  <ns0:pt x="757440" y="761372"/>
                </ns0:lnTo>
                <ns0:lnTo>
                  <ns0:pt x="758880" y="761355"/>
                </ns0:lnTo>
                <ns0:lnTo>
                  <ns0:pt x="760320" y="764706"/>
                </ns0:lnTo>
                <ns0:lnTo>
                  <ns0:pt x="761760" y="775352"/>
                </ns0:lnTo>
                <ns0:lnTo>
                  <ns0:pt x="763200" y="790365"/>
                </ns0:lnTo>
                <ns0:lnTo>
                  <ns0:pt x="764640" y="804942"/>
                </ns0:lnTo>
                <ns0:lnTo>
                  <ns0:pt x="766080" y="810961"/>
                </ns0:lnTo>
                <ns0:lnTo>
                  <ns0:pt x="767520" y="811251"/>
                </ns0:lnTo>
                <ns0:lnTo>
                  <ns0:pt x="768960" y="809505"/>
                </ns0:lnTo>
                <ns0:lnTo>
                  <ns0:pt x="770400" y="809575"/>
                </ns0:lnTo>
                <ns0:lnTo>
                  <ns0:pt x="771840" y="808815"/>
                </ns0:lnTo>
                <ns0:lnTo>
                  <ns0:pt x="773280" y="807698"/>
                </ns0:lnTo>
                <ns0:lnTo>
                  <ns0:pt x="774720" y="808901"/>
                </ns0:lnTo>
                <ns0:lnTo>
                  <ns0:pt x="776160" y="810464"/>
                </ns0:lnTo>
                <ns0:lnTo>
                  <ns0:pt x="777600" y="813759"/>
                </ns0:lnTo>
                <ns0:lnTo>
                  <ns0:pt x="779040" y="815869"/>
                </ns0:lnTo>
                <ns0:lnTo>
                  <ns0:pt x="780480" y="813945"/>
                </ns0:lnTo>
                <ns0:lnTo>
                  <ns0:pt x="781920" y="807660"/>
                </ns0:lnTo>
                <ns0:lnTo>
                  <ns0:pt x="783360" y="799525"/>
                </ns0:lnTo>
                <ns0:lnTo>
                  <ns0:pt x="784800" y="789166"/>
                </ns0:lnTo>
                <ns0:lnTo>
                  <ns0:pt x="786240" y="779207"/>
                </ns0:lnTo>
                <ns0:lnTo>
                  <ns0:pt x="787680" y="775562"/>
                </ns0:lnTo>
                <ns0:lnTo>
                  <ns0:pt x="789120" y="779038"/>
                </ns0:lnTo>
                <ns0:lnTo>
                  <ns0:pt x="790560" y="783777"/>
                </ns0:lnTo>
                <ns0:lnTo>
                  <ns0:pt x="792000" y="789595"/>
                </ns0:lnTo>
                <ns0:lnTo>
                  <ns0:pt x="793440" y="795273"/>
                </ns0:lnTo>
                <ns0:lnTo>
                  <ns0:pt x="794880" y="799939"/>
                </ns0:lnTo>
                <ns0:lnTo>
                  <ns0:pt x="796320" y="804804"/>
                </ns0:lnTo>
                <ns0:lnTo>
                  <ns0:pt x="797760" y="807918"/>
                </ns0:lnTo>
                <ns0:lnTo>
                  <ns0:pt x="799200" y="806840"/>
                </ns0:lnTo>
                <ns0:lnTo>
                  <ns0:pt x="800640" y="802949"/>
                </ns0:lnTo>
                <ns0:lnTo>
                  <ns0:pt x="802080" y="804314"/>
                </ns0:lnTo>
                <ns0:lnTo>
                  <ns0:pt x="803520" y="807646"/>
                </ns0:lnTo>
                <ns0:lnTo>
                  <ns0:pt x="804960" y="809369"/>
                </ns0:lnTo>
                <ns0:lnTo>
                  <ns0:pt x="806400" y="809797"/>
                </ns0:lnTo>
                <ns0:lnTo>
                  <ns0:pt x="807840" y="809648"/>
                </ns0:lnTo>
                <ns0:lnTo>
                  <ns0:pt x="809280" y="809725"/>
                </ns0:lnTo>
                <ns0:lnTo>
                  <ns0:pt x="810720" y="808242"/>
                </ns0:lnTo>
                <ns0:lnTo>
                  <ns0:pt x="812160" y="803954"/>
                </ns0:lnTo>
                <ns0:lnTo>
                  <ns0:pt x="813600" y="798503"/>
                </ns0:lnTo>
                <ns0:lnTo>
                  <ns0:pt x="815040" y="794137"/>
                </ns0:lnTo>
                <ns0:lnTo>
                  <ns0:pt x="816480" y="790963"/>
                </ns0:lnTo>
                <ns0:lnTo>
                  <ns0:pt x="817920" y="793800"/>
                </ns0:lnTo>
                <ns0:lnTo>
                  <ns0:pt x="819360" y="804685"/>
                </ns0:lnTo>
                <ns0:lnTo>
                  <ns0:pt x="820800" y="821672"/>
                </ns0:lnTo>
                <ns0:lnTo>
                  <ns0:pt x="822240" y="838730"/>
                </ns0:lnTo>
                <ns0:lnTo>
                  <ns0:pt x="823680" y="846371"/>
                </ns0:lnTo>
                <ns0:lnTo>
                  <ns0:pt x="825120" y="845852"/>
                </ns0:lnTo>
                <ns0:lnTo>
                  <ns0:pt x="826560" y="844415"/>
                </ns0:lnTo>
                <ns0:lnTo>
                  <ns0:pt x="828000" y="842029"/>
                </ns0:lnTo>
                <ns0:lnTo>
                  <ns0:pt x="829440" y="836568"/>
                </ns0:lnTo>
                <ns0:lnTo>
                  <ns0:pt x="830880" y="831275"/>
                </ns0:lnTo>
                <ns0:lnTo>
                  <ns0:pt x="832320" y="826456"/>
                </ns0:lnTo>
                <ns0:lnTo>
                  <ns0:pt x="833760" y="819724"/>
                </ns0:lnTo>
                <ns0:lnTo>
                  <ns0:pt x="835200" y="813400"/>
                </ns0:lnTo>
                <ns0:lnTo>
                  <ns0:pt x="836640" y="808068"/>
                </ns0:lnTo>
                <ns0:lnTo>
                  <ns0:pt x="838080" y="802741"/>
                </ns0:lnTo>
                <ns0:lnTo>
                  <ns0:pt x="839520" y="797626"/>
                </ns0:lnTo>
                <ns0:lnTo>
                  <ns0:pt x="840960" y="793350"/>
                </ns0:lnTo>
                <ns0:lnTo>
                  <ns0:pt x="842400" y="788174"/>
                </ns0:lnTo>
                <ns0:lnTo>
                  <ns0:pt x="843840" y="782866"/>
                </ns0:lnTo>
                <ns0:lnTo>
                  <ns0:pt x="845280" y="782102"/>
                </ns0:lnTo>
                <ns0:lnTo>
                  <ns0:pt x="846720" y="789753"/>
                </ns0:lnTo>
                <ns0:lnTo>
                  <ns0:pt x="848160" y="794419"/>
                </ns0:lnTo>
                <ns0:lnTo>
                  <ns0:pt x="849600" y="799448"/>
                </ns0:lnTo>
                <ns0:lnTo>
                  <ns0:pt x="851040" y="804262"/>
                </ns0:lnTo>
                <ns0:lnTo>
                  <ns0:pt x="852480" y="809636"/>
                </ns0:lnTo>
                <ns0:lnTo>
                  <ns0:pt x="853920" y="810453"/>
                </ns0:lnTo>
                <ns0:lnTo>
                  <ns0:pt x="855360" y="801049"/>
                </ns0:lnTo>
                <ns0:lnTo>
                  <ns0:pt x="856800" y="778974"/>
                </ns0:lnTo>
                <ns0:lnTo>
                  <ns0:pt x="858240" y="747250"/>
                </ns0:lnTo>
                <ns0:lnTo>
                  <ns0:pt x="859680" y="726816"/>
                </ns0:lnTo>
                <ns0:lnTo>
                  <ns0:pt x="861120" y="724901"/>
                </ns0:lnTo>
                <ns0:lnTo>
                  <ns0:pt x="862560" y="730030"/>
                </ns0:lnTo>
                <ns0:lnTo>
                  <ns0:pt x="864000" y="736164"/>
                </ns0:lnTo>
                <ns0:lnTo>
                  <ns0:pt x="865440" y="845173"/>
                </ns0:lnTo>
                <ns0:lnTo>
                  <ns0:pt x="866880" y="843934"/>
                </ns0:lnTo>
                <ns0:lnTo>
                  <ns0:pt x="868320" y="846757"/>
                </ns0:lnTo>
                <ns0:lnTo>
                  <ns0:pt x="869760" y="845332"/>
                </ns0:lnTo>
                <ns0:lnTo>
                  <ns0:pt x="871200" y="840081"/>
                </ns0:lnTo>
                <ns0:lnTo>
                  <ns0:pt x="872640" y="831660"/>
                </ns0:lnTo>
                <ns0:lnTo>
                  <ns0:pt x="874080" y="824569"/>
                </ns0:lnTo>
                <ns0:lnTo>
                  <ns0:pt x="875520" y="823845"/>
                </ns0:lnTo>
                <ns0:lnTo>
                  <ns0:pt x="876960" y="825158"/>
                </ns0:lnTo>
                <ns0:lnTo>
                  <ns0:pt x="878400" y="826666"/>
                </ns0:lnTo>
                <ns0:lnTo>
                  <ns0:pt x="879840" y="827334"/>
                </ns0:lnTo>
                <ns0:lnTo>
                  <ns0:pt x="881280" y="824268"/>
                </ns0:lnTo>
                <ns0:lnTo>
                  <ns0:pt x="882720" y="819023"/>
                </ns0:lnTo>
                <ns0:lnTo>
                  <ns0:pt x="884160" y="807463"/>
                </ns0:lnTo>
                <ns0:lnTo>
                  <ns0:pt x="885600" y="793440"/>
                </ns0:lnTo>
                <ns0:lnTo>
                  <ns0:pt x="887040" y="778809"/>
                </ns0:lnTo>
                <ns0:lnTo>
                  <ns0:pt x="888480" y="773001"/>
                </ns0:lnTo>
                <ns0:lnTo>
                  <ns0:pt x="889920" y="776275"/>
                </ns0:lnTo>
                <ns0:lnTo>
                  <ns0:pt x="891360" y="781120"/>
                </ns0:lnTo>
                <ns0:lnTo>
                  <ns0:pt x="892800" y="782757"/>
                </ns0:lnTo>
                <ns0:lnTo>
                  <ns0:pt x="894240" y="778483"/>
                </ns0:lnTo>
                <ns0:lnTo>
                  <ns0:pt x="895680" y="766758"/>
                </ns0:lnTo>
                <ns0:lnTo>
                  <ns0:pt x="897120" y="747379"/>
                </ns0:lnTo>
                <ns0:lnTo>
                  <ns0:pt x="898560" y="726616"/>
                </ns0:lnTo>
                <ns0:lnTo>
                  <ns0:pt x="900000" y="711166"/>
                </ns0:lnTo>
                <ns0:lnTo>
                  <ns0:pt x="901440" y="703947"/>
                </ns0:lnTo>
                <ns0:lnTo>
                  <ns0:pt x="902880" y="702543"/>
                </ns0:lnTo>
                <ns0:lnTo>
                  <ns0:pt x="904320" y="704465"/>
                </ns0:lnTo>
                <ns0:lnTo>
                  <ns0:pt x="905760" y="706939"/>
                </ns0:lnTo>
                <ns0:lnTo>
                  <ns0:pt x="907200" y="710946"/>
                </ns0:lnTo>
                <ns0:lnTo>
                  <ns0:pt x="908640" y="716809"/>
                </ns0:lnTo>
                <ns0:lnTo>
                  <ns0:pt x="910080" y="717053"/>
                </ns0:lnTo>
                <ns0:lnTo>
                  <ns0:pt x="911520" y="708563"/>
                </ns0:lnTo>
                <ns0:lnTo>
                  <ns0:pt x="912960" y="698181"/>
                </ns0:lnTo>
                <ns0:lnTo>
                  <ns0:pt x="914400" y="688603"/>
                </ns0:lnTo>
                <ns0:lnTo>
                  <ns0:pt x="915840" y="683663"/>
                </ns0:lnTo>
                <ns0:lnTo>
                  <ns0:pt x="917280" y="686793"/>
                </ns0:lnTo>
                <ns0:lnTo>
                  <ns0:pt x="918720" y="690873"/>
                </ns0:lnTo>
                <ns0:lnTo>
                  <ns0:pt x="920160" y="691315"/>
                </ns0:lnTo>
                <ns0:lnTo>
                  <ns0:pt x="921600" y="690401"/>
                </ns0:lnTo>
                <ns0:lnTo>
                  <ns0:pt x="923040" y="687427"/>
                </ns0:lnTo>
                <ns0:lnTo>
                  <ns0:pt x="924480" y="679749"/>
                </ns0:lnTo>
                <ns0:lnTo>
                  <ns0:pt x="925920" y="666658"/>
                </ns0:lnTo>
                <ns0:lnTo>
                  <ns0:pt x="927360" y="652465"/>
                </ns0:lnTo>
                <ns0:lnTo>
                  <ns0:pt x="928800" y="641432"/>
                </ns0:lnTo>
                <ns0:lnTo>
                  <ns0:pt x="930240" y="637386"/>
                </ns0:lnTo>
                <ns0:lnTo>
                  <ns0:pt x="931680" y="638292"/>
                </ns0:lnTo>
                <ns0:lnTo>
                  <ns0:pt x="933120" y="638780"/>
                </ns0:lnTo>
                <ns0:lnTo>
                  <ns0:pt x="934560" y="637249"/>
                </ns0:lnTo>
                <ns0:lnTo>
                  <ns0:pt x="936000" y="634207"/>
                </ns0:lnTo>
                <ns0:lnTo>
                  <ns0:pt x="937440" y="631583"/>
                </ns0:lnTo>
                <ns0:lnTo>
                  <ns0:pt x="938880" y="631613"/>
                </ns0:lnTo>
                <ns0:lnTo>
                  <ns0:pt x="940320" y="630846"/>
                </ns0:lnTo>
                <ns0:lnTo>
                  <ns0:pt x="941760" y="634140"/>
                </ns0:lnTo>
                <ns0:lnTo>
                  <ns0:pt x="943200" y="643040"/>
                </ns0:lnTo>
                <ns0:lnTo>
                  <ns0:pt x="944640" y="655610"/>
                </ns0:lnTo>
                <ns0:lnTo>
                  <ns0:pt x="946080" y="667872"/>
                </ns0:lnTo>
                <ns0:lnTo>
                  <ns0:pt x="947520" y="671985"/>
                </ns0:lnTo>
                <ns0:lnTo>
                  <ns0:pt x="948960" y="668509"/>
                </ns0:lnTo>
                <ns0:lnTo>
                  <ns0:pt x="950400" y="661834"/>
                </ns0:lnTo>
                <ns0:lnTo>
                  <ns0:pt x="951840" y="651246"/>
                </ns0:lnTo>
                <ns0:lnTo>
                  <ns0:pt x="953280" y="638381"/>
                </ns0:lnTo>
                <ns0:lnTo>
                  <ns0:pt x="954720" y="627065"/>
                </ns0:lnTo>
                <ns0:lnTo>
                  <ns0:pt x="956160" y="622954"/>
                </ns0:lnTo>
                <ns0:lnTo>
                  <ns0:pt x="957600" y="624894"/>
                </ns0:lnTo>
                <ns0:lnTo>
                  <ns0:pt x="959040" y="632627"/>
                </ns0:lnTo>
                <ns0:lnTo>
                  <ns0:pt x="960480" y="643932"/>
                </ns0:lnTo>
                <ns0:lnTo>
                  <ns0:pt x="961920" y="649234"/>
                </ns0:lnTo>
                <ns0:lnTo>
                  <ns0:pt x="963360" y="648731"/>
                </ns0:lnTo>
                <ns0:lnTo>
                  <ns0:pt x="964800" y="648733"/>
                </ns0:lnTo>
                <ns0:lnTo>
                  <ns0:pt x="966240" y="648507"/>
                </ns0:lnTo>
                <ns0:lnTo>
                  <ns0:pt x="967680" y="646556"/>
                </ns0:lnTo>
                <ns0:lnTo>
                  <ns0:pt x="969120" y="644614"/>
                </ns0:lnTo>
                <ns0:lnTo>
                  <ns0:pt x="970560" y="648888"/>
                </ns0:lnTo>
                <ns0:lnTo>
                  <ns0:pt x="972000" y="662723"/>
                </ns0:lnTo>
                <ns0:lnTo>
                  <ns0:pt x="973440" y="684236"/>
                </ns0:lnTo>
                <ns0:lnTo>
                  <ns0:pt x="974880" y="705773"/>
                </ns0:lnTo>
                <ns0:lnTo>
                  <ns0:pt x="976320" y="718461"/>
                </ns0:lnTo>
                <ns0:lnTo>
                  <ns0:pt x="977760" y="717573"/>
                </ns0:lnTo>
                <ns0:lnTo>
                  <ns0:pt x="979200" y="706423"/>
                </ns0:lnTo>
                <ns0:lnTo>
                  <ns0:pt x="980640" y="687879"/>
                </ns0:lnTo>
                <ns0:lnTo>
                  <ns0:pt x="982080" y="670119"/>
                </ns0:lnTo>
                <ns0:lnTo>
                  <ns0:pt x="983520" y="658848"/>
                </ns0:lnTo>
                <ns0:lnTo>
                  <ns0:pt x="984960" y="656356"/>
                </ns0:lnTo>
                <ns0:lnTo>
                  <ns0:pt x="986400" y="660334"/>
                </ns0:lnTo>
                <ns0:lnTo>
                  <ns0:pt x="987840" y="668214"/>
                </ns0:lnTo>
                <ns0:lnTo>
                  <ns0:pt x="989280" y="676403"/>
                </ns0:lnTo>
                <ns0:lnTo>
                  <ns0:pt x="990720" y="680935"/>
                </ns0:lnTo>
                <ns0:lnTo>
                  <ns0:pt x="992160" y="680273"/>
                </ns0:lnTo>
                <ns0:lnTo>
                  <ns0:pt x="993600" y="675652"/>
                </ns0:lnTo>
                <ns0:lnTo>
                  <ns0:pt x="995040" y="666702"/>
                </ns0:lnTo>
                <ns0:lnTo>
                  <ns0:pt x="996480" y="654141"/>
                </ns0:lnTo>
                <ns0:lnTo>
                  <ns0:pt x="997920" y="647448"/>
                </ns0:lnTo>
                <ns0:lnTo>
                  <ns0:pt x="999360" y="655864"/>
                </ns0:lnTo>
                <ns0:lnTo>
                  <ns0:pt x="1000800" y="674626"/>
                </ns0:lnTo>
                <ns0:lnTo>
                  <ns0:pt x="1002240" y="698564"/>
                </ns0:lnTo>
                <ns0:lnTo>
                  <ns0:pt x="1003680" y="722974"/>
                </ns0:lnTo>
                <ns0:lnTo>
                  <ns0:pt x="1005120" y="739954"/>
                </ns0:lnTo>
                <ns0:lnTo>
                  <ns0:pt x="1006560" y="743585"/>
                </ns0:lnTo>
                <ns0:lnTo>
                  <ns0:pt x="1008000" y="734872"/>
                </ns0:lnTo>
                <ns0:lnTo>
                  <ns0:pt x="1009440" y="716541"/>
                </ns0:lnTo>
                <ns0:lnTo>
                  <ns0:pt x="1010880" y="695920"/>
                </ns0:lnTo>
                <ns0:lnTo>
                  <ns0:pt x="1012320" y="679522"/>
                </ns0:lnTo>
                <ns0:lnTo>
                  <ns0:pt x="1013760" y="671930"/>
                </ns0:lnTo>
                <ns0:lnTo>
                  <ns0:pt x="1015200" y="671102"/>
                </ns0:lnTo>
                <ns0:lnTo>
                  <ns0:pt x="1016640" y="674650"/>
                </ns0:lnTo>
                <ns0:lnTo>
                  <ns0:pt x="1018080" y="678873"/>
                </ns0:lnTo>
                <ns0:lnTo>
                  <ns0:pt x="1019520" y="681157"/>
                </ns0:lnTo>
                <ns0:lnTo>
                  <ns0:pt x="1020960" y="680522"/>
                </ns0:lnTo>
                <ns0:lnTo>
                  <ns0:pt x="1022400" y="676523"/>
                </ns0:lnTo>
                <ns0:lnTo>
                  <ns0:pt x="1023840" y="668972"/>
                </ns0:lnTo>
                <ns0:lnTo>
                  <ns0:pt x="1025280" y="659023"/>
                </ns0:lnTo>
                <ns0:lnTo>
                  <ns0:pt x="1026720" y="653122"/>
                </ns0:lnTo>
                <ns0:lnTo>
                  <ns0:pt x="1028160" y="657412"/>
                </ns0:lnTo>
                <ns0:lnTo>
                  <ns0:pt x="1029600" y="671397"/>
                </ns0:lnTo>
                <ns0:lnTo>
                  <ns0:pt x="1031040" y="692083"/>
                </ns0:lnTo>
                <ns0:lnTo>
                  <ns0:pt x="1032480" y="711877"/>
                </ns0:lnTo>
                <ns0:lnTo>
                  <ns0:pt x="1033920" y="723360"/>
                </ns0:lnTo>
                <ns0:lnTo>
                  <ns0:pt x="1035360" y="721088"/>
                </ns0:lnTo>
                <ns0:lnTo>
                  <ns0:pt x="1036800" y="706853"/>
                </ns0:lnTo>
                <ns0:lnTo>
                  <ns0:pt x="1038240" y="683330"/>
                </ns0:lnTo>
                <ns0:lnTo>
                  <ns0:pt x="1039680" y="655180"/>
                </ns0:lnTo>
                <ns0:lnTo>
                  <ns0:pt x="1041120" y="630461"/>
                </ns0:lnTo>
                <ns0:lnTo>
                  <ns0:pt x="1042560" y="616705"/>
                </ns0:lnTo>
                <ns0:lnTo>
                  <ns0:pt x="1044000" y="610638"/>
                </ns0:lnTo>
                <ns0:lnTo>
                  <ns0:pt x="1045440" y="610065"/>
                </ns0:lnTo>
                <ns0:lnTo>
                  <ns0:pt x="1046880" y="611346"/>
                </ns0:lnTo>
                <ns0:lnTo>
                  <ns0:pt x="1048320" y="612647"/>
                </ns0:lnTo>
                <ns0:lnTo>
                  <ns0:pt x="1049760" y="613191"/>
                </ns0:lnTo>
                <ns0:lnTo>
                  <ns0:pt x="1051200" y="612024"/>
                </ns0:lnTo>
                <ns0:lnTo>
                  <ns0:pt x="1052640" y="608299"/>
                </ns0:lnTo>
                <ns0:lnTo>
                  <ns0:pt x="1054080" y="602822"/>
                </ns0:lnTo>
                <ns0:lnTo>
                  <ns0:pt x="1055520" y="601713"/>
                </ns0:lnTo>
                <ns0:lnTo>
                  <ns0:pt x="1056960" y="612294"/>
                </ns0:lnTo>
                <ns0:lnTo>
                  <ns0:pt x="1058400" y="634097"/>
                </ns0:lnTo>
                <ns0:lnTo>
                  <ns0:pt x="1059840" y="662671"/>
                </ns0:lnTo>
                <ns0:lnTo>
                  <ns0:pt x="1061280" y="687690"/>
                </ns0:lnTo>
                <ns0:lnTo>
                  <ns0:pt x="1062720" y="702041"/>
                </ns0:lnTo>
                <ns0:lnTo>
                  <ns0:pt x="1064160" y="706915"/>
                </ns0:lnTo>
                <ns0:lnTo>
                  <ns0:pt x="1065600" y="699470"/>
                </ns0:lnTo>
                <ns0:lnTo>
                  <ns0:pt x="1067040" y="679918"/>
                </ns0:lnTo>
                <ns0:lnTo>
                  <ns0:pt x="1068480" y="656707"/>
                </ns0:lnTo>
                <ns0:lnTo>
                  <ns0:pt x="1069920" y="639035"/>
                </ns0:lnTo>
                <ns0:lnTo>
                  <ns0:pt x="1071360" y="630119"/>
                </ns0:lnTo>
                <ns0:lnTo>
                  <ns0:pt x="1072800" y="626485"/>
                </ns0:lnTo>
                <ns0:lnTo>
                  <ns0:pt x="1074240" y="625970"/>
                </ns0:lnTo>
                <ns0:lnTo>
                  <ns0:pt x="1075680" y="627190"/>
                </ns0:lnTo>
                <ns0:lnTo>
                  <ns0:pt x="1077120" y="629633"/>
                </ns0:lnTo>
                <ns0:lnTo>
                  <ns0:pt x="1078560" y="633006"/>
                </ns0:lnTo>
                <ns0:lnTo>
                  <ns0:pt x="1080000" y="637823"/>
                </ns0:lnTo>
                <ns0:lnTo>
                  <ns0:pt x="1081440" y="641677"/>
                </ns0:lnTo>
                <ns0:lnTo>
                  <ns0:pt x="1082880" y="643206"/>
                </ns0:lnTo>
                <ns0:lnTo>
                  <ns0:pt x="1084320" y="644436"/>
                </ns0:lnTo>
                <ns0:lnTo>
                  <ns0:pt x="1085760" y="649461"/>
                </ns0:lnTo>
                <ns0:lnTo>
                  <ns0:pt x="1087200" y="661424"/>
                </ns0:lnTo>
                <ns0:lnTo>
                  <ns0:pt x="1088640" y="680257"/>
                </ns0:lnTo>
                <ns0:lnTo>
                  <ns0:pt x="1090080" y="698852"/>
                </ns0:lnTo>
                <ns0:lnTo>
                  <ns0:pt x="1091520" y="709090"/>
                </ns0:lnTo>
                <ns0:lnTo>
                  <ns0:pt x="1092960" y="710986"/>
                </ns0:lnTo>
                <ns0:lnTo>
                  <ns0:pt x="1094400" y="701728"/>
                </ns0:lnTo>
                <ns0:lnTo>
                  <ns0:pt x="1095840" y="680546"/>
                </ns0:lnTo>
                <ns0:lnTo>
                  <ns0:pt x="1097280" y="656773"/>
                </ns0:lnTo>
                <ns0:lnTo>
                  <ns0:pt x="1098720" y="640847"/>
                </ns0:lnTo>
                <ns0:lnTo>
                  <ns0:pt x="1100160" y="629567"/>
                </ns0:lnTo>
                <ns0:lnTo>
                  <ns0:pt x="1101600" y="624088"/>
                </ns0:lnTo>
                <ns0:lnTo>
                  <ns0:pt x="1103040" y="623119"/>
                </ns0:lnTo>
                <ns0:lnTo>
                  <ns0:pt x="1104480" y="623035"/>
                </ns0:lnTo>
                <ns0:lnTo>
                  <ns0:pt x="1105920" y="623011"/>
                </ns0:lnTo>
                <ns0:lnTo>
                  <ns0:pt x="1107360" y="623113"/>
                </ns0:lnTo>
                <ns0:lnTo>
                  <ns0:pt x="1108800" y="623326"/>
                </ns0:lnTo>
                <ns0:lnTo>
                  <ns0:pt x="1110240" y="624635"/>
                </ns0:lnTo>
                <ns0:lnTo>
                  <ns0:pt x="1111680" y="626282"/>
                </ns0:lnTo>
                <ns0:lnTo>
                  <ns0:pt x="1113120" y="630206"/>
                </ns0:lnTo>
                <ns0:lnTo>
                  <ns0:pt x="1114560" y="640980"/>
                </ns0:lnTo>
                <ns0:lnTo>
                  <ns0:pt x="1116000" y="655705"/>
                </ns0:lnTo>
                <ns0:lnTo>
                  <ns0:pt x="1117440" y="674416"/>
                </ns0:lnTo>
                <ns0:lnTo>
                  <ns0:pt x="1118880" y="694586"/>
                </ns0:lnTo>
                <ns0:lnTo>
                  <ns0:pt x="1120320" y="708532"/>
                </ns0:lnTo>
                <ns0:lnTo>
                  <ns0:pt x="1121760" y="718130"/>
                </ns0:lnTo>
                <ns0:lnTo>
                  <ns0:pt x="1123200" y="721343"/>
                </ns0:lnTo>
                <ns0:lnTo>
                  <ns0:pt x="1124640" y="714973"/>
                </ns0:lnTo>
                <ns0:lnTo>
                  <ns0:pt x="1126080" y="702819"/>
                </ns0:lnTo>
                <ns0:lnTo>
                  <ns0:pt x="1127520" y="693207"/>
                </ns0:lnTo>
                <ns0:lnTo>
                  <ns0:pt x="1128960" y="684619"/>
                </ns0:lnTo>
                <ns0:lnTo>
                  <ns0:pt x="1130400" y="677479"/>
                </ns0:lnTo>
                <ns0:lnTo>
                  <ns0:pt x="1131840" y="673933"/>
                </ns0:lnTo>
                <ns0:lnTo>
                  <ns0:pt x="1133280" y="672611"/>
                </ns0:lnTo>
                <ns0:lnTo>
                  <ns0:pt x="1134720" y="671601"/>
                </ns0:lnTo>
                <ns0:lnTo>
                  <ns0:pt x="1136160" y="671395"/>
                </ns0:lnTo>
                <ns0:lnTo>
                  <ns0:pt x="1137600" y="671678"/>
                </ns0:lnTo>
                <ns0:lnTo>
                  <ns0:pt x="1139040" y="672640"/>
                </ns0:lnTo>
                <ns0:lnTo>
                  <ns0:pt x="1140480" y="675132"/>
                </ns0:lnTo>
                <ns0:lnTo>
                  <ns0:pt x="1141920" y="681582"/>
                </ns0:lnTo>
                <ns0:lnTo>
                  <ns0:pt x="1143360" y="695765"/>
                </ns0:lnTo>
                <ns0:lnTo>
                  <ns0:pt x="1144800" y="713772"/>
                </ns0:lnTo>
                <ns0:lnTo>
                  <ns0:pt x="1146240" y="733006"/>
                </ns0:lnTo>
                <ns0:lnTo>
                  <ns0:pt x="1147680" y="750219"/>
                </ns0:lnTo>
                <ns0:lnTo>
                  <ns0:pt x="1149120" y="757069"/>
                </ns0:lnTo>
                <ns0:lnTo>
                  <ns0:pt x="1150560" y="752065"/>
                </ns0:lnTo>
                <ns0:lnTo>
                  <ns0:pt x="1152000" y="740528"/>
                </ns0:lnTo>
                <ns0:lnTo>
                  <ns0:pt x="1153440" y="724314"/>
                </ns0:lnTo>
                <ns0:lnTo>
                  <ns0:pt x="1154880" y="705862"/>
                </ns0:lnTo>
                <ns0:lnTo>
                  <ns0:pt x="1156320" y="692922"/>
                </ns0:lnTo>
                <ns0:lnTo>
                  <ns0:pt x="1157760" y="682756"/>
                </ns0:lnTo>
                <ns0:lnTo>
                  <ns0:pt x="1159200" y="672706"/>
                </ns0:lnTo>
                <ns0:lnTo>
                  <ns0:pt x="1160640" y="664145"/>
                </ns0:lnTo>
                <ns0:lnTo>
                  <ns0:pt x="1162080" y="658461"/>
                </ns0:lnTo>
                <ns0:lnTo>
                  <ns0:pt x="1163520" y="655423"/>
                </ns0:lnTo>
                <ns0:lnTo>
                  <ns0:pt x="1164960" y="654295"/>
                </ns0:lnTo>
                <ns0:lnTo>
                  <ns0:pt x="1166400" y="654372"/>
                </ns0:lnTo>
                <ns0:lnTo>
                  <ns0:pt x="1167840" y="654368"/>
                </ns0:lnTo>
                <ns0:lnTo>
                  <ns0:pt x="1169280" y="654184"/>
                </ns0:lnTo>
                <ns0:lnTo>
                  <ns0:pt x="1170720" y="654760"/>
                </ns0:lnTo>
                <ns0:lnTo>
                  <ns0:pt x="1172160" y="660937"/>
                </ns0:lnTo>
                <ns0:lnTo>
                  <ns0:pt x="1173600" y="673061"/>
                </ns0:lnTo>
                <ns0:lnTo>
                  <ns0:pt x="1175040" y="689458"/>
                </ns0:lnTo>
                <ns0:lnTo>
                  <ns0:pt x="1176480" y="707829"/>
                </ns0:lnTo>
                <ns0:lnTo>
                  <ns0:pt x="1177920" y="719916"/>
                </ns0:lnTo>
                <ns0:lnTo>
                  <ns0:pt x="1179360" y="719108"/>
                </ns0:lnTo>
                <ns0:lnTo>
                  <ns0:pt x="1180800" y="710631"/>
                </ns0:lnTo>
                <ns0:lnTo>
                  <ns0:pt x="1182240" y="695896"/>
                </ns0:lnTo>
                <ns0:lnTo>
                  <ns0:pt x="1183680" y="677862"/>
                </ns0:lnTo>
                <ns0:lnTo>
                  <ns0:pt x="1185120" y="668395"/>
                </ns0:lnTo>
                <ns0:lnTo>
                  <ns0:pt x="1186560" y="667168"/>
                </ns0:lnTo>
                <ns0:lnTo>
                  <ns0:pt x="1188000" y="666877"/>
                </ns0:lnTo>
                <ns0:lnTo>
                  <ns0:pt x="1189440" y="666615"/>
                </ns0:lnTo>
                <ns0:lnTo>
                  <ns0:pt x="1190880" y="667775"/>
                </ns0:lnTo>
                <ns0:lnTo>
                  <ns0:pt x="1192320" y="671379"/>
                </ns0:lnTo>
                <ns0:lnTo>
                  <ns0:pt x="1193760" y="670609"/>
                </ns0:lnTo>
                <ns0:lnTo>
                  <ns0:pt x="1195200" y="663469"/>
                </ns0:lnTo>
                <ns0:lnTo>
                  <ns0:pt x="1196640" y="657905"/>
                </ns0:lnTo>
                <ns0:lnTo>
                  <ns0:pt x="1198080" y="662256"/>
                </ns0:lnTo>
                <ns0:lnTo>
                  <ns0:pt x="1199520" y="681710"/>
                </ns0:lnTo>
                <ns0:lnTo>
                  <ns0:pt x="1200960" y="711425"/>
                </ns0:lnTo>
                <ns0:lnTo>
                  <ns0:pt x="1202400" y="739237"/>
                </ns0:lnTo>
                <ns0:lnTo>
                  <ns0:pt x="1203840" y="760505"/>
                </ns0:lnTo>
                <ns0:lnTo>
                  <ns0:pt x="1205280" y="774410"/>
                </ns0:lnTo>
                <ns0:lnTo>
                  <ns0:pt x="1206720" y="779969"/>
                </ns0:lnTo>
                <ns0:lnTo>
                  <ns0:pt x="1208160" y="779793"/>
                </ns0:lnTo>
                <ns0:lnTo>
                  <ns0:pt x="1209600" y="774702"/>
                </ns0:lnTo>
                <ns0:lnTo>
                  <ns0:pt x="1211040" y="763358"/>
                </ns0:lnTo>
                <ns0:lnTo>
                  <ns0:pt x="1212480" y="746527"/>
                </ns0:lnTo>
                <ns0:lnTo>
                  <ns0:pt x="1213920" y="730450"/>
                </ns0:lnTo>
                <ns0:lnTo>
                  <ns0:pt x="1215360" y="719307"/>
                </ns0:lnTo>
                <ns0:lnTo>
                  <ns0:pt x="1216800" y="710334"/>
                </ns0:lnTo>
                <ns0:lnTo>
                  <ns0:pt x="1218240" y="703721"/>
                </ns0:lnTo>
                <ns0:lnTo>
                  <ns0:pt x="1219680" y="699343"/>
                </ns0:lnTo>
                <ns0:lnTo>
                  <ns0:pt x="1221120" y="694713"/>
                </ns0:lnTo>
                <ns0:lnTo>
                  <ns0:pt x="1222560" y="690160"/>
                </ns0:lnTo>
                <ns0:lnTo>
                  <ns0:pt x="1224000" y="687858"/>
                </ns0:lnTo>
                <ns0:lnTo>
                  <ns0:pt x="1225440" y="687704"/>
                </ns0:lnTo>
                <ns0:lnTo>
                  <ns0:pt x="1226880" y="689388"/>
                </ns0:lnTo>
                <ns0:lnTo>
                  <ns0:pt x="1228320" y="690625"/>
                </ns0:lnTo>
                <ns0:lnTo>
                  <ns0:pt x="1229760" y="690252"/>
                </ns0:lnTo>
                <ns0:lnTo>
                  <ns0:pt x="1231200" y="692520"/>
                </ns0:lnTo>
                <ns0:lnTo>
                  <ns0:pt x="1232640" y="698760"/>
                </ns0:lnTo>
                <ns0:lnTo>
                  <ns0:pt x="1234080" y="704377"/>
                </ns0:lnTo>
                <ns0:lnTo>
                  <ns0:pt x="1235520" y="700095"/>
                </ns0:lnTo>
                <ns0:lnTo>
                  <ns0:pt x="1236960" y="688593"/>
                </ns0:lnTo>
                <ns0:lnTo>
                  <ns0:pt x="1238400" y="686824"/>
                </ns0:lnTo>
                <ns0:lnTo>
                  <ns0:pt x="1239840" y="697203"/>
                </ns0:lnTo>
                <ns0:lnTo>
                  <ns0:pt x="1241280" y="721601"/>
                </ns0:lnTo>
                <ns0:lnTo>
                  <ns0:pt x="1242720" y="757167"/>
                </ns0:lnTo>
                <ns0:lnTo>
                  <ns0:pt x="1244160" y="782370"/>
                </ns0:lnTo>
                <ns0:lnTo>
                  <ns0:pt x="1245600" y="791325"/>
                </ns0:lnTo>
                <ns0:lnTo>
                  <ns0:pt x="1247040" y="791218"/>
                </ns0:lnTo>
                <ns0:lnTo>
                  <ns0:pt x="1248480" y="791738"/>
                </ns0:lnTo>
                <ns0:lnTo>
                  <ns0:pt x="1249920" y="797174"/>
                </ns0:lnTo>
                <ns0:lnTo>
                  <ns0:pt x="1251360" y="799100"/>
                </ns0:lnTo>
                <ns0:lnTo>
                  <ns0:pt x="1252800" y="796969"/>
                </ns0:lnTo>
                <ns0:lnTo>
                  <ns0:pt x="1254240" y="796423"/>
                </ns0:lnTo>
                <ns0:lnTo>
                  <ns0:pt x="1255680" y="800736"/>
                </ns0:lnTo>
                <ns0:lnTo>
                  <ns0:pt x="1257120" y="812611"/>
                </ns0:lnTo>
                <ns0:lnTo>
                  <ns0:pt x="1258560" y="827536"/>
                </ns0:lnTo>
                <ns0:lnTo>
                  <ns0:pt x="1260000" y="843016"/>
                </ns0:lnTo>
                <ns0:lnTo>
                  <ns0:pt x="1261440" y="858841"/>
                </ns0:lnTo>
                <ns0:lnTo>
                  <ns0:pt x="1262880" y="870117"/>
                </ns0:lnTo>
                <ns0:lnTo>
                  <ns0:pt x="1264320" y="876137"/>
                </ns0:lnTo>
                <ns0:lnTo>
                  <ns0:pt x="1265760" y="877862"/>
                </ns0:lnTo>
                <ns0:lnTo>
                  <ns0:pt x="1267200" y="876346"/>
                </ns0:lnTo>
                <ns0:lnTo>
                  <ns0:pt x="1268640" y="872474"/>
                </ns0:lnTo>
                <ns0:lnTo>
                  <ns0:pt x="1270080" y="866497"/>
                </ns0:lnTo>
                <ns0:lnTo>
                  <ns0:pt x="1271520" y="859142"/>
                </ns0:lnTo>
                <ns0:lnTo>
                  <ns0:pt x="1272960" y="847546"/>
                </ns0:lnTo>
                <ns0:lnTo>
                  <ns0:pt x="1274400" y="827234"/>
                </ns0:lnTo>
                <ns0:lnTo>
                  <ns0:pt x="1275840" y="801500"/>
                </ns0:lnTo>
                <ns0:lnTo>
                  <ns0:pt x="1277280" y="767860"/>
                </ns0:lnTo>
                <ns0:lnTo>
                  <ns0:pt x="1278720" y="726068"/>
                </ns0:lnTo>
                <ns0:lnTo>
                  <ns0:pt x="1280160" y="690503"/>
                </ns0:lnTo>
                <ns0:lnTo>
                  <ns0:pt x="1281600" y="671300"/>
                </ns0:lnTo>
                <ns0:lnTo>
                  <ns0:pt x="1283040" y="666524"/>
                </ns0:lnTo>
                <ns0:lnTo>
                  <ns0:pt x="1284480" y="668681"/>
                </ns0:lnTo>
                <ns0:lnTo>
                  <ns0:pt x="1285920" y="668520"/>
                </ns0:lnTo>
                <ns0:lnTo>
                  <ns0:pt x="1287360" y="668184"/>
                </ns0:lnTo>
                <ns0:lnTo>
                  <ns0:pt x="1288800" y="673485"/>
                </ns0:lnTo>
                <ns0:lnTo>
                  <ns0:pt x="1290240" y="682762"/>
                </ns0:lnTo>
                <ns0:lnTo>
                  <ns0:pt x="1291680" y="691940"/>
                </ns0:lnTo>
                <ns0:lnTo>
                  <ns0:pt x="1293120" y="699140"/>
                </ns0:lnTo>
                <ns0:lnTo>
                  <ns0:pt x="1294560" y="709262"/>
                </ns0:lnTo>
                <ns0:lnTo>
                  <ns0:pt x="1296000" y="718442"/>
                </ns0:lnTo>
                <ns0:lnTo>
                  <ns0:pt x="1297440" y="720800"/>
                </ns0:lnTo>
                <ns0:lnTo>
                  <ns0:pt x="1298880" y="722745"/>
                </ns0:lnTo>
                <ns0:lnTo>
                  <ns0:pt x="1300320" y="719572"/>
                </ns0:lnTo>
                <ns0:lnTo>
                  <ns0:pt x="1301760" y="712729"/>
                </ns0:lnTo>
                <ns0:lnTo>
                  <ns0:pt x="1303200" y="709181"/>
                </ns0:lnTo>
                <ns0:lnTo>
                  <ns0:pt x="1304640" y="709040"/>
                </ns0:lnTo>
                <ns0:lnTo>
                  <ns0:pt x="1306080" y="709563"/>
                </ns0:lnTo>
                <ns0:lnTo>
                  <ns0:pt x="1307520" y="709142"/>
                </ns0:lnTo>
                <ns0:lnTo>
                  <ns0:pt x="1308960" y="708189"/>
                </ns0:lnTo>
                <ns0:lnTo>
                  <ns0:pt x="1310400" y="708319"/>
                </ns0:lnTo>
                <ns0:lnTo>
                  <ns0:pt x="1311840" y="708386"/>
                </ns0:lnTo>
                <ns0:lnTo>
                  <ns0:pt x="1313280" y="709205"/>
                </ns0:lnTo>
                <ns0:lnTo>
                  <ns0:pt x="1314720" y="713708"/>
                </ns0:lnTo>
                <ns0:lnTo>
                  <ns0:pt x="1316160" y="722174"/>
                </ns0:lnTo>
                <ns0:lnTo>
                  <ns0:pt x="1317600" y="734531"/>
                </ns0:lnTo>
                <ns0:lnTo>
                  <ns0:pt x="1319040" y="748045"/>
                </ns0:lnTo>
                <ns0:lnTo>
                  <ns0:pt x="1320480" y="755289"/>
                </ns0:lnTo>
                <ns0:lnTo>
                  <ns0:pt x="1321920" y="758700"/>
                </ns0:lnTo>
                <ns0:lnTo>
                  <ns0:pt x="1323360" y="760028"/>
                </ns0:lnTo>
                <ns0:lnTo>
                  <ns0:pt x="1324800" y="758796"/>
                </ns0:lnTo>
                <ns0:lnTo>
                  <ns0:pt x="1326240" y="753403"/>
                </ns0:lnTo>
                <ns0:lnTo>
                  <ns0:pt x="1327680" y="743694"/>
                </ns0:lnTo>
                <ns0:lnTo>
                  <ns0:pt x="1329120" y="726464"/>
                </ns0:lnTo>
                <ns0:lnTo>
                  <ns0:pt x="1330560" y="699424"/>
                </ns0:lnTo>
                <ns0:lnTo>
                  <ns0:pt x="1332000" y="667306"/>
                </ns0:lnTo>
                <ns0:lnTo>
                  <ns0:pt x="1333440" y="636983"/>
                </ns0:lnTo>
                <ns0:lnTo>
                  <ns0:pt x="1334880" y="610383"/>
                </ns0:lnTo>
                <ns0:lnTo>
                  <ns0:pt x="1336320" y="597349"/>
                </ns0:lnTo>
                <ns0:lnTo>
                  <ns0:pt x="1337760" y="595852"/>
                </ns0:lnTo>
                <ns0:lnTo>
                  <ns0:pt x="1339200" y="596064"/>
                </ns0:lnTo>
                <ns0:lnTo>
                  <ns0:pt x="1340640" y="595726"/>
                </ns0:lnTo>
                <ns0:lnTo>
                  <ns0:pt x="1342080" y="595352"/>
                </ns0:lnTo>
                <ns0:lnTo>
                  <ns0:pt x="1343520" y="595334"/>
                </ns0:lnTo>
                <ns0:lnTo>
                  <ns0:pt x="1344960" y="595306"/>
                </ns0:lnTo>
                <ns0:lnTo>
                  <ns0:pt x="1346400" y="595793"/>
                </ns0:lnTo>
                <ns0:lnTo>
                  <ns0:pt x="1347840" y="601051"/>
                </ns0:lnTo>
                <ns0:lnTo>
                  <ns0:pt x="1349280" y="610251"/>
                </ns0:lnTo>
                <ns0:lnTo>
                  <ns0:pt x="1350720" y="621974"/>
                </ns0:lnTo>
                <ns0:lnTo>
                  <ns0:pt x="1352160" y="635110"/>
                </ns0:lnTo>
                <ns0:lnTo>
                  <ns0:pt x="1353600" y="640950"/>
                </ns0:lnTo>
                <ns0:lnTo>
                  <ns0:pt x="1355040" y="638068"/>
                </ns0:lnTo>
                <ns0:lnTo>
                  <ns0:pt x="1356480" y="637222"/>
                </ns0:lnTo>
                <ns0:lnTo>
                  <ns0:pt x="1357920" y="637324"/>
                </ns0:lnTo>
                <ns0:lnTo>
                  <ns0:pt x="1359360" y="636158"/>
                </ns0:lnTo>
                <ns0:lnTo>
                  <ns0:pt x="1360800" y="635369"/>
                </ns0:lnTo>
                <ns0:lnTo>
                  <ns0:pt x="1362240" y="635059"/>
                </ns0:lnTo>
                <ns0:lnTo>
                  <ns0:pt x="1363680" y="633698"/>
                </ns0:lnTo>
                <ns0:lnTo>
                  <ns0:pt x="1365120" y="632795"/>
                </ns0:lnTo>
                <ns0:lnTo>
                  <ns0:pt x="1366560" y="632947"/>
                </ns0:lnTo>
                <ns0:lnTo>
                  <ns0:pt x="1368000" y="633091"/>
                </ns0:lnTo>
                <ns0:lnTo>
                  <ns0:pt x="1369440" y="632730"/>
                </ns0:lnTo>
                <ns0:lnTo>
                  <ns0:pt x="1370880" y="634242"/>
                </ns0:lnTo>
                <ns0:lnTo>
                  <ns0:pt x="1372320" y="644236"/>
                </ns0:lnTo>
                <ns0:lnTo>
                  <ns0:pt x="1373760" y="662422"/>
                </ns0:lnTo>
                <ns0:lnTo>
                  <ns0:pt x="1375200" y="686435"/>
                </ns0:lnTo>
                <ns0:lnTo>
                  <ns0:pt x="1376640" y="710670"/>
                </ns0:lnTo>
                <ns0:lnTo>
                  <ns0:pt x="1378080" y="724050"/>
                </ns0:lnTo>
                <ns0:lnTo>
                  <ns0:pt x="1379520" y="727367"/>
                </ns0:lnTo>
                <ns0:lnTo>
                  <ns0:pt x="1380960" y="727620"/>
                </ns0:lnTo>
                <ns0:lnTo>
                  <ns0:pt x="1382400" y="727557"/>
                </ns0:lnTo>
                <ns0:lnTo>
                  <ns0:pt x="1383840" y="725079"/>
                </ns0:lnTo>
                <ns0:lnTo>
                  <ns0:pt x="1385280" y="718721"/>
                </ns0:lnTo>
                <ns0:lnTo>
                  <ns0:pt x="1386720" y="705991"/>
                </ns0:lnTo>
                <ns0:lnTo>
                  <ns0:pt x="1388160" y="686197"/>
                </ns0:lnTo>
                <ns0:lnTo>
                  <ns0:pt x="1389600" y="666215"/>
                </ns0:lnTo>
                <ns0:lnTo>
                  <ns0:pt x="1391040" y="650457"/>
                </ns0:lnTo>
                <ns0:lnTo>
                  <ns0:pt x="1392480" y="638716"/>
                </ns0:lnTo>
                <ns0:lnTo>
                  <ns0:pt x="1393920" y="629626"/>
                </ns0:lnTo>
                <ns0:lnTo>
                  <ns0:pt x="1395360" y="624057"/>
                </ns0:lnTo>
                <ns0:lnTo>
                  <ns0:pt x="1396800" y="620830"/>
                </ns0:lnTo>
                <ns0:lnTo>
                  <ns0:pt x="1398240" y="619367"/>
                </ns0:lnTo>
                <ns0:lnTo>
                  <ns0:pt x="1399680" y="622383"/>
                </ns0:lnTo>
                <ns0:lnTo>
                  <ns0:pt x="1401120" y="635728"/>
                </ns0:lnTo>
                <ns0:lnTo>
                  <ns0:pt x="1402560" y="655150"/>
                </ns0:lnTo>
                <ns0:lnTo>
                  <ns0:pt x="1404000" y="676642"/>
                </ns0:lnTo>
                <ns0:lnTo>
                  <ns0:pt x="1405440" y="697858"/>
                </ns0:lnTo>
                <ns0:lnTo>
                  <ns0:pt x="1406880" y="709787"/>
                </ns0:lnTo>
                <ns0:lnTo>
                  <ns0:pt x="1408320" y="707263"/>
                </ns0:lnTo>
                <ns0:lnTo>
                  <ns0:pt x="1409760" y="693413"/>
                </ns0:lnTo>
                <ns0:lnTo>
                  <ns0:pt x="1411200" y="670945"/>
                </ns0:lnTo>
                <ns0:lnTo>
                  <ns0:pt x="1412640" y="645008"/>
                </ns0:lnTo>
                <ns0:lnTo>
                  <ns0:pt x="1414080" y="632450"/>
                </ns0:lnTo>
                <ns0:lnTo>
                  <ns0:pt x="1415520" y="638808"/>
                </ns0:lnTo>
                <ns0:lnTo>
                  <ns0:pt x="1416960" y="651858"/>
                </ns0:lnTo>
                <ns0:lnTo>
                  <ns0:pt x="1418400" y="663642"/>
                </ns0:lnTo>
                <ns0:lnTo>
                  <ns0:pt x="1419840" y="669570"/>
                </ns0:lnTo>
                <ns0:lnTo>
                  <ns0:pt x="1421280" y="670839"/>
                </ns0:lnTo>
                <ns0:lnTo>
                  <ns0:pt x="1422720" y="670885"/>
                </ns0:lnTo>
                <ns0:lnTo>
                  <ns0:pt x="1424160" y="676017"/>
                </ns0:lnTo>
                <ns0:lnTo>
                  <ns0:pt x="1425600" y="681190"/>
                </ns0:lnTo>
                <ns0:lnTo>
                  <ns0:pt x="1427040" y="686753"/>
                </ns0:lnTo>
                <ns0:lnTo>
                  <ns0:pt x="1428480" y="692964"/>
                </ns0:lnTo>
                <ns0:lnTo>
                  <ns0:pt x="1429920" y="698992"/>
                </ns0:lnTo>
                <ns0:lnTo>
                  <ns0:pt x="1431360" y="704077"/>
                </ns0:lnTo>
                <ns0:lnTo>
                  <ns0:pt x="1432800" y="708713"/>
                </ns0:lnTo>
                <ns0:lnTo>
                  <ns0:pt x="1434240" y="713554"/>
                </ns0:lnTo>
                <ns0:lnTo>
                  <ns0:pt x="1435680" y="720358"/>
                </ns0:lnTo>
                <ns0:lnTo>
                  <ns0:pt x="1437120" y="720918"/>
                </ns0:lnTo>
                <ns0:lnTo>
                  <ns0:pt x="1438560" y="711101"/>
                </ns0:lnTo>
                <ns0:lnTo>
                  <ns0:pt x="1440000" y="691269"/>
                </ns0:lnTo>
                <ns0:lnTo>
                  <ns0:pt x="1440000" y="475052"/>
                </ns0:lnTo>
                <ns0:lnTo>
                  <ns0:pt x="1440000" y="475052"/>
                </ns0:lnTo>
                <ns0:lnTo>
                  <ns0:pt x="1438560" y="481786"/>
                </ns0:lnTo>
                <ns0:lnTo>
                  <ns0:pt x="1437120" y="489680"/>
                </ns0:lnTo>
                <ns0:lnTo>
                  <ns0:pt x="1435680" y="495528"/>
                </ns0:lnTo>
                <ns0:lnTo>
                  <ns0:pt x="1434240" y="489206"/>
                </ns0:lnTo>
                <ns0:lnTo>
                  <ns0:pt x="1432800" y="471190"/>
                </ns0:lnTo>
                <ns0:lnTo>
                  <ns0:pt x="1431360" y="452353"/>
                </ns0:lnTo>
                <ns0:lnTo>
                  <ns0:pt x="1429920" y="435222"/>
                </ns0:lnTo>
                <ns0:lnTo>
                  <ns0:pt x="1428480" y="423223"/>
                </ns0:lnTo>
                <ns0:lnTo>
                  <ns0:pt x="1427040" y="418450"/>
                </ns0:lnTo>
                <ns0:lnTo>
                  <ns0:pt x="1425600" y="416307"/>
                </ns0:lnTo>
                <ns0:lnTo>
                  <ns0:pt x="1424160" y="414648"/>
                </ns0:lnTo>
                <ns0:lnTo>
                  <ns0:pt x="1422720" y="411913"/>
                </ns0:lnTo>
                <ns0:lnTo>
                  <ns0:pt x="1421280" y="414287"/>
                </ns0:lnTo>
                <ns0:lnTo>
                  <ns0:pt x="1419840" y="405716"/>
                </ns0:lnTo>
                <ns0:lnTo>
                  <ns0:pt x="1418400" y="392972"/>
                </ns0:lnTo>
                <ns0:lnTo>
                  <ns0:pt x="1416960" y="383390"/>
                </ns0:lnTo>
                <ns0:lnTo>
                  <ns0:pt x="1415520" y="378738"/>
                </ns0:lnTo>
                <ns0:lnTo>
                  <ns0:pt x="1414080" y="377970"/>
                </ns0:lnTo>
                <ns0:lnTo>
                  <ns0:pt x="1412640" y="377922"/>
                </ns0:lnTo>
                <ns0:lnTo>
                  <ns0:pt x="1411200" y="378893"/>
                </ns0:lnTo>
                <ns0:lnTo>
                  <ns0:pt x="1409760" y="383409"/>
                </ns0:lnTo>
                <ns0:lnTo>
                  <ns0:pt x="1408320" y="388234"/>
                </ns0:lnTo>
                <ns0:lnTo>
                  <ns0:pt x="1406880" y="389479"/>
                </ns0:lnTo>
                <ns0:lnTo>
                  <ns0:pt x="1405440" y="382169"/>
                </ns0:lnTo>
                <ns0:lnTo>
                  <ns0:pt x="1404000" y="368762"/>
                </ns0:lnTo>
                <ns0:lnTo>
                  <ns0:pt x="1402560" y="353439"/>
                </ns0:lnTo>
                <ns0:lnTo>
                  <ns0:pt x="1401120" y="339217"/>
                </ns0:lnTo>
                <ns0:lnTo>
                  <ns0:pt x="1399680" y="327898"/>
                </ns0:lnTo>
                <ns0:lnTo>
                  <ns0:pt x="1398240" y="323885"/>
                </ns0:lnTo>
                <ns0:lnTo>
                  <ns0:pt x="1396800" y="326828"/>
                </ns0:lnTo>
                <ns0:lnTo>
                  <ns0:pt x="1395360" y="333285"/>
                </ns0:lnTo>
                <ns0:lnTo>
                  <ns0:pt x="1393920" y="342372"/>
                </ns0:lnTo>
                <ns0:lnTo>
                  <ns0:pt x="1392480" y="351396"/>
                </ns0:lnTo>
                <ns0:lnTo>
                  <ns0:pt x="1391040" y="357296"/>
                </ns0:lnTo>
                <ns0:lnTo>
                  <ns0:pt x="1389600" y="361874"/>
                </ns0:lnTo>
                <ns0:lnTo>
                  <ns0:pt x="1388160" y="366318"/>
                </ns0:lnTo>
                <ns0:lnTo>
                  <ns0:pt x="1386720" y="373081"/>
                </ns0:lnTo>
                <ns0:lnTo>
                  <ns0:pt x="1385280" y="383128"/>
                </ns0:lnTo>
                <ns0:lnTo>
                  <ns0:pt x="1383840" y="395762"/>
                </ns0:lnTo>
                <ns0:lnTo>
                  <ns0:pt x="1382400" y="407693"/>
                </ns0:lnTo>
                <ns0:lnTo>
                  <ns0:pt x="1380960" y="409908"/>
                </ns0:lnTo>
                <ns0:lnTo>
                  <ns0:pt x="1379520" y="402375"/>
                </ns0:lnTo>
                <ns0:lnTo>
                  <ns0:pt x="1378080" y="390411"/>
                </ns0:lnTo>
                <ns0:lnTo>
                  <ns0:pt x="1376640" y="375530"/>
                </ns0:lnTo>
                <ns0:lnTo>
                  <ns0:pt x="1375200" y="363783"/>
                </ns0:lnTo>
                <ns0:lnTo>
                  <ns0:pt x="1373760" y="358270"/>
                </ns0:lnTo>
                <ns0:lnTo>
                  <ns0:pt x="1372320" y="353691"/>
                </ns0:lnTo>
                <ns0:lnTo>
                  <ns0:pt x="1370880" y="346720"/>
                </ns0:lnTo>
                <ns0:lnTo>
                  <ns0:pt x="1369440" y="343168"/>
                </ns0:lnTo>
                <ns0:lnTo>
                  <ns0:pt x="1368000" y="346486"/>
                </ns0:lnTo>
                <ns0:lnTo>
                  <ns0:pt x="1366560" y="351797"/>
                </ns0:lnTo>
                <ns0:lnTo>
                  <ns0:pt x="1365120" y="358300"/>
                </ns0:lnTo>
                <ns0:lnTo>
                  <ns0:pt x="1363680" y="365731"/>
                </ns0:lnTo>
                <ns0:lnTo>
                  <ns0:pt x="1362240" y="369391"/>
                </ns0:lnTo>
                <ns0:lnTo>
                  <ns0:pt x="1360800" y="370027"/>
                </ns0:lnTo>
                <ns0:lnTo>
                  <ns0:pt x="1359360" y="370876"/>
                </ns0:lnTo>
                <ns0:lnTo>
                  <ns0:pt x="1357920" y="371441"/>
                </ns0:lnTo>
                <ns0:lnTo>
                  <ns0:pt x="1356480" y="371426"/>
                </ns0:lnTo>
                <ns0:lnTo>
                  <ns0:pt x="1355040" y="371354"/>
                </ns0:lnTo>
                <ns0:lnTo>
                  <ns0:pt x="1353600" y="370618"/>
                </ns0:lnTo>
                <ns0:lnTo>
                  <ns0:pt x="1352160" y="372302"/>
                </ns0:lnTo>
                <ns0:lnTo>
                  <ns0:pt x="1350720" y="375726"/>
                </ns0:lnTo>
                <ns0:lnTo>
                  <ns0:pt x="1349280" y="376822"/>
                </ns0:lnTo>
                <ns0:lnTo>
                  <ns0:pt x="1347840" y="373019"/>
                </ns0:lnTo>
                <ns0:lnTo>
                  <ns0:pt x="1346400" y="367173"/>
                </ns0:lnTo>
                <ns0:lnTo>
                  <ns0:pt x="1344960" y="365513"/>
                </ns0:lnTo>
                <ns0:lnTo>
                  <ns0:pt x="1343520" y="366362"/>
                </ns0:lnTo>
                <ns0:lnTo>
                  <ns0:pt x="1342080" y="366817"/>
                </ns0:lnTo>
                <ns0:lnTo>
                  <ns0:pt x="1340640" y="370459"/>
                </ns0:lnTo>
                <ns0:lnTo>
                  <ns0:pt x="1339200" y="374109"/>
                </ns0:lnTo>
                <ns0:lnTo>
                  <ns0:pt x="1337760" y="373415"/>
                </ns0:lnTo>
                <ns0:lnTo>
                  <ns0:pt x="1336320" y="375311"/>
                </ns0:lnTo>
                <ns0:lnTo>
                  <ns0:pt x="1334880" y="381265"/>
                </ns0:lnTo>
                <ns0:lnTo>
                  <ns0:pt x="1333440" y="385385"/>
                </ns0:lnTo>
                <ns0:lnTo>
                  <ns0:pt x="1332000" y="390215"/>
                </ns0:lnTo>
                <ns0:lnTo>
                  <ns0:pt x="1330560" y="398336"/>
                </ns0:lnTo>
                <ns0:lnTo>
                  <ns0:pt x="1329120" y="409143"/>
                </ns0:lnTo>
                <ns0:lnTo>
                  <ns0:pt x="1327680" y="419408"/>
                </ns0:lnTo>
                <ns0:lnTo>
                  <ns0:pt x="1326240" y="428688"/>
                </ns0:lnTo>
                <ns0:lnTo>
                  <ns0:pt x="1324800" y="437804"/>
                </ns0:lnTo>
                <ns0:lnTo>
                  <ns0:pt x="1323360" y="440719"/>
                </ns0:lnTo>
                <ns0:lnTo>
                  <ns0:pt x="1321920" y="437486"/>
                </ns0:lnTo>
                <ns0:lnTo>
                  <ns0:pt x="1320480" y="429934"/>
                </ns0:lnTo>
                <ns0:lnTo>
                  <ns0:pt x="1319040" y="417508"/>
                </ns0:lnTo>
                <ns0:lnTo>
                  <ns0:pt x="1317600" y="404349"/>
                </ns0:lnTo>
                <ns0:lnTo>
                  <ns0:pt x="1316160" y="393954"/>
                </ns0:lnTo>
                <ns0:lnTo>
                  <ns0:pt x="1314720" y="384859"/>
                </ns0:lnTo>
                <ns0:lnTo>
                  <ns0:pt x="1313280" y="375512"/>
                </ns0:lnTo>
                <ns0:lnTo>
                  <ns0:pt x="1311840" y="370606"/>
                </ns0:lnTo>
                <ns0:lnTo>
                  <ns0:pt x="1310400" y="370013"/>
                </ns0:lnTo>
                <ns0:lnTo>
                  <ns0:pt x="1308960" y="365890"/>
                </ns0:lnTo>
                <ns0:lnTo>
                  <ns0:pt x="1307520" y="356083"/>
                </ns0:lnTo>
                <ns0:lnTo>
                  <ns0:pt x="1306080" y="348237"/>
                </ns0:lnTo>
                <ns0:lnTo>
                  <ns0:pt x="1304640" y="343429"/>
                </ns0:lnTo>
                <ns0:lnTo>
                  <ns0:pt x="1303200" y="343959"/>
                </ns0:lnTo>
                <ns0:lnTo>
                  <ns0:pt x="1301760" y="350085"/>
                </ns0:lnTo>
                <ns0:lnTo>
                  <ns0:pt x="1300320" y="354877"/>
                </ns0:lnTo>
                <ns0:lnTo>
                  <ns0:pt x="1298880" y="355340"/>
                </ns0:lnTo>
                <ns0:lnTo>
                  <ns0:pt x="1297440" y="355578"/>
                </ns0:lnTo>
                <ns0:lnTo>
                  <ns0:pt x="1296000" y="356104"/>
                </ns0:lnTo>
                <ns0:lnTo>
                  <ns0:pt x="1294560" y="358411"/>
                </ns0:lnTo>
                <ns0:lnTo>
                  <ns0:pt x="1293120" y="360842"/>
                </ns0:lnTo>
                <ns0:lnTo>
                  <ns0:pt x="1291680" y="361824"/>
                </ns0:lnTo>
                <ns0:lnTo>
                  <ns0:pt x="1290240" y="360343"/>
                </ns0:lnTo>
                <ns0:lnTo>
                  <ns0:pt x="1288800" y="353753"/>
                </ns0:lnTo>
                <ns0:lnTo>
                  <ns0:pt x="1287360" y="337502"/>
                </ns0:lnTo>
                <ns0:lnTo>
                  <ns0:pt x="1285920" y="307521"/>
                </ns0:lnTo>
                <ns0:lnTo>
                  <ns0:pt x="1284480" y="279448"/>
                </ns0:lnTo>
                <ns0:lnTo>
                  <ns0:pt x="1283040" y="271131"/>
                </ns0:lnTo>
                <ns0:lnTo>
                  <ns0:pt x="1281600" y="275903"/>
                </ns0:lnTo>
                <ns0:lnTo>
                  <ns0:pt x="1280160" y="281468"/>
                </ns0:lnTo>
                <ns0:lnTo>
                  <ns0:pt x="1278720" y="284233"/>
                </ns0:lnTo>
                <ns0:lnTo>
                  <ns0:pt x="1277280" y="289502"/>
                </ns0:lnTo>
                <ns0:lnTo>
                  <ns0:pt x="1275840" y="300481"/>
                </ns0:lnTo>
                <ns0:lnTo>
                  <ns0:pt x="1274400" y="313577"/>
                </ns0:lnTo>
                <ns0:lnTo>
                  <ns0:pt x="1272960" y="331903"/>
                </ns0:lnTo>
                <ns0:lnTo>
                  <ns0:pt x="1271520" y="357758"/>
                </ns0:lnTo>
                <ns0:lnTo>
                  <ns0:pt x="1270080" y="382176"/>
                </ns0:lnTo>
                <ns0:lnTo>
                  <ns0:pt x="1268640" y="401340"/>
                </ns0:lnTo>
                <ns0:lnTo>
                  <ns0:pt x="1267200" y="413154"/>
                </ns0:lnTo>
                <ns0:lnTo>
                  <ns0:pt x="1265760" y="416171"/>
                </ns0:lnTo>
                <ns0:lnTo>
                  <ns0:pt x="1264320" y="413892"/>
                </ns0:lnTo>
                <ns0:lnTo>
                  <ns0:pt x="1262880" y="405992"/>
                </ns0:lnTo>
                <ns0:lnTo>
                  <ns0:pt x="1261440" y="390613"/>
                </ns0:lnTo>
                <ns0:lnTo>
                  <ns0:pt x="1260000" y="372695"/>
                </ns0:lnTo>
                <ns0:lnTo>
                  <ns0:pt x="1258560" y="352856"/>
                </ns0:lnTo>
                <ns0:lnTo>
                  <ns0:pt x="1257120" y="333284"/>
                </ns0:lnTo>
                <ns0:lnTo>
                  <ns0:pt x="1255680" y="319642"/>
                </ns0:lnTo>
                <ns0:lnTo>
                  <ns0:pt x="1254240" y="313067"/>
                </ns0:lnTo>
                <ns0:lnTo>
                  <ns0:pt x="1252800" y="314360"/>
                </ns0:lnTo>
                <ns0:lnTo>
                  <ns0:pt x="1251360" y="327612"/>
                </ns0:lnTo>
                <ns0:lnTo>
                  <ns0:pt x="1249920" y="358173"/>
                </ns0:lnTo>
                <ns0:lnTo>
                  <ns0:pt x="1248480" y="392166"/>
                </ns0:lnTo>
                <ns0:lnTo>
                  <ns0:pt x="1247040" y="408093"/>
                </ns0:lnTo>
                <ns0:lnTo>
                  <ns0:pt x="1245600" y="408314"/>
                </ns0:lnTo>
                <ns0:lnTo>
                  <ns0:pt x="1244160" y="403949"/>
                </ns0:lnTo>
                <ns0:lnTo>
                  <ns0:pt x="1242720" y="402609"/>
                </ns0:lnTo>
                <ns0:lnTo>
                  <ns0:pt x="1241280" y="408282"/>
                </ns0:lnTo>
                <ns0:lnTo>
                  <ns0:pt x="1239840" y="415570"/>
                </ns0:lnTo>
                <ns0:lnTo>
                  <ns0:pt x="1238400" y="419271"/>
                </ns0:lnTo>
                <ns0:lnTo>
                  <ns0:pt x="1236960" y="418627"/>
                </ns0:lnTo>
                <ns0:lnTo>
                  <ns0:pt x="1235520" y="415680"/>
                </ns0:lnTo>
                <ns0:lnTo>
                  <ns0:pt x="1234080" y="415584"/>
                </ns0:lnTo>
                <ns0:lnTo>
                  <ns0:pt x="1232640" y="413008"/>
                </ns0:lnTo>
                <ns0:lnTo>
                  <ns0:pt x="1231200" y="399947"/>
                </ns0:lnTo>
                <ns0:lnTo>
                  <ns0:pt x="1229760" y="372017"/>
                </ns0:lnTo>
                <ns0:lnTo>
                  <ns0:pt x="1228320" y="333301"/>
                </ns0:lnTo>
                <ns0:lnTo>
                  <ns0:pt x="1226880" y="304243"/>
                </ns0:lnTo>
                <ns0:lnTo>
                  <ns0:pt x="1225440" y="293799"/>
                </ns0:lnTo>
                <ns0:lnTo>
                  <ns0:pt x="1224000" y="294247"/>
                </ns0:lnTo>
                <ns0:lnTo>
                  <ns0:pt x="1222560" y="300509"/>
                </ns0:lnTo>
                <ns0:lnTo>
                  <ns0:pt x="1221120" y="310634"/>
                </ns0:lnTo>
                <ns0:lnTo>
                  <ns0:pt x="1219680" y="317815"/>
                </ns0:lnTo>
                <ns0:lnTo>
                  <ns0:pt x="1218240" y="322830"/>
                </ns0:lnTo>
                <ns0:lnTo>
                  <ns0:pt x="1216800" y="327892"/>
                </ns0:lnTo>
                <ns0:lnTo>
                  <ns0:pt x="1215360" y="333179"/>
                </ns0:lnTo>
                <ns0:lnTo>
                  <ns0:pt x="1213920" y="338729"/>
                </ns0:lnTo>
                <ns0:lnTo>
                  <ns0:pt x="1212480" y="345742"/>
                </ns0:lnTo>
                <ns0:lnTo>
                  <ns0:pt x="1211040" y="352942"/>
                </ns0:lnTo>
                <ns0:lnTo>
                  <ns0:pt x="1209600" y="358168"/>
                </ns0:lnTo>
                <ns0:lnTo>
                  <ns0:pt x="1208160" y="360989"/>
                </ns0:lnTo>
                <ns0:lnTo>
                  <ns0:pt x="1206720" y="361140"/>
                </ns0:lnTo>
                <ns0:lnTo>
                  <ns0:pt x="1205280" y="353399"/>
                </ns0:lnTo>
                <ns0:lnTo>
                  <ns0:pt x="1203840" y="338224"/>
                </ns0:lnTo>
                <ns0:lnTo>
                  <ns0:pt x="1202400" y="321729"/>
                </ns0:lnTo>
                <ns0:lnTo>
                  <ns0:pt x="1200960" y="306194"/>
                </ns0:lnTo>
                <ns0:lnTo>
                  <ns0:pt x="1199520" y="294245"/>
                </ns0:lnTo>
                <ns0:lnTo>
                  <ns0:pt x="1198080" y="286906"/>
                </ns0:lnTo>
                <ns0:lnTo>
                  <ns0:pt x="1196640" y="284181"/>
                </ns0:lnTo>
                <ns0:lnTo>
                  <ns0:pt x="1195200" y="290924"/>
                </ns0:lnTo>
                <ns0:lnTo>
                  <ns0:pt x="1193760" y="311721"/>
                </ns0:lnTo>
                <ns0:lnTo>
                  <ns0:pt x="1192320" y="347272"/>
                </ns0:lnTo>
                <ns0:lnTo>
                  <ns0:pt x="1190880" y="379810"/>
                </ns0:lnTo>
                <ns0:lnTo>
                  <ns0:pt x="1189440" y="394821"/>
                </ns0:lnTo>
                <ns0:lnTo>
                  <ns0:pt x="1188000" y="397763"/>
                </ns0:lnTo>
                <ns0:lnTo>
                  <ns0:pt x="1186560" y="398669"/>
                </ns0:lnTo>
                <ns0:lnTo>
                  <ns0:pt x="1185120" y="399911"/>
                </ns0:lnTo>
                <ns0:lnTo>
                  <ns0:pt x="1183680" y="402554"/>
                </ns0:lnTo>
                <ns0:lnTo>
                  <ns0:pt x="1182240" y="403372"/>
                </ns0:lnTo>
                <ns0:lnTo>
                  <ns0:pt x="1180800" y="403247"/>
                </ns0:lnTo>
                <ns0:lnTo>
                  <ns0:pt x="1179360" y="403257"/>
                </ns0:lnTo>
                <ns0:lnTo>
                  <ns0:pt x="1177920" y="403295"/>
                </ns0:lnTo>
                <ns0:lnTo>
                  <ns0:pt x="1176480" y="401654"/>
                </ns0:lnTo>
                <ns0:lnTo>
                  <ns0:pt x="1175040" y="397358"/>
                </ns0:lnTo>
                <ns0:lnTo>
                  <ns0:pt x="1173600" y="390619"/>
                </ns0:lnTo>
                <ns0:lnTo>
                  <ns0:pt x="1172160" y="380190"/>
                </ns0:lnTo>
                <ns0:lnTo>
                  <ns0:pt x="1170720" y="364591"/>
                </ns0:lnTo>
                <ns0:lnTo>
                  <ns0:pt x="1169280" y="352820"/>
                </ns0:lnTo>
                <ns0:lnTo>
                  <ns0:pt x="1167840" y="348200"/>
                </ns0:lnTo>
                <ns0:lnTo>
                  <ns0:pt x="1166400" y="348118"/>
                </ns0:lnTo>
                <ns0:lnTo>
                  <ns0:pt x="1164960" y="354738"/>
                </ns0:lnTo>
                <ns0:lnTo>
                  <ns0:pt x="1163520" y="364459"/>
                </ns0:lnTo>
                <ns0:lnTo>
                  <ns0:pt x="1162080" y="370969"/>
                </ns0:lnTo>
                <ns0:lnTo>
                  <ns0:pt x="1160640" y="375412"/>
                </ns0:lnTo>
                <ns0:lnTo>
                  <ns0:pt x="1159200" y="377919"/>
                </ns0:lnTo>
                <ns0:lnTo>
                  <ns0:pt x="1157760" y="379326"/>
                </ns0:lnTo>
                <ns0:lnTo>
                  <ns0:pt x="1156320" y="381235"/>
                </ns0:lnTo>
                <ns0:lnTo>
                  <ns0:pt x="1154880" y="385870"/>
                </ns0:lnTo>
                <ns0:lnTo>
                  <ns0:pt x="1153440" y="393935"/>
                </ns0:lnTo>
                <ns0:lnTo>
                  <ns0:pt x="1152000" y="404148"/>
                </ns0:lnTo>
                <ns0:lnTo>
                  <ns0:pt x="1150560" y="413072"/>
                </ns0:lnTo>
                <ns0:lnTo>
                  <ns0:pt x="1149120" y="417046"/>
                </ns0:lnTo>
                <ns0:lnTo>
                  <ns0:pt x="1147680" y="412482"/>
                </ns0:lnTo>
                <ns0:lnTo>
                  <ns0:pt x="1146240" y="404083"/>
                </ns0:lnTo>
                <ns0:lnTo>
                  <ns0:pt x="1144800" y="395363"/>
                </ns0:lnTo>
                <ns0:lnTo>
                  <ns0:pt x="1143360" y="385364"/>
                </ns0:lnTo>
                <ns0:lnTo>
                  <ns0:pt x="1141920" y="371818"/>
                </ns0:lnTo>
                <ns0:lnTo>
                  <ns0:pt x="1140480" y="358606"/>
                </ns0:lnTo>
                <ns0:lnTo>
                  <ns0:pt x="1139040" y="345775"/>
                </ns0:lnTo>
                <ns0:lnTo>
                  <ns0:pt x="1137600" y="331941"/>
                </ns0:lnTo>
                <ns0:lnTo>
                  <ns0:pt x="1136160" y="322965"/>
                </ns0:lnTo>
                <ns0:lnTo>
                  <ns0:pt x="1134720" y="326798"/>
                </ns0:lnTo>
                <ns0:lnTo>
                  <ns0:pt x="1133280" y="336669"/>
                </ns0:lnTo>
                <ns0:lnTo>
                  <ns0:pt x="1131840" y="346605"/>
                </ns0:lnTo>
                <ns0:lnTo>
                  <ns0:pt x="1130400" y="358573"/>
                </ns0:lnTo>
                <ns0:lnTo>
                  <ns0:pt x="1128960" y="368568"/>
                </ns0:lnTo>
                <ns0:lnTo>
                  <ns0:pt x="1127520" y="375062"/>
                </ns0:lnTo>
                <ns0:lnTo>
                  <ns0:pt x="1126080" y="379028"/>
                </ns0:lnTo>
                <ns0:lnTo>
                  <ns0:pt x="1124640" y="380147"/>
                </ns0:lnTo>
                <ns0:lnTo>
                  <ns0:pt x="1123200" y="380264"/>
                </ns0:lnTo>
                <ns0:lnTo>
                  <ns0:pt x="1121760" y="379963"/>
                </ns0:lnTo>
                <ns0:lnTo>
                  <ns0:pt x="1120320" y="377126"/>
                </ns0:lnTo>
                <ns0:lnTo>
                  <ns0:pt x="1118880" y="370784"/>
                </ns0:lnTo>
                <ns0:lnTo>
                  <ns0:pt x="1117440" y="366481"/>
                </ns0:lnTo>
                <ns0:lnTo>
                  <ns0:pt x="1116000" y="364924"/>
                </ns0:lnTo>
                <ns0:lnTo>
                  <ns0:pt x="1114560" y="363766"/>
                </ns0:lnTo>
                <ns0:lnTo>
                  <ns0:pt x="1113120" y="360574"/>
                </ns0:lnTo>
                <ns0:lnTo>
                  <ns0:pt x="1111680" y="357010"/>
                </ns0:lnTo>
                <ns0:lnTo>
                  <ns0:pt x="1110240" y="353354"/>
                </ns0:lnTo>
                <ns0:lnTo>
                  <ns0:pt x="1108800" y="344578"/>
                </ns0:lnTo>
                <ns0:lnTo>
                  <ns0:pt x="1107360" y="333027"/>
                </ns0:lnTo>
                <ns0:lnTo>
                  <ns0:pt x="1105920" y="329033"/>
                </ns0:lnTo>
                <ns0:lnTo>
                  <ns0:pt x="1104480" y="329393"/>
                </ns0:lnTo>
                <ns0:lnTo>
                  <ns0:pt x="1103040" y="333839"/>
                </ns0:lnTo>
                <ns0:lnTo>
                  <ns0:pt x="1101600" y="347488"/>
                </ns0:lnTo>
                <ns0:lnTo>
                  <ns0:pt x="1100160" y="364649"/>
                </ns0:lnTo>
                <ns0:lnTo>
                  <ns0:pt x="1098720" y="375431"/>
                </ns0:lnTo>
                <ns0:lnTo>
                  <ns0:pt x="1097280" y="381864"/>
                </ns0:lnTo>
                <ns0:lnTo>
                  <ns0:pt x="1095840" y="386072"/>
                </ns0:lnTo>
                <ns0:lnTo>
                  <ns0:pt x="1094400" y="387887"/>
                </ns0:lnTo>
                <ns0:lnTo>
                  <ns0:pt x="1092960" y="389135"/>
                </ns0:lnTo>
                <ns0:lnTo>
                  <ns0:pt x="1091520" y="388515"/>
                </ns0:lnTo>
                <ns0:lnTo>
                  <ns0:pt x="1090080" y="382723"/>
                </ns0:lnTo>
                <ns0:lnTo>
                  <ns0:pt x="1088640" y="375512"/>
                </ns0:lnTo>
                <ns0:lnTo>
                  <ns0:pt x="1087200" y="369023"/>
                </ns0:lnTo>
                <ns0:lnTo>
                  <ns0:pt x="1085760" y="362480"/>
                </ns0:lnTo>
                <ns0:lnTo>
                  <ns0:pt x="1084320" y="356453"/>
                </ns0:lnTo>
                <ns0:lnTo>
                  <ns0:pt x="1082880" y="353884"/>
                </ns0:lnTo>
                <ns0:lnTo>
                  <ns0:pt x="1081440" y="350707"/>
                </ns0:lnTo>
                <ns0:lnTo>
                  <ns0:pt x="1080000" y="342352"/>
                </ns0:lnTo>
                <ns0:lnTo>
                  <ns0:pt x="1078560" y="329229"/>
                </ns0:lnTo>
                <ns0:lnTo>
                  <ns0:pt x="1077120" y="318131"/>
                </ns0:lnTo>
                <ns0:lnTo>
                  <ns0:pt x="1075680" y="307754"/>
                </ns0:lnTo>
                <ns0:lnTo>
                  <ns0:pt x="1074240" y="298644"/>
                </ns0:lnTo>
                <ns0:lnTo>
                  <ns0:pt x="1072800" y="301879"/>
                </ns0:lnTo>
                <ns0:lnTo>
                  <ns0:pt x="1071360" y="315269"/>
                </ns0:lnTo>
                <ns0:lnTo>
                  <ns0:pt x="1069920" y="328214"/>
                </ns0:lnTo>
                <ns0:lnTo>
                  <ns0:pt x="1068480" y="339082"/>
                </ns0:lnTo>
                <ns0:lnTo>
                  <ns0:pt x="1067040" y="348908"/>
                </ns0:lnTo>
                <ns0:lnTo>
                  <ns0:pt x="1065600" y="354902"/>
                </ns0:lnTo>
                <ns0:lnTo>
                  <ns0:pt x="1064160" y="357120"/>
                </ns0:lnTo>
                <ns0:lnTo>
                  <ns0:pt x="1062720" y="355033"/>
                </ns0:lnTo>
                <ns0:lnTo>
                  <ns0:pt x="1061280" y="346851"/>
                </ns0:lnTo>
                <ns0:lnTo>
                  <ns0:pt x="1059840" y="338640"/>
                </ns0:lnTo>
                <ns0:lnTo>
                  <ns0:pt x="1058400" y="333120"/>
                </ns0:lnTo>
                <ns0:lnTo>
                  <ns0:pt x="1056960" y="327362"/>
                </ns0:lnTo>
                <ns0:lnTo>
                  <ns0:pt x="1055520" y="322578"/>
                </ns0:lnTo>
                <ns0:lnTo>
                  <ns0:pt x="1054080" y="323222"/>
                </ns0:lnTo>
                <ns0:lnTo>
                  <ns0:pt x="1052640" y="326664"/>
                </ns0:lnTo>
                <ns0:lnTo>
                  <ns0:pt x="1051200" y="329884"/>
                </ns0:lnTo>
                <ns0:lnTo>
                  <ns0:pt x="1049760" y="331383"/>
                </ns0:lnTo>
                <ns0:lnTo>
                  <ns0:pt x="1048320" y="329964"/>
                </ns0:lnTo>
                <ns0:lnTo>
                  <ns0:pt x="1046880" y="321540"/>
                </ns0:lnTo>
                <ns0:lnTo>
                  <ns0:pt x="1045440" y="312869"/>
                </ns0:lnTo>
                <ns0:lnTo>
                  <ns0:pt x="1044000" y="314902"/>
                </ns0:lnTo>
                <ns0:lnTo>
                  <ns0:pt x="1042560" y="327094"/>
                </ns0:lnTo>
                <ns0:lnTo>
                  <ns0:pt x="1041120" y="341018"/>
                </ns0:lnTo>
                <ns0:lnTo>
                  <ns0:pt x="1039680" y="355137"/>
                </ns0:lnTo>
                <ns0:lnTo>
                  <ns0:pt x="1038240" y="371668"/>
                </ns0:lnTo>
                <ns0:lnTo>
                  <ns0:pt x="1036800" y="383446"/>
                </ns0:lnTo>
                <ns0:lnTo>
                  <ns0:pt x="1035360" y="389861"/>
                </ns0:lnTo>
                <ns0:lnTo>
                  <ns0:pt x="1033920" y="391059"/>
                </ns0:lnTo>
                <ns0:lnTo>
                  <ns0:pt x="1032480" y="383740"/>
                </ns0:lnTo>
                <ns0:lnTo>
                  <ns0:pt x="1031040" y="371796"/>
                </ns0:lnTo>
                <ns0:lnTo>
                  <ns0:pt x="1029600" y="359021"/>
                </ns0:lnTo>
                <ns0:lnTo>
                  <ns0:pt x="1028160" y="348223"/>
                </ns0:lnTo>
                <ns0:lnTo>
                  <ns0:pt x="1026720" y="344112"/>
                </ns0:lnTo>
                <ns0:lnTo>
                  <ns0:pt x="1025280" y="349943"/>
                </ns0:lnTo>
                <ns0:lnTo>
                  <ns0:pt x="1023840" y="359873"/>
                </ns0:lnTo>
                <ns0:lnTo>
                  <ns0:pt x="1022400" y="370092"/>
                </ns0:lnTo>
                <ns0:lnTo>
                  <ns0:pt x="1020960" y="378873"/>
                </ns0:lnTo>
                <ns0:lnTo>
                  <ns0:pt x="1019520" y="381308"/>
                </ns0:lnTo>
                <ns0:lnTo>
                  <ns0:pt x="1018080" y="370575"/>
                </ns0:lnTo>
                <ns0:lnTo>
                  <ns0:pt x="1016640" y="355205"/>
                </ns0:lnTo>
                <ns0:lnTo>
                  <ns0:pt x="1015200" y="347449"/>
                </ns0:lnTo>
                <ns0:lnTo>
                  <ns0:pt x="1013760" y="348604"/>
                </ns0:lnTo>
                <ns0:lnTo>
                  <ns0:pt x="1012320" y="357634"/>
                </ns0:lnTo>
                <ns0:lnTo>
                  <ns0:pt x="1010880" y="375771"/>
                </ns0:lnTo>
                <ns0:lnTo>
                  <ns0:pt x="1009440" y="395951"/>
                </ns0:lnTo>
                <ns0:lnTo>
                  <ns0:pt x="1008000" y="408986"/>
                </ns0:lnTo>
                <ns0:lnTo>
                  <ns0:pt x="1006560" y="414064"/>
                </ns0:lnTo>
                <ns0:lnTo>
                  <ns0:pt x="1005120" y="411751"/>
                </ns0:lnTo>
                <ns0:lnTo>
                  <ns0:pt x="1003680" y="400671"/>
                </ns0:lnTo>
                <ns0:lnTo>
                  <ns0:pt x="1002240" y="386558"/>
                </ns0:lnTo>
                <ns0:lnTo>
                  <ns0:pt x="1000800" y="373279"/>
                </ns0:lnTo>
                <ns0:lnTo>
                  <ns0:pt x="999360" y="362412"/>
                </ns0:lnTo>
                <ns0:lnTo>
                  <ns0:pt x="997920" y="357737"/>
                </ns0:lnTo>
                <ns0:lnTo>
                  <ns0:pt x="996480" y="361892"/>
                </ns0:lnTo>
                <ns0:lnTo>
                  <ns0:pt x="995040" y="372481"/>
                </ns0:lnTo>
                <ns0:lnTo>
                  <ns0:pt x="993600" y="386294"/>
                </ns0:lnTo>
                <ns0:lnTo>
                  <ns0:pt x="992160" y="397716"/>
                </ns0:lnTo>
                <ns0:lnTo>
                  <ns0:pt x="990720" y="399738"/>
                </ns0:lnTo>
                <ns0:lnTo>
                  <ns0:pt x="989280" y="387256"/>
                </ns0:lnTo>
                <ns0:lnTo>
                  <ns0:pt x="987840" y="369275"/>
                </ns0:lnTo>
                <ns0:lnTo>
                  <ns0:pt x="986400" y="357103"/>
                </ns0:lnTo>
                <ns0:lnTo>
                  <ns0:pt x="984960" y="352530"/>
                </ns0:lnTo>
                <ns0:lnTo>
                  <ns0:pt x="983520" y="355401"/>
                </ns0:lnTo>
                <ns0:lnTo>
                  <ns0:pt x="982080" y="368638"/>
                </ns0:lnTo>
                <ns0:lnTo>
                  <ns0:pt x="980640" y="386220"/>
                </ns0:lnTo>
                <ns0:lnTo>
                  <ns0:pt x="979200" y="398624"/>
                </ns0:lnTo>
                <ns0:lnTo>
                  <ns0:pt x="977760" y="404667"/>
                </ns0:lnTo>
                <ns0:lnTo>
                  <ns0:pt x="976320" y="405117"/>
                </ns0:lnTo>
                <ns0:lnTo>
                  <ns0:pt x="974880" y="400087"/>
                </ns0:lnTo>
                <ns0:lnTo>
                  <ns0:pt x="973440" y="394331"/>
                </ns0:lnTo>
                <ns0:lnTo>
                  <ns0:pt x="972000" y="389841"/>
                </ns0:lnTo>
                <ns0:lnTo>
                  <ns0:pt x="970560" y="385380"/>
                </ns0:lnTo>
                <ns0:lnTo>
                  <ns0:pt x="969120" y="381862"/>
                </ns0:lnTo>
                <ns0:lnTo>
                  <ns0:pt x="967680" y="386094"/>
                </ns0:lnTo>
                <ns0:lnTo>
                  <ns0:pt x="966240" y="396580"/>
                </ns0:lnTo>
                <ns0:lnTo>
                  <ns0:pt x="964800" y="406349"/>
                </ns0:lnTo>
                <ns0:lnTo>
                  <ns0:pt x="963360" y="412493"/>
                </ns0:lnTo>
                <ns0:lnTo>
                  <ns0:pt x="961920" y="413840"/>
                </ns0:lnTo>
                <ns0:lnTo>
                  <ns0:pt x="960480" y="410216"/>
                </ns0:lnTo>
                <ns0:lnTo>
                  <ns0:pt x="959040" y="405595"/>
                </ns0:lnTo>
                <ns0:lnTo>
                  <ns0:pt x="957600" y="402948"/>
                </ns0:lnTo>
                <ns0:lnTo>
                  <ns0:pt x="956160" y="402113"/>
                </ns0:lnTo>
                <ns0:lnTo>
                  <ns0:pt x="954720" y="405202"/>
                </ns0:lnTo>
                <ns0:lnTo>
                  <ns0:pt x="953280" y="418150"/>
                </ns0:lnTo>
                <ns0:lnTo>
                  <ns0:pt x="951840" y="438249"/>
                </ns0:lnTo>
                <ns0:lnTo>
                  <ns0:pt x="950400" y="455097"/>
                </ns0:lnTo>
                <ns0:lnTo>
                  <ns0:pt x="948960" y="464677"/>
                </ns0:lnTo>
                <ns0:lnTo>
                  <ns0:pt x="947520" y="467977"/>
                </ns0:lnTo>
                <ns0:lnTo>
                  <ns0:pt x="946080" y="466641"/>
                </ns0:lnTo>
                <ns0:lnTo>
                  <ns0:pt x="944640" y="467677"/>
                </ns0:lnTo>
                <ns0:lnTo>
                  <ns0:pt x="943200" y="470828"/>
                </ns0:lnTo>
                <ns0:lnTo>
                  <ns0:pt x="941760" y="471897"/>
                </ns0:lnTo>
                <ns0:lnTo>
                  <ns0:pt x="940320" y="470864"/>
                </ns0:lnTo>
                <ns0:lnTo>
                  <ns0:pt x="938880" y="472297"/>
                </ns0:lnTo>
                <ns0:lnTo>
                  <ns0:pt x="937440" y="473445"/>
                </ns0:lnTo>
                <ns0:lnTo>
                  <ns0:pt x="936000" y="462959"/>
                </ns0:lnTo>
                <ns0:lnTo>
                  <ns0:pt x="934560" y="448809"/>
                </ns0:lnTo>
                <ns0:lnTo>
                  <ns0:pt x="933120" y="436863"/>
                </ns0:lnTo>
                <ns0:lnTo>
                  <ns0:pt x="931680" y="427315"/>
                </ns0:lnTo>
                <ns0:lnTo>
                  <ns0:pt x="930240" y="425244"/>
                </ns0:lnTo>
                <ns0:lnTo>
                  <ns0:pt x="928800" y="430027"/>
                </ns0:lnTo>
                <ns0:lnTo>
                  <ns0:pt x="927360" y="437303"/>
                </ns0:lnTo>
                <ns0:lnTo>
                  <ns0:pt x="925920" y="441865"/>
                </ns0:lnTo>
                <ns0:lnTo>
                  <ns0:pt x="924480" y="446952"/>
                </ns0:lnTo>
                <ns0:lnTo>
                  <ns0:pt x="923040" y="454579"/>
                </ns0:lnTo>
                <ns0:lnTo>
                  <ns0:pt x="921600" y="458856"/>
                </ns0:lnTo>
                <ns0:lnTo>
                  <ns0:pt x="920160" y="460181"/>
                </ns0:lnTo>
                <ns0:lnTo>
                  <ns0:pt x="918720" y="459689"/>
                </ns0:lnTo>
                <ns0:lnTo>
                  <ns0:pt x="917280" y="458369"/>
                </ns0:lnTo>
                <ns0:lnTo>
                  <ns0:pt x="915840" y="458565"/>
                </ns0:lnTo>
                <ns0:lnTo>
                  <ns0:pt x="914400" y="457838"/>
                </ns0:lnTo>
                <ns0:lnTo>
                  <ns0:pt x="912960" y="457454"/>
                </ns0:lnTo>
                <ns0:lnTo>
                  <ns0:pt x="911520" y="458354"/>
                </ns0:lnTo>
                <ns0:lnTo>
                  <ns0:pt x="910080" y="460868"/>
                </ns0:lnTo>
                <ns0:lnTo>
                  <ns0:pt x="908640" y="460684"/>
                </ns0:lnTo>
                <ns0:lnTo>
                  <ns0:pt x="907200" y="451645"/>
                </ns0:lnTo>
                <ns0:lnTo>
                  <ns0:pt x="905760" y="439166"/>
                </ns0:lnTo>
                <ns0:lnTo>
                  <ns0:pt x="904320" y="428589"/>
                </ns0:lnTo>
                <ns0:lnTo>
                  <ns0:pt x="902880" y="421764"/>
                </ns0:lnTo>
                <ns0:lnTo>
                  <ns0:pt x="901440" y="425147"/>
                </ns0:lnTo>
                <ns0:lnTo>
                  <ns0:pt x="900000" y="442129"/>
                </ns0:lnTo>
                <ns0:lnTo>
                  <ns0:pt x="898560" y="463180"/>
                </ns0:lnTo>
                <ns0:lnTo>
                  <ns0:pt x="897120" y="483584"/>
                </ns0:lnTo>
                <ns0:lnTo>
                  <ns0:pt x="895680" y="503340"/>
                </ns0:lnTo>
                <ns0:lnTo>
                  <ns0:pt x="894240" y="517063"/>
                </ns0:lnTo>
                <ns0:lnTo>
                  <ns0:pt x="892800" y="522173"/>
                </ns0:lnTo>
                <ns0:lnTo>
                  <ns0:pt x="891360" y="520663"/>
                </ns0:lnTo>
                <ns0:lnTo>
                  <ns0:pt x="889920" y="517276"/>
                </ns0:lnTo>
                <ns0:lnTo>
                  <ns0:pt x="888480" y="515757"/>
                </ns0:lnTo>
                <ns0:lnTo>
                  <ns0:pt x="887040" y="517677"/>
                </ns0:lnTo>
                <ns0:lnTo>
                  <ns0:pt x="885600" y="522579"/>
                </ns0:lnTo>
                <ns0:lnTo>
                  <ns0:pt x="884160" y="530252"/>
                </ns0:lnTo>
                <ns0:lnTo>
                  <ns0:pt x="882720" y="539213"/>
                </ns0:lnTo>
                <ns0:lnTo>
                  <ns0:pt x="881280" y="540652"/>
                </ns0:lnTo>
                <ns0:lnTo>
                  <ns0:pt x="879840" y="537617"/>
                </ns0:lnTo>
                <ns0:lnTo>
                  <ns0:pt x="878400" y="531984"/>
                </ns0:lnTo>
                <ns0:lnTo>
                  <ns0:pt x="876960" y="525740"/>
                </ns0:lnTo>
                <ns0:lnTo>
                  <ns0:pt x="875520" y="519168"/>
                </ns0:lnTo>
                <ns0:lnTo>
                  <ns0:pt x="874080" y="512946"/>
                </ns0:lnTo>
                <ns0:lnTo>
                  <ns0:pt x="872640" y="513030"/>
                </ns0:lnTo>
                <ns0:lnTo>
                  <ns0:pt x="871200" y="529071"/>
                </ns0:lnTo>
                <ns0:lnTo>
                  <ns0:pt x="869760" y="558590"/>
                </ns0:lnTo>
                <ns0:lnTo>
                  <ns0:pt x="868320" y="596915"/>
                </ns0:lnTo>
                <ns0:lnTo>
                  <ns0:pt x="866880" y="641190"/>
                </ns0:lnTo>
                <ns0:lnTo>
                  <ns0:pt x="865440" y="671815"/>
                </ns0:lnTo>
                <ns0:lnTo>
                  <ns0:pt x="864000" y="567563"/>
                </ns0:lnTo>
                <ns0:lnTo>
                  <ns0:pt x="862560" y="558066"/>
                </ns0:lnTo>
                <ns0:lnTo>
                  <ns0:pt x="861120" y="557320"/>
                </ns0:lnTo>
                <ns0:lnTo>
                  <ns0:pt x="859680" y="562345"/>
                </ns0:lnTo>
                <ns0:lnTo>
                  <ns0:pt x="858240" y="564292"/>
                </ns0:lnTo>
                <ns0:lnTo>
                  <ns0:pt x="856800" y="562511"/>
                </ns0:lnTo>
                <ns0:lnTo>
                  <ns0:pt x="855360" y="565343"/>
                </ns0:lnTo>
                <ns0:lnTo>
                  <ns0:pt x="853920" y="571236"/>
                </ns0:lnTo>
                <ns0:lnTo>
                  <ns0:pt x="852480" y="575635"/>
                </ns0:lnTo>
                <ns0:lnTo>
                  <ns0:pt x="851040" y="571665"/>
                </ns0:lnTo>
                <ns0:lnTo>
                  <ns0:pt x="849600" y="561874"/>
                </ns0:lnTo>
                <ns0:lnTo>
                  <ns0:pt x="848160" y="555465"/>
                </ns0:lnTo>
                <ns0:lnTo>
                  <ns0:pt x="846720" y="553123"/>
                </ns0:lnTo>
                <ns0:lnTo>
                  <ns0:pt x="845280" y="548282"/>
                </ns0:lnTo>
                <ns0:lnTo>
                  <ns0:pt x="843840" y="548956"/>
                </ns0:lnTo>
                <ns0:lnTo>
                  <ns0:pt x="842400" y="556815"/>
                </ns0:lnTo>
                <ns0:lnTo>
                  <ns0:pt x="840960" y="566936"/>
                </ns0:lnTo>
                <ns0:lnTo>
                  <ns0:pt x="839520" y="575531"/>
                </ns0:lnTo>
                <ns0:lnTo>
                  <ns0:pt x="838080" y="581998"/>
                </ns0:lnTo>
                <ns0:lnTo>
                  <ns0:pt x="836640" y="584466"/>
                </ns0:lnTo>
                <ns0:lnTo>
                  <ns0:pt x="835200" y="585191"/>
                </ns0:lnTo>
                <ns0:lnTo>
                  <ns0:pt x="833760" y="585444"/>
                </ns0:lnTo>
                <ns0:lnTo>
                  <ns0:pt x="832320" y="586493"/>
                </ns0:lnTo>
                <ns0:lnTo>
                  <ns0:pt x="830880" y="589603"/>
                </ns0:lnTo>
                <ns0:lnTo>
                  <ns0:pt x="829440" y="598483"/>
                </ns0:lnTo>
                <ns0:lnTo>
                  <ns0:pt x="828000" y="613658"/>
                </ns0:lnTo>
                <ns0:lnTo>
                  <ns0:pt x="826560" y="628727"/>
                </ns0:lnTo>
                <ns0:lnTo>
                  <ns0:pt x="825120" y="637403"/>
                </ns0:lnTo>
                <ns0:lnTo>
                  <ns0:pt x="823680" y="638462"/>
                </ns0:lnTo>
                <ns0:lnTo>
                  <ns0:pt x="822240" y="631466"/>
                </ns0:lnTo>
                <ns0:lnTo>
                  <ns0:pt x="820800" y="620615"/>
                </ns0:lnTo>
                <ns0:lnTo>
                  <ns0:pt x="819360" y="611600"/>
                </ns0:lnTo>
                <ns0:lnTo>
                  <ns0:pt x="817920" y="604477"/>
                </ns0:lnTo>
                <ns0:lnTo>
                  <ns0:pt x="816480" y="601135"/>
                </ns0:lnTo>
                <ns0:lnTo>
                  <ns0:pt x="815040" y="609012"/>
                </ns0:lnTo>
                <ns0:lnTo>
                  <ns0:pt x="813600" y="626079"/>
                </ns0:lnTo>
                <ns0:lnTo>
                  <ns0:pt x="812160" y="641963"/>
                </ns0:lnTo>
                <ns0:lnTo>
                  <ns0:pt x="810720" y="654015"/>
                </ns0:lnTo>
                <ns0:lnTo>
                  <ns0:pt x="809280" y="662710"/>
                </ns0:lnTo>
                <ns0:lnTo>
                  <ns0:pt x="807840" y="660256"/>
                </ns0:lnTo>
                <ns0:lnTo>
                  <ns0:pt x="806400" y="647813"/>
                </ns0:lnTo>
                <ns0:lnTo>
                  <ns0:pt x="804960" y="634012"/>
                </ns0:lnTo>
                <ns0:lnTo>
                  <ns0:pt x="803520" y="624740"/>
                </ns0:lnTo>
                <ns0:lnTo>
                  <ns0:pt x="802080" y="620099"/>
                </ns0:lnTo>
                <ns0:lnTo>
                  <ns0:pt x="800640" y="619832"/>
                </ns0:lnTo>
                <ns0:lnTo>
                  <ns0:pt x="799200" y="619185"/>
                </ns0:lnTo>
                <ns0:lnTo>
                  <ns0:pt x="797760" y="618971"/>
                </ns0:lnTo>
                <ns0:lnTo>
                  <ns0:pt x="796320" y="619208"/>
                </ns0:lnTo>
                <ns0:lnTo>
                  <ns0:pt x="794880" y="616524"/>
                </ns0:lnTo>
                <ns0:lnTo>
                  <ns0:pt x="793440" y="602823"/>
                </ns0:lnTo>
                <ns0:lnTo>
                  <ns0:pt x="792000" y="582986"/>
                </ns0:lnTo>
                <ns0:lnTo>
                  <ns0:pt x="790560" y="569379"/>
                </ns0:lnTo>
                <ns0:lnTo>
                  <ns0:pt x="789120" y="562463"/>
                </ns0:lnTo>
                <ns0:lnTo>
                  <ns0:pt x="787680" y="559361"/>
                </ns0:lnTo>
                <ns0:lnTo>
                  <ns0:pt x="786240" y="561821"/>
                </ns0:lnTo>
                <ns0:lnTo>
                  <ns0:pt x="784800" y="569687"/>
                </ns0:lnTo>
                <ns0:lnTo>
                  <ns0:pt x="783360" y="577774"/>
                </ns0:lnTo>
                <ns0:lnTo>
                  <ns0:pt x="781920" y="584428"/>
                </ns0:lnTo>
                <ns0:lnTo>
                  <ns0:pt x="780480" y="588854"/>
                </ns0:lnTo>
                <ns0:lnTo>
                  <ns0:pt x="779040" y="589711"/>
                </ns0:lnTo>
                <ns0:lnTo>
                  <ns0:pt x="777600" y="589210"/>
                </ns0:lnTo>
                <ns0:lnTo>
                  <ns0:pt x="776160" y="588790"/>
                </ns0:lnTo>
                <ns0:lnTo>
                  <ns0:pt x="774720" y="588551"/>
                </ns0:lnTo>
                <ns0:lnTo>
                  <ns0:pt x="773280" y="587919"/>
                </ns0:lnTo>
                <ns0:lnTo>
                  <ns0:pt x="771840" y="589850"/>
                </ns0:lnTo>
                <ns0:lnTo>
                  <ns0:pt x="770400" y="595809"/>
                </ns0:lnTo>
                <ns0:lnTo>
                  <ns0:pt x="768960" y="596288"/>
                </ns0:lnTo>
                <ns0:lnTo>
                  <ns0:pt x="767520" y="586953"/>
                </ns0:lnTo>
                <ns0:lnTo>
                  <ns0:pt x="766080" y="577627"/>
                </ns0:lnTo>
                <ns0:lnTo>
                  <ns0:pt x="764640" y="570530"/>
                </ns0:lnTo>
                <ns0:lnTo>
                  <ns0:pt x="763200" y="565803"/>
                </ns0:lnTo>
                <ns0:lnTo>
                  <ns0:pt x="761760" y="562931"/>
                </ns0:lnTo>
                <ns0:lnTo>
                  <ns0:pt x="760320" y="558772"/>
                </ns0:lnTo>
                <ns0:lnTo>
                  <ns0:pt x="758880" y="553232"/>
                </ns0:lnTo>
                <ns0:lnTo>
                  <ns0:pt x="757440" y="555343"/>
                </ns0:lnTo>
                <ns0:lnTo>
                  <ns0:pt x="756000" y="567224"/>
                </ns0:lnTo>
                <ns0:lnTo>
                  <ns0:pt x="754560" y="577689"/>
                </ns0:lnTo>
                <ns0:lnTo>
                  <ns0:pt x="753120" y="583442"/>
                </ns0:lnTo>
                <ns0:lnTo>
                  <ns0:pt x="751680" y="587103"/>
                </ns0:lnTo>
                <ns0:lnTo>
                  <ns0:pt x="750240" y="587482"/>
                </ns0:lnTo>
                <ns0:lnTo>
                  <ns0:pt x="748800" y="587532"/>
                </ns0:lnTo>
                <ns0:lnTo>
                  <ns0:pt x="747360" y="586698"/>
                </ns0:lnTo>
                <ns0:lnTo>
                  <ns0:pt x="745920" y="583636"/>
                </ns0:lnTo>
                <ns0:lnTo>
                  <ns0:pt x="744480" y="582873"/>
                </ns0:lnTo>
                <ns0:lnTo>
                  <ns0:pt x="743040" y="582880"/>
                </ns0:lnTo>
                <ns0:lnTo>
                  <ns0:pt x="741600" y="579646"/>
                </ns0:lnTo>
                <ns0:lnTo>
                  <ns0:pt x="740160" y="567589"/>
                </ns0:lnTo>
                <ns0:lnTo>
                  <ns0:pt x="738720" y="554310"/>
                </ns0:lnTo>
                <ns0:lnTo>
                  <ns0:pt x="737280" y="547777"/>
                </ns0:lnTo>
                <ns0:lnTo>
                  <ns0:pt x="735840" y="545426"/>
                </ns0:lnTo>
                <ns0:lnTo>
                  <ns0:pt x="734400" y="544548"/>
                </ns0:lnTo>
                <ns0:lnTo>
                  <ns0:pt x="732960" y="549416"/>
                </ns0:lnTo>
                <ns0:lnTo>
                  <ns0:pt x="731520" y="559363"/>
                </ns0:lnTo>
                <ns0:lnTo>
                  <ns0:pt x="730080" y="562341"/>
                </ns0:lnTo>
                <ns0:lnTo>
                  <ns0:pt x="728640" y="558295"/>
                </ns0:lnTo>
                <ns0:lnTo>
                  <ns0:pt x="727200" y="556799"/>
                </ns0:lnTo>
                <ns0:lnTo>
                  <ns0:pt x="725760" y="557762"/>
                </ns0:lnTo>
                <ns0:lnTo>
                  <ns0:pt x="724320" y="560586"/>
                </ns0:lnTo>
                <ns0:lnTo>
                  <ns0:pt x="722880" y="567720"/>
                </ns0:lnTo>
                <ns0:lnTo>
                  <ns0:pt x="721440" y="576228"/>
                </ns0:lnTo>
                <ns0:lnTo>
                  <ns0:pt x="720000" y="581860"/>
                </ns0:lnTo>
                <ns0:lnTo>
                  <ns0:pt x="718560" y="585087"/>
                </ns0:lnTo>
                <ns0:lnTo>
                  <ns0:pt x="717120" y="587280"/>
                </ns0:lnTo>
                <ns0:lnTo>
                  <ns0:pt x="715680" y="588583"/>
                </ns0:lnTo>
                <ns0:lnTo>
                  <ns0:pt x="714240" y="588441"/>
                </ns0:lnTo>
                <ns0:lnTo>
                  <ns0:pt x="712800" y="585401"/>
                </ns0:lnTo>
                <ns0:lnTo>
                  <ns0:pt x="711360" y="574005"/>
                </ns0:lnTo>
                <ns0:lnTo>
                  <ns0:pt x="709920" y="555705"/>
                </ns0:lnTo>
                <ns0:lnTo>
                  <ns0:pt x="708480" y="534877"/>
                </ns0:lnTo>
                <ns0:lnTo>
                  <ns0:pt x="707040" y="514404"/>
                </ns0:lnTo>
                <ns0:lnTo>
                  <ns0:pt x="705600" y="503607"/>
                </ns0:lnTo>
                <ns0:lnTo>
                  <ns0:pt x="704160" y="509462"/>
                </ns0:lnTo>
                <ns0:lnTo>
                  <ns0:pt x="702720" y="520418"/>
                </ns0:lnTo>
                <ns0:lnTo>
                  <ns0:pt x="701280" y="526694"/>
                </ns0:lnTo>
                <ns0:lnTo>
                  <ns0:pt x="699840" y="530374"/>
                </ns0:lnTo>
                <ns0:lnTo>
                  <ns0:pt x="698400" y="534462"/>
                </ns0:lnTo>
                <ns0:lnTo>
                  <ns0:pt x="696960" y="539610"/>
                </ns0:lnTo>
                <ns0:lnTo>
                  <ns0:pt x="695520" y="546658"/>
                </ns0:lnTo>
                <ns0:lnTo>
                  <ns0:pt x="694080" y="558129"/>
                </ns0:lnTo>
                <ns0:lnTo>
                  <ns0:pt x="692640" y="571748"/>
                </ns0:lnTo>
                <ns0:lnTo>
                  <ns0:pt x="691200" y="582471"/>
                </ns0:lnTo>
                <ns0:lnTo>
                  <ns0:pt x="689760" y="589734"/>
                </ns0:lnTo>
                <ns0:lnTo>
                  <ns0:pt x="688320" y="596250"/>
                </ns0:lnTo>
                <ns0:lnTo>
                  <ns0:pt x="686880" y="598654"/>
                </ns0:lnTo>
                <ns0:lnTo>
                  <ns0:pt x="685440" y="595599"/>
                </ns0:lnTo>
                <ns0:lnTo>
                  <ns0:pt x="684000" y="583166"/>
                </ns0:lnTo>
                <ns0:lnTo>
                  <ns0:pt x="682560" y="565227"/>
                </ns0:lnTo>
                <ns0:lnTo>
                  <ns0:pt x="681120" y="552683"/>
                </ns0:lnTo>
                <ns0:lnTo>
                  <ns0:pt x="679680" y="546619"/>
                </ns0:lnTo>
                <ns0:lnTo>
                  <ns0:pt x="678240" y="545118"/>
                </ns0:lnTo>
                <ns0:lnTo>
                  <ns0:pt x="676800" y="548288"/>
                </ns0:lnTo>
                <ns0:lnTo>
                  <ns0:pt x="675360" y="559235"/>
                </ns0:lnTo>
                <ns0:lnTo>
                  <ns0:pt x="673920" y="577014"/>
                </ns0:lnTo>
                <ns0:lnTo>
                  <ns0:pt x="672480" y="596868"/>
                </ns0:lnTo>
                <ns0:lnTo>
                  <ns0:pt x="671040" y="620690"/>
                </ns0:lnTo>
                <ns0:lnTo>
                  <ns0:pt x="669600" y="636741"/>
                </ns0:lnTo>
                <ns0:lnTo>
                  <ns0:pt x="668160" y="633216"/>
                </ns0:lnTo>
                <ns0:lnTo>
                  <ns0:pt x="666720" y="623380"/>
                </ns0:lnTo>
                <ns0:lnTo>
                  <ns0:pt x="665280" y="615661"/>
                </ns0:lnTo>
                <ns0:lnTo>
                  <ns0:pt x="663840" y="610115"/>
                </ns0:lnTo>
                <ns0:lnTo>
                  <ns0:pt x="662400" y="609215"/>
                </ns0:lnTo>
                <ns0:lnTo>
                  <ns0:pt x="660960" y="609264"/>
                </ns0:lnTo>
                <ns0:lnTo>
                  <ns0:pt x="659520" y="609007"/>
                </ns0:lnTo>
                <ns0:lnTo>
                  <ns0:pt x="658080" y="608440"/>
                </ns0:lnTo>
                <ns0:lnTo>
                  <ns0:pt x="656640" y="608289"/>
                </ns0:lnTo>
                <ns0:lnTo>
                  <ns0:pt x="655200" y="607699"/>
                </ns0:lnTo>
                <ns0:lnTo>
                  <ns0:pt x="653760" y="606192"/>
                </ns0:lnTo>
                <ns0:lnTo>
                  <ns0:pt x="652320" y="601969"/>
                </ns0:lnTo>
                <ns0:lnTo>
                  <ns0:pt x="650880" y="590235"/>
                </ns0:lnTo>
                <ns0:lnTo>
                  <ns0:pt x="649440" y="573841"/>
                </ns0:lnTo>
                <ns0:lnTo>
                  <ns0:pt x="648000" y="569719"/>
                </ns0:lnTo>
                <ns0:lnTo>
                  <ns0:pt x="646560" y="577538"/>
                </ns0:lnTo>
                <ns0:lnTo>
                  <ns0:pt x="645120" y="584410"/>
                </ns0:lnTo>
                <ns0:lnTo>
                  <ns0:pt x="643680" y="587962"/>
                </ns0:lnTo>
                <ns0:lnTo>
                  <ns0:pt x="642240" y="589200"/>
                </ns0:lnTo>
                <ns0:lnTo>
                  <ns0:pt x="640800" y="589322"/>
                </ns0:lnTo>
                <ns0:lnTo>
                  <ns0:pt x="639360" y="589753"/>
                </ns0:lnTo>
                <ns0:lnTo>
                  <ns0:pt x="637920" y="592128"/>
                </ns0:lnTo>
                <ns0:lnTo>
                  <ns0:pt x="636480" y="594937"/>
                </ns0:lnTo>
                <ns0:lnTo>
                  <ns0:pt x="635040" y="596464"/>
                </ns0:lnTo>
                <ns0:lnTo>
                  <ns0:pt x="633600" y="600332"/>
                </ns0:lnTo>
                <ns0:lnTo>
                  <ns0:pt x="632160" y="608621"/>
                </ns0:lnTo>
                <ns0:lnTo>
                  <ns0:pt x="630720" y="614802"/>
                </ns0:lnTo>
                <ns0:lnTo>
                  <ns0:pt x="629280" y="618801"/>
                </ns0:lnTo>
                <ns0:lnTo>
                  <ns0:pt x="627840" y="623124"/>
                </ns0:lnTo>
                <ns0:lnTo>
                  <ns0:pt x="626400" y="623003"/>
                </ns0:lnTo>
                <ns0:lnTo>
                  <ns0:pt x="624960" y="619057"/>
                </ns0:lnTo>
                <ns0:lnTo>
                  <ns0:pt x="623520" y="614361"/>
                </ns0:lnTo>
                <ns0:lnTo>
                  <ns0:pt x="622080" y="607485"/>
                </ns0:lnTo>
                <ns0:lnTo>
                  <ns0:pt x="620640" y="591168"/>
                </ns0:lnTo>
                <ns0:lnTo>
                  <ns0:pt x="619200" y="574618"/>
                </ns0:lnTo>
                <ns0:lnTo>
                  <ns0:pt x="617760" y="563685"/>
                </ns0:lnTo>
                <ns0:lnTo>
                  <ns0:pt x="616320" y="558740"/>
                </ns0:lnTo>
                <ns0:lnTo>
                  <ns0:pt x="614880" y="564881"/>
                </ns0:lnTo>
                <ns0:lnTo>
                  <ns0:pt x="613440" y="580461"/>
                </ns0:lnTo>
                <ns0:lnTo>
                  <ns0:pt x="612000" y="592826"/>
                </ns0:lnTo>
                <ns0:lnTo>
                  <ns0:pt x="610560" y="599301"/>
                </ns0:lnTo>
                <ns0:lnTo>
                  <ns0:pt x="609120" y="601191"/>
                </ns0:lnTo>
                <ns0:lnTo>
                  <ns0:pt x="607680" y="597171"/>
                </ns0:lnTo>
                <ns0:lnTo>
                  <ns0:pt x="606240" y="592815"/>
                </ns0:lnTo>
                <ns0:lnTo>
                  <ns0:pt x="604800" y="591083"/>
                </ns0:lnTo>
                <ns0:lnTo>
                  <ns0:pt x="603360" y="590276"/>
                </ns0:lnTo>
                <ns0:lnTo>
                  <ns0:pt x="601920" y="588620"/>
                </ns0:lnTo>
                <ns0:lnTo>
                  <ns0:pt x="600480" y="588355"/>
                </ns0:lnTo>
                <ns0:lnTo>
                  <ns0:pt x="599040" y="589549"/>
                </ns0:lnTo>
                <ns0:lnTo>
                  <ns0:pt x="597600" y="589416"/>
                </ns0:lnTo>
                <ns0:lnTo>
                  <ns0:pt x="596160" y="587099"/>
                </ns0:lnTo>
                <ns0:lnTo>
                  <ns0:pt x="594720" y="582316"/>
                </ns0:lnTo>
                <ns0:lnTo>
                  <ns0:pt x="593280" y="567460"/>
                </ns0:lnTo>
                <ns0:lnTo>
                  <ns0:pt x="591840" y="538268"/>
                </ns0:lnTo>
                <ns0:lnTo>
                  <ns0:pt x="590400" y="513025"/>
                </ns0:lnTo>
                <ns0:lnTo>
                  <ns0:pt x="588960" y="498466"/>
                </ns0:lnTo>
                <ns0:lnTo>
                  <ns0:pt x="587520" y="493772"/>
                </ns0:lnTo>
                <ns0:lnTo>
                  <ns0:pt x="586080" y="496764"/>
                </ns0:lnTo>
                <ns0:lnTo>
                  <ns0:pt x="584640" y="506367"/>
                </ns0:lnTo>
                <ns0:lnTo>
                  <ns0:pt x="583200" y="516898"/>
                </ns0:lnTo>
                <ns0:lnTo>
                  <ns0:pt x="581760" y="526503"/>
                </ns0:lnTo>
                <ns0:lnTo>
                  <ns0:pt x="580320" y="533617"/>
                </ns0:lnTo>
                <ns0:lnTo>
                  <ns0:pt x="578880" y="533803"/>
                </ns0:lnTo>
                <ns0:lnTo>
                  <ns0:pt x="577440" y="529785"/>
                </ns0:lnTo>
                <ns0:lnTo>
                  <ns0:pt x="576000" y="526960"/>
                </ns0:lnTo>
                <ns0:lnTo>
                  <ns0:pt x="574560" y="525916"/>
                </ns0:lnTo>
                <ns0:lnTo>
                  <ns0:pt x="573120" y="525618"/>
                </ns0:lnTo>
                <ns0:lnTo>
                  <ns0:pt x="571680" y="528003"/>
                </ns0:lnTo>
                <ns0:lnTo>
                  <ns0:pt x="570240" y="531110"/>
                </ns0:lnTo>
                <ns0:lnTo>
                  <ns0:pt x="568800" y="531022"/>
                </ns0:lnTo>
                <ns0:lnTo>
                  <ns0:pt x="567360" y="526246"/>
                </ns0:lnTo>
                <ns0:lnTo>
                  <ns0:pt x="565920" y="519328"/>
                </ns0:lnTo>
                <ns0:lnTo>
                  <ns0:pt x="564480" y="507810"/>
                </ns0:lnTo>
                <ns0:lnTo>
                  <ns0:pt x="563040" y="496256"/>
                </ns0:lnTo>
                <ns0:lnTo>
                  <ns0:pt x="561600" y="492669"/>
                </ns0:lnTo>
                <ns0:lnTo>
                  <ns0:pt x="560160" y="494025"/>
                </ns0:lnTo>
                <ns0:lnTo>
                  <ns0:pt x="558720" y="496290"/>
                </ns0:lnTo>
                <ns0:lnTo>
                  <ns0:pt x="557280" y="503968"/>
                </ns0:lnTo>
                <ns0:lnTo>
                  <ns0:pt x="555840" y="526924"/>
                </ns0:lnTo>
                <ns0:lnTo>
                  <ns0:pt x="554400" y="555347"/>
                </ns0:lnTo>
                <ns0:lnTo>
                  <ns0:pt x="552960" y="578830"/>
                </ns0:lnTo>
                <ns0:lnTo>
                  <ns0:pt x="551520" y="593175"/>
                </ns0:lnTo>
                <ns0:lnTo>
                  <ns0:pt x="550080" y="597161"/>
                </ns0:lnTo>
                <ns0:lnTo>
                  <ns0:pt x="548640" y="596838"/>
                </ns0:lnTo>
                <ns0:lnTo>
                  <ns0:pt x="547200" y="595746"/>
                </ns0:lnTo>
                <ns0:lnTo>
                  <ns0:pt x="545760" y="592497"/>
                </ns0:lnTo>
                <ns0:lnTo>
                  <ns0:pt x="544320" y="589005"/>
                </ns0:lnTo>
                <ns0:lnTo>
                  <ns0:pt x="542880" y="591618"/>
                </ns0:lnTo>
                <ns0:lnTo>
                  <ns0:pt x="541440" y="597732"/>
                </ns0:lnTo>
                <ns0:lnTo>
                  <ns0:pt x="540000" y="601694"/>
                </ns0:lnTo>
                <ns0:lnTo>
                  <ns0:pt x="538560" y="603722"/>
                </ns0:lnTo>
                <ns0:lnTo>
                  <ns0:pt x="537120" y="604952"/>
                </ns0:lnTo>
                <ns0:lnTo>
                  <ns0:pt x="535680" y="602089"/>
                </ns0:lnTo>
                <ns0:lnTo>
                  <ns0:pt x="534240" y="597576"/>
                </ns0:lnTo>
                <ns0:lnTo>
                  <ns0:pt x="532800" y="597694"/>
                </ns0:lnTo>
                <ns0:lnTo>
                  <ns0:pt x="531360" y="601135"/>
                </ns0:lnTo>
                <ns0:lnTo>
                  <ns0:pt x="529920" y="604130"/>
                </ns0:lnTo>
                <ns0:lnTo>
                  <ns0:pt x="528480" y="616873"/>
                </ns0:lnTo>
                <ns0:lnTo>
                  <ns0:pt x="527040" y="633966"/>
                </ns0:lnTo>
                <ns0:lnTo>
                  <ns0:pt x="525600" y="642492"/>
                </ns0:lnTo>
                <ns0:lnTo>
                  <ns0:pt x="524160" y="645243"/>
                </ns0:lnTo>
                <ns0:lnTo>
                  <ns0:pt x="522720" y="645206"/>
                </ns0:lnTo>
                <ns0:lnTo>
                  <ns0:pt x="521280" y="647532"/>
                </ns0:lnTo>
                <ns0:lnTo>
                  <ns0:pt x="519840" y="651112"/>
                </ns0:lnTo>
                <ns0:lnTo>
                  <ns0:pt x="518400" y="649865"/>
                </ns0:lnTo>
                <ns0:lnTo>
                  <ns0:pt x="516960" y="636500"/>
                </ns0:lnTo>
                <ns0:lnTo>
                  <ns0:pt x="515520" y="617386"/>
                </ns0:lnTo>
                <ns0:lnTo>
                  <ns0:pt x="514080" y="602749"/>
                </ns0:lnTo>
                <ns0:lnTo>
                  <ns0:pt x="512640" y="594220"/>
                </ns0:lnTo>
                <ns0:lnTo>
                  <ns0:pt x="511200" y="591806"/>
                </ns0:lnTo>
                <ns0:lnTo>
                  <ns0:pt x="509760" y="592896"/>
                </ns0:lnTo>
                <ns0:lnTo>
                  <ns0:pt x="508320" y="594457"/>
                </ns0:lnTo>
                <ns0:lnTo>
                  <ns0:pt x="506880" y="595863"/>
                </ns0:lnTo>
                <ns0:lnTo>
                  <ns0:pt x="505440" y="597094"/>
                </ns0:lnTo>
                <ns0:lnTo>
                  <ns0:pt x="504000" y="597337"/>
                </ns0:lnTo>
                <ns0:lnTo>
                  <ns0:pt x="502560" y="588770"/>
                </ns0:lnTo>
                <ns0:lnTo>
                  <ns0:pt x="501120" y="570241"/>
                </ns0:lnTo>
                <ns0:lnTo>
                  <ns0:pt x="499680" y="553839"/>
                </ns0:lnTo>
                <ns0:lnTo>
                  <ns0:pt x="498240" y="547159"/>
                </ns0:lnTo>
                <ns0:lnTo>
                  <ns0:pt x="496800" y="547094"/>
                </ns0:lnTo>
                <ns0:lnTo>
                  <ns0:pt x="495360" y="551801"/>
                </ns0:lnTo>
                <ns0:lnTo>
                  <ns0:pt x="493920" y="560022"/>
                </ns0:lnTo>
                <ns0:lnTo>
                  <ns0:pt x="492480" y="566406"/>
                </ns0:lnTo>
                <ns0:lnTo>
                  <ns0:pt x="491040" y="571633"/>
                </ns0:lnTo>
                <ns0:lnTo>
                  <ns0:pt x="489600" y="573069"/>
                </ns0:lnTo>
                <ns0:lnTo>
                  <ns0:pt x="488160" y="565451"/>
                </ns0:lnTo>
                <ns0:lnTo>
                  <ns0:pt x="486720" y="554838"/>
                </ns0:lnTo>
                <ns0:lnTo>
                  <ns0:pt x="485280" y="546109"/>
                </ns0:lnTo>
                <ns0:lnTo>
                  <ns0:pt x="483840" y="540320"/>
                </ns0:lnTo>
                <ns0:lnTo>
                  <ns0:pt x="482400" y="539983"/>
                </ns0:lnTo>
                <ns0:lnTo>
                  <ns0:pt x="480960" y="549252"/>
                </ns0:lnTo>
                <ns0:lnTo>
                  <ns0:pt x="479520" y="564530"/>
                </ns0:lnTo>
                <ns0:lnTo>
                  <ns0:pt x="478080" y="578963"/>
                </ns0:lnTo>
                <ns0:lnTo>
                  <ns0:pt x="476640" y="589264"/>
                </ns0:lnTo>
                <ns0:lnTo>
                  <ns0:pt x="475200" y="590888"/>
                </ns0:lnTo>
                <ns0:lnTo>
                  <ns0:pt x="473760" y="578488"/>
                </ns0:lnTo>
                <ns0:lnTo>
                  <ns0:pt x="472320" y="559222"/>
                </ns0:lnTo>
                <ns0:lnTo>
                  <ns0:pt x="470880" y="544496"/>
                </ns0:lnTo>
                <ns0:lnTo>
                  <ns0:pt x="469440" y="536863"/>
                </ns0:lnTo>
                <ns0:lnTo>
                  <ns0:pt x="468000" y="535469"/>
                </ns0:lnTo>
                <ns0:lnTo>
                  <ns0:pt x="466560" y="543749"/>
                </ns0:lnTo>
                <ns0:lnTo>
                  <ns0:pt x="465120" y="561765"/>
                </ns0:lnTo>
                <ns0:lnTo>
                  <ns0:pt x="463680" y="581839"/>
                </ns0:lnTo>
                <ns0:lnTo>
                  <ns0:pt x="462240" y="595845"/>
                </ns0:lnTo>
                <ns0:lnTo>
                  <ns0:pt x="460800" y="601226"/>
                </ns0:lnTo>
                <ns0:lnTo>
                  <ns0:pt x="459360" y="597587"/>
                </ns0:lnTo>
                <ns0:lnTo>
                  <ns0:pt x="457920" y="590627"/>
                </ns0:lnTo>
                <ns0:lnTo>
                  <ns0:pt x="456480" y="585090"/>
                </ns0:lnTo>
                <ns0:lnTo>
                  <ns0:pt x="455040" y="580810"/>
                </ns0:lnTo>
                <ns0:lnTo>
                  <ns0:pt x="453600" y="578824"/>
                </ns0:lnTo>
                <ns0:lnTo>
                  <ns0:pt x="452160" y="585647"/>
                </ns0:lnTo>
                <ns0:lnTo>
                  <ns0:pt x="450720" y="597383"/>
                </ns0:lnTo>
                <ns0:lnTo>
                  <ns0:pt x="449280" y="609083"/>
                </ns0:lnTo>
                <ns0:lnTo>
                  <ns0:pt x="447840" y="617222"/>
                </ns0:lnTo>
                <ns0:lnTo>
                  <ns0:pt x="446400" y="615082"/>
                </ns0:lnTo>
                <ns0:lnTo>
                  <ns0:pt x="444960" y="600356"/>
                </ns0:lnTo>
                <ns0:lnTo>
                  <ns0:pt x="443520" y="580470"/>
                </ns0:lnTo>
                <ns0:lnTo>
                  <ns0:pt x="442080" y="565718"/>
                </ns0:lnTo>
                <ns0:lnTo>
                  <ns0:pt x="440640" y="554358"/>
                </ns0:lnTo>
                <ns0:lnTo>
                  <ns0:pt x="439200" y="547102"/>
                </ns0:lnTo>
                <ns0:lnTo>
                  <ns0:pt x="437760" y="552808"/>
                </ns0:lnTo>
                <ns0:lnTo>
                  <ns0:pt x="436320" y="570050"/>
                </ns0:lnTo>
                <ns0:lnTo>
                  <ns0:pt x="434880" y="585972"/>
                </ns0:lnTo>
                <ns0:lnTo>
                  <ns0:pt x="433440" y="595867"/>
                </ns0:lnTo>
                <ns0:lnTo>
                  <ns0:pt x="432000" y="600496"/>
                </ns0:lnTo>
                <ns0:lnTo>
                  <ns0:pt x="430560" y="599933"/>
                </ns0:lnTo>
                <ns0:lnTo>
                  <ns0:pt x="429120" y="597396"/>
                </ns0:lnTo>
                <ns0:lnTo>
                  <ns0:pt x="427680" y="595097"/>
                </ns0:lnTo>
                <ns0:lnTo>
                  <ns0:pt x="426240" y="590101"/>
                </ns0:lnTo>
                <ns0:lnTo>
                  <ns0:pt x="424800" y="585723"/>
                </ns0:lnTo>
                <ns0:lnTo>
                  <ns0:pt x="423360" y="586351"/>
                </ns0:lnTo>
                <ns0:lnTo>
                  <ns0:pt x="421920" y="590374"/>
                </ns0:lnTo>
                <ns0:lnTo>
                  <ns0:pt x="420480" y="593475"/>
                </ns0:lnTo>
                <ns0:lnTo>
                  <ns0:pt x="419040" y="593748"/>
                </ns0:lnTo>
                <ns0:lnTo>
                  <ns0:pt x="417600" y="592643"/>
                </ns0:lnTo>
                <ns0:lnTo>
                  <ns0:pt x="416160" y="584964"/>
                </ns0:lnTo>
                <ns0:lnTo>
                  <ns0:pt x="414720" y="571408"/>
                </ns0:lnTo>
                <ns0:lnTo>
                  <ns0:pt x="413280" y="558915"/>
                </ns0:lnTo>
                <ns0:lnTo>
                  <ns0:pt x="411840" y="550206"/>
                </ns0:lnTo>
                <ns0:lnTo>
                  <ns0:pt x="410400" y="547705"/>
                </ns0:lnTo>
                <ns0:lnTo>
                  <ns0:pt x="408960" y="555518"/>
                </ns0:lnTo>
                <ns0:lnTo>
                  <ns0:pt x="407520" y="570535"/>
                </ns0:lnTo>
                <ns0:lnTo>
                  <ns0:pt x="406080" y="582128"/>
                </ns0:lnTo>
                <ns0:lnTo>
                  <ns0:pt x="404640" y="592819"/>
                </ns0:lnTo>
                <ns0:lnTo>
                  <ns0:pt x="403200" y="603721"/>
                </ns0:lnTo>
                <ns0:lnTo>
                  <ns0:pt x="401760" y="607364"/>
                </ns0:lnTo>
                <ns0:lnTo>
                  <ns0:pt x="400320" y="602796"/>
                </ns0:lnTo>
                <ns0:lnTo>
                  <ns0:pt x="398880" y="594891"/>
                </ns0:lnTo>
                <ns0:lnTo>
                  <ns0:pt x="397440" y="587547"/>
                </ns0:lnTo>
                <ns0:lnTo>
                  <ns0:pt x="396000" y="581559"/>
                </ns0:lnTo>
                <ns0:lnTo>
                  <ns0:pt x="394560" y="580039"/>
                </ns0:lnTo>
                <ns0:lnTo>
                  <ns0:pt x="393120" y="580875"/>
                </ns0:lnTo>
                <ns0:lnTo>
                  <ns0:pt x="391680" y="582681"/>
                </ns0:lnTo>
                <ns0:lnTo>
                  <ns0:pt x="390240" y="587219"/>
                </ns0:lnTo>
                <ns0:lnTo>
                  <ns0:pt x="388800" y="590969"/>
                </ns0:lnTo>
                <ns0:lnTo>
                  <ns0:pt x="387360" y="588071"/>
                </ns0:lnTo>
                <ns0:lnTo>
                  <ns0:pt x="385920" y="578506"/>
                </ns0:lnTo>
                <ns0:lnTo>
                  <ns0:pt x="384480" y="569071"/>
                </ns0:lnTo>
                <ns0:lnTo>
                  <ns0:pt x="383040" y="562821"/>
                </ns0:lnTo>
                <ns0:lnTo>
                  <ns0:pt x="381600" y="559864"/>
                </ns0:lnTo>
                <ns0:lnTo>
                  <ns0:pt x="380160" y="565366"/>
                </ns0:lnTo>
                <ns0:lnTo>
                  <ns0:pt x="378720" y="579839"/>
                </ns0:lnTo>
                <ns0:lnTo>
                  <ns0:pt x="377280" y="595407"/>
                </ns0:lnTo>
                <ns0:lnTo>
                  <ns0:pt x="375840" y="608037"/>
                </ns0:lnTo>
                <ns0:lnTo>
                  <ns0:pt x="374400" y="616743"/>
                </ns0:lnTo>
                <ns0:lnTo>
                  <ns0:pt x="372960" y="617126"/>
                </ns0:lnTo>
                <ns0:lnTo>
                  <ns0:pt x="371520" y="611933"/>
                </ns0:lnTo>
                <ns0:lnTo>
                  <ns0:pt x="370080" y="607831"/>
                </ns0:lnTo>
                <ns0:lnTo>
                  <ns0:pt x="368640" y="606104"/>
                </ns0:lnTo>
                <ns0:lnTo>
                  <ns0:pt x="367200" y="605743"/>
                </ns0:lnTo>
                <ns0:lnTo>
                  <ns0:pt x="365760" y="606212"/>
                </ns0:lnTo>
                <ns0:lnTo>
                  <ns0:pt x="364320" y="608299"/>
                </ns0:lnTo>
                <ns0:lnTo>
                  <ns0:pt x="362880" y="615385"/>
                </ns0:lnTo>
                <ns0:lnTo>
                  <ns0:pt x="361440" y="625802"/>
                </ns0:lnTo>
                <ns0:lnTo>
                  <ns0:pt x="360000" y="637334"/>
                </ns0:lnTo>
                <ns0:lnTo>
                  <ns0:pt x="358560" y="637572"/>
                </ns0:lnTo>
                <ns0:lnTo>
                  <ns0:pt x="357120" y="625161"/>
                </ns0:lnTo>
                <ns0:lnTo>
                  <ns0:pt x="355680" y="609149"/>
                </ns0:lnTo>
                <ns0:lnTo>
                  <ns0:pt x="354240" y="594245"/>
                </ns0:lnTo>
                <ns0:lnTo>
                  <ns0:pt x="352800" y="584620"/>
                </ns0:lnTo>
                <ns0:lnTo>
                  <ns0:pt x="351360" y="587624"/>
                </ns0:lnTo>
                <ns0:lnTo>
                  <ns0:pt x="349920" y="600301"/>
                </ns0:lnTo>
                <ns0:lnTo>
                  <ns0:pt x="348480" y="615624"/>
                </ns0:lnTo>
                <ns0:lnTo>
                  <ns0:pt x="347040" y="630269"/>
                </ns0:lnTo>
                <ns0:lnTo>
                  <ns0:pt x="345600" y="642340"/>
                </ns0:lnTo>
                <ns0:lnTo>
                  <ns0:pt x="344160" y="647425"/>
                </ns0:lnTo>
                <ns0:lnTo>
                  <ns0:pt x="342720" y="648453"/>
                </ns0:lnTo>
                <ns0:lnTo>
                  <ns0:pt x="341280" y="648214"/>
                </ns0:lnTo>
                <ns0:lnTo>
                  <ns0:pt x="339840" y="646849"/>
                </ns0:lnTo>
                <ns0:lnTo>
                  <ns0:pt x="338400" y="642608"/>
                </ns0:lnTo>
                <ns0:lnTo>
                  <ns0:pt x="336960" y="640151"/>
                </ns0:lnTo>
                <ns0:lnTo>
                  <ns0:pt x="335520" y="643824"/>
                </ns0:lnTo>
                <ns0:lnTo>
                  <ns0:pt x="334080" y="648127"/>
                </ns0:lnTo>
                <ns0:lnTo>
                  <ns0:pt x="332640" y="651356"/>
                </ns0:lnTo>
                <ns0:lnTo>
                  <ns0:pt x="331200" y="651854"/>
                </ns0:lnTo>
                <ns0:lnTo>
                  <ns0:pt x="329760" y="648119"/>
                </ns0:lnTo>
                <ns0:lnTo>
                  <ns0:pt x="328320" y="642324"/>
                </ns0:lnTo>
                <ns0:lnTo>
                  <ns0:pt x="326880" y="636255"/>
                </ns0:lnTo>
                <ns0:lnTo>
                  <ns0:pt x="325440" y="633867"/>
                </ns0:lnTo>
                <ns0:lnTo>
                  <ns0:pt x="324000" y="633744"/>
                </ns0:lnTo>
                <ns0:lnTo>
                  <ns0:pt x="322560" y="638488"/>
                </ns0:lnTo>
                <ns0:lnTo>
                  <ns0:pt x="321120" y="653184"/>
                </ns0:lnTo>
                <ns0:lnTo>
                  <ns0:pt x="319680" y="674112"/>
                </ns0:lnTo>
                <ns0:lnTo>
                  <ns0:pt x="318240" y="697927"/>
                </ns0:lnTo>
                <ns0:lnTo>
                  <ns0:pt x="316800" y="718539"/>
                </ns0:lnTo>
                <ns0:lnTo>
                  <ns0:pt x="315360" y="726480"/>
                </ns0:lnTo>
                <ns0:lnTo>
                  <ns0:pt x="313920" y="727949"/>
                </ns0:lnTo>
                <ns0:lnTo>
                  <ns0:pt x="312480" y="728120"/>
                </ns0:lnTo>
                <ns0:lnTo>
                  <ns0:pt x="311040" y="728105"/>
                </ns0:lnTo>
                <ns0:lnTo>
                  <ns0:pt x="309600" y="728142"/>
                </ns0:lnTo>
                <ns0:lnTo>
                  <ns0:pt x="308160" y="728109"/>
                </ns0:lnTo>
                <ns0:lnTo>
                  <ns0:pt x="306720" y="728230"/>
                </ns0:lnTo>
                <ns0:lnTo>
                  <ns0:pt x="305280" y="725374"/>
                </ns0:lnTo>
                <ns0:lnTo>
                  <ns0:pt x="303840" y="724047"/>
                </ns0:lnTo>
                <ns0:lnTo>
                  <ns0:pt x="302400" y="729102"/>
                </ns0:lnTo>
                <ns0:lnTo>
                  <ns0:pt x="300960" y="739153"/>
                </ns0:lnTo>
                <ns0:lnTo>
                  <ns0:pt x="299520" y="746244"/>
                </ns0:lnTo>
                <ns0:lnTo>
                  <ns0:pt x="298080" y="752817"/>
                </ns0:lnTo>
                <ns0:lnTo>
                  <ns0:pt x="296640" y="758693"/>
                </ns0:lnTo>
                <ns0:lnTo>
                  <ns0:pt x="295200" y="764619"/>
                </ns0:lnTo>
                <ns0:lnTo>
                  <ns0:pt x="293760" y="774051"/>
                </ns0:lnTo>
                <ns0:lnTo>
                  <ns0:pt x="292320" y="794359"/>
                </ns0:lnTo>
                <ns0:lnTo>
                  <ns0:pt x="290880" y="829528"/>
                </ns0:lnTo>
                <ns0:lnTo>
                  <ns0:pt x="289440" y="864258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6" name="MuJoCo wz baseline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877586"/>
                </ns0:lnTo>
                <ns0:lnTo>
                  <ns0:pt x="290880" y="877586"/>
                </ns0:lnTo>
                <ns0:lnTo>
                  <ns0:pt x="292320" y="877586"/>
                </ns0:lnTo>
                <ns0:lnTo>
                  <ns0:pt x="293760" y="877586"/>
                </ns0:lnTo>
                <ns0:lnTo>
                  <ns0:pt x="295200" y="877586"/>
                </ns0:lnTo>
                <ns0:lnTo>
                  <ns0:pt x="296640" y="877586"/>
                </ns0:lnTo>
                <ns0:lnTo>
                  <ns0:pt x="298080" y="877586"/>
                </ns0:lnTo>
                <ns0:lnTo>
                  <ns0:pt x="299520" y="877585"/>
                </ns0:lnTo>
                <ns0:lnTo>
                  <ns0:pt x="300960" y="877585"/>
                </ns0:lnTo>
                <ns0:lnTo>
                  <ns0:pt x="302400" y="877585"/>
                </ns0:lnTo>
                <ns0:lnTo>
                  <ns0:pt x="303840" y="877584"/>
                </ns0:lnTo>
                <ns0:lnTo>
                  <ns0:pt x="305280" y="877584"/>
                </ns0:lnTo>
                <ns0:lnTo>
                  <ns0:pt x="306720" y="877583"/>
                </ns0:lnTo>
                <ns0:lnTo>
                  <ns0:pt x="308160" y="877582"/>
                </ns0:lnTo>
                <ns0:lnTo>
                  <ns0:pt x="309600" y="877581"/>
                </ns0:lnTo>
                <ns0:lnTo>
                  <ns0:pt x="311040" y="877580"/>
                </ns0:lnTo>
                <ns0:lnTo>
                  <ns0:pt x="312480" y="877578"/>
                </ns0:lnTo>
                <ns0:lnTo>
                  <ns0:pt x="313920" y="877576"/>
                </ns0:lnTo>
                <ns0:lnTo>
                  <ns0:pt x="315360" y="877574"/>
                </ns0:lnTo>
                <ns0:lnTo>
                  <ns0:pt x="316800" y="877572"/>
                </ns0:lnTo>
                <ns0:lnTo>
                  <ns0:pt x="318240" y="877569"/>
                </ns0:lnTo>
                <ns0:lnTo>
                  <ns0:pt x="319680" y="877567"/>
                </ns0:lnTo>
                <ns0:lnTo>
                  <ns0:pt x="321120" y="877565"/>
                </ns0:lnTo>
                <ns0:lnTo>
                  <ns0:pt x="322560" y="877563"/>
                </ns0:lnTo>
                <ns0:lnTo>
                  <ns0:pt x="324000" y="877563"/>
                </ns0:lnTo>
                <ns0:lnTo>
                  <ns0:pt x="325440" y="877563"/>
                </ns0:lnTo>
                <ns0:lnTo>
                  <ns0:pt x="326880" y="877567"/>
                </ns0:lnTo>
                <ns0:lnTo>
                  <ns0:pt x="328320" y="877578"/>
                </ns0:lnTo>
                <ns0:lnTo>
                  <ns0:pt x="329760" y="877596"/>
                </ns0:lnTo>
                <ns0:lnTo>
                  <ns0:pt x="331200" y="877620"/>
                </ns0:lnTo>
                <ns0:lnTo>
                  <ns0:pt x="332640" y="877647"/>
                </ns0:lnTo>
                <ns0:lnTo>
                  <ns0:pt x="334080" y="877678"/>
                </ns0:lnTo>
                <ns0:lnTo>
                  <ns0:pt x="335520" y="877709"/>
                </ns0:lnTo>
                <ns0:lnTo>
                  <ns0:pt x="336960" y="877740"/>
                </ns0:lnTo>
                <ns0:lnTo>
                  <ns0:pt x="338400" y="877767"/>
                </ns0:lnTo>
                <ns0:lnTo>
                  <ns0:pt x="339840" y="877790"/>
                </ns0:lnTo>
                <ns0:lnTo>
                  <ns0:pt x="341280" y="877808"/>
                </ns0:lnTo>
                <ns0:lnTo>
                  <ns0:pt x="342720" y="877822"/>
                </ns0:lnTo>
                <ns0:lnTo>
                  <ns0:pt x="344160" y="877830"/>
                </ns0:lnTo>
                <ns0:lnTo>
                  <ns0:pt x="345600" y="877835"/>
                </ns0:lnTo>
                <ns0:lnTo>
                  <ns0:pt x="347040" y="877837"/>
                </ns0:lnTo>
                <ns0:lnTo>
                  <ns0:pt x="348480" y="877838"/>
                </ns0:lnTo>
                <ns0:lnTo>
                  <ns0:pt x="349920" y="877838"/>
                </ns0:lnTo>
                <ns0:lnTo>
                  <ns0:pt x="351360" y="877839"/>
                </ns0:lnTo>
                <ns0:lnTo>
                  <ns0:pt x="352800" y="877842"/>
                </ns0:lnTo>
                <ns0:lnTo>
                  <ns0:pt x="354240" y="877848"/>
                </ns0:lnTo>
                <ns0:lnTo>
                  <ns0:pt x="355680" y="877855"/>
                </ns0:lnTo>
                <ns0:lnTo>
                  <ns0:pt x="357120" y="877863"/>
                </ns0:lnTo>
                <ns0:lnTo>
                  <ns0:pt x="358560" y="877871"/>
                </ns0:lnTo>
                <ns0:lnTo>
                  <ns0:pt x="360000" y="877875"/>
                </ns0:lnTo>
                <ns0:lnTo>
                  <ns0:pt x="361440" y="877876"/>
                </ns0:lnTo>
                <ns0:lnTo>
                  <ns0:pt x="362880" y="877874"/>
                </ns0:lnTo>
                <ns0:lnTo>
                  <ns0:pt x="364320" y="877867"/>
                </ns0:lnTo>
                <ns0:lnTo>
                  <ns0:pt x="365760" y="877855"/>
                </ns0:lnTo>
                <ns0:lnTo>
                  <ns0:pt x="367200" y="877836"/>
                </ns0:lnTo>
                <ns0:lnTo>
                  <ns0:pt x="368640" y="877811"/>
                </ns0:lnTo>
                <ns0:lnTo>
                  <ns0:pt x="370080" y="877779"/>
                </ns0:lnTo>
                <ns0:lnTo>
                  <ns0:pt x="371520" y="877739"/>
                </ns0:lnTo>
                <ns0:lnTo>
                  <ns0:pt x="372960" y="877693"/>
                </ns0:lnTo>
                <ns0:lnTo>
                  <ns0:pt x="374400" y="877642"/>
                </ns0:lnTo>
                <ns0:lnTo>
                  <ns0:pt x="375840" y="877587"/>
                </ns0:lnTo>
                <ns0:lnTo>
                  <ns0:pt x="377280" y="877530"/>
                </ns0:lnTo>
                <ns0:lnTo>
                  <ns0:pt x="378720" y="877473"/>
                </ns0:lnTo>
                <ns0:lnTo>
                  <ns0:pt x="380160" y="877414"/>
                </ns0:lnTo>
                <ns0:lnTo>
                  <ns0:pt x="381600" y="877357"/>
                </ns0:lnTo>
                <ns0:lnTo>
                  <ns0:pt x="383040" y="877300"/>
                </ns0:lnTo>
                <ns0:lnTo>
                  <ns0:pt x="384480" y="877245"/>
                </ns0:lnTo>
                <ns0:lnTo>
                  <ns0:pt x="385920" y="877194"/>
                </ns0:lnTo>
                <ns0:lnTo>
                  <ns0:pt x="387360" y="877145"/>
                </ns0:lnTo>
                <ns0:lnTo>
                  <ns0:pt x="388800" y="877102"/>
                </ns0:lnTo>
                <ns0:lnTo>
                  <ns0:pt x="390240" y="877065"/>
                </ns0:lnTo>
                <ns0:lnTo>
                  <ns0:pt x="391680" y="877035"/>
                </ns0:lnTo>
                <ns0:lnTo>
                  <ns0:pt x="393120" y="877013"/>
                </ns0:lnTo>
                <ns0:lnTo>
                  <ns0:pt x="394560" y="876998"/>
                </ns0:lnTo>
                <ns0:lnTo>
                  <ns0:pt x="396000" y="876984"/>
                </ns0:lnTo>
                <ns0:lnTo>
                  <ns0:pt x="397440" y="876970"/>
                </ns0:lnTo>
                <ns0:lnTo>
                  <ns0:pt x="398880" y="876956"/>
                </ns0:lnTo>
                <ns0:lnTo>
                  <ns0:pt x="400320" y="876943"/>
                </ns0:lnTo>
                <ns0:lnTo>
                  <ns0:pt x="401760" y="876931"/>
                </ns0:lnTo>
                <ns0:lnTo>
                  <ns0:pt x="403200" y="876920"/>
                </ns0:lnTo>
                <ns0:lnTo>
                  <ns0:pt x="404640" y="876910"/>
                </ns0:lnTo>
                <ns0:lnTo>
                  <ns0:pt x="406080" y="876901"/>
                </ns0:lnTo>
                <ns0:lnTo>
                  <ns0:pt x="407520" y="876893"/>
                </ns0:lnTo>
                <ns0:lnTo>
                  <ns0:pt x="408960" y="876885"/>
                </ns0:lnTo>
                <ns0:lnTo>
                  <ns0:pt x="410400" y="876878"/>
                </ns0:lnTo>
                <ns0:lnTo>
                  <ns0:pt x="411840" y="876871"/>
                </ns0:lnTo>
                <ns0:lnTo>
                  <ns0:pt x="413280" y="876864"/>
                </ns0:lnTo>
                <ns0:lnTo>
                  <ns0:pt x="414720" y="876857"/>
                </ns0:lnTo>
                <ns0:lnTo>
                  <ns0:pt x="416160" y="876850"/>
                </ns0:lnTo>
                <ns0:lnTo>
                  <ns0:pt x="417600" y="876842"/>
                </ns0:lnTo>
                <ns0:lnTo>
                  <ns0:pt x="419040" y="876833"/>
                </ns0:lnTo>
                <ns0:lnTo>
                  <ns0:pt x="420480" y="876824"/>
                </ns0:lnTo>
                <ns0:lnTo>
                  <ns0:pt x="421920" y="876814"/>
                </ns0:lnTo>
                <ns0:lnTo>
                  <ns0:pt x="423360" y="876803"/>
                </ns0:lnTo>
                <ns0:lnTo>
                  <ns0:pt x="424800" y="876792"/>
                </ns0:lnTo>
                <ns0:lnTo>
                  <ns0:pt x="426240" y="876781"/>
                </ns0:lnTo>
                <ns0:lnTo>
                  <ns0:pt x="427680" y="876769"/>
                </ns0:lnTo>
                <ns0:lnTo>
                  <ns0:pt x="429120" y="876757"/>
                </ns0:lnTo>
                <ns0:lnTo>
                  <ns0:pt x="430560" y="876745"/>
                </ns0:lnTo>
                <ns0:lnTo>
                  <ns0:pt x="432000" y="876733"/>
                </ns0:lnTo>
                <ns0:lnTo>
                  <ns0:pt x="433440" y="876722"/>
                </ns0:lnTo>
                <ns0:lnTo>
                  <ns0:pt x="434880" y="876711"/>
                </ns0:lnTo>
                <ns0:lnTo>
                  <ns0:pt x="436320" y="876700"/>
                </ns0:lnTo>
                <ns0:lnTo>
                  <ns0:pt x="437760" y="876691"/>
                </ns0:lnTo>
                <ns0:lnTo>
                  <ns0:pt x="439200" y="876682"/>
                </ns0:lnTo>
                <ns0:lnTo>
                  <ns0:pt x="440640" y="876675"/>
                </ns0:lnTo>
                <ns0:lnTo>
                  <ns0:pt x="442080" y="876669"/>
                </ns0:lnTo>
                <ns0:lnTo>
                  <ns0:pt x="443520" y="876664"/>
                </ns0:lnTo>
                <ns0:lnTo>
                  <ns0:pt x="444960" y="876659"/>
                </ns0:lnTo>
                <ns0:lnTo>
                  <ns0:pt x="446400" y="876656"/>
                </ns0:lnTo>
                <ns0:lnTo>
                  <ns0:pt x="447840" y="876653"/>
                </ns0:lnTo>
                <ns0:lnTo>
                  <ns0:pt x="449280" y="876650"/>
                </ns0:lnTo>
                <ns0:lnTo>
                  <ns0:pt x="450720" y="876648"/>
                </ns0:lnTo>
                <ns0:lnTo>
                  <ns0:pt x="452160" y="876645"/>
                </ns0:lnTo>
                <ns0:lnTo>
                  <ns0:pt x="453600" y="876642"/>
                </ns0:lnTo>
                <ns0:lnTo>
                  <ns0:pt x="455040" y="876639"/>
                </ns0:lnTo>
                <ns0:lnTo>
                  <ns0:pt x="456480" y="876635"/>
                </ns0:lnTo>
                <ns0:lnTo>
                  <ns0:pt x="457920" y="876631"/>
                </ns0:lnTo>
                <ns0:lnTo>
                  <ns0:pt x="459360" y="876626"/>
                </ns0:lnTo>
                <ns0:lnTo>
                  <ns0:pt x="460800" y="876622"/>
                </ns0:lnTo>
                <ns0:lnTo>
                  <ns0:pt x="462240" y="876616"/>
                </ns0:lnTo>
                <ns0:lnTo>
                  <ns0:pt x="463680" y="876611"/>
                </ns0:lnTo>
                <ns0:lnTo>
                  <ns0:pt x="465120" y="876605"/>
                </ns0:lnTo>
                <ns0:lnTo>
                  <ns0:pt x="466560" y="876600"/>
                </ns0:lnTo>
                <ns0:lnTo>
                  <ns0:pt x="468000" y="876594"/>
                </ns0:lnTo>
                <ns0:lnTo>
                  <ns0:pt x="469440" y="876588"/>
                </ns0:lnTo>
                <ns0:lnTo>
                  <ns0:pt x="470880" y="876582"/>
                </ns0:lnTo>
                <ns0:lnTo>
                  <ns0:pt x="472320" y="876576"/>
                </ns0:lnTo>
                <ns0:lnTo>
                  <ns0:pt x="473760" y="876570"/>
                </ns0:lnTo>
                <ns0:lnTo>
                  <ns0:pt x="475200" y="876565"/>
                </ns0:lnTo>
                <ns0:lnTo>
                  <ns0:pt x="476640" y="876560"/>
                </ns0:lnTo>
                <ns0:lnTo>
                  <ns0:pt x="478080" y="876555"/>
                </ns0:lnTo>
                <ns0:lnTo>
                  <ns0:pt x="479520" y="876551"/>
                </ns0:lnTo>
                <ns0:lnTo>
                  <ns0:pt x="480960" y="876547"/>
                </ns0:lnTo>
                <ns0:lnTo>
                  <ns0:pt x="482400" y="876544"/>
                </ns0:lnTo>
                <ns0:lnTo>
                  <ns0:pt x="483840" y="876541"/>
                </ns0:lnTo>
                <ns0:lnTo>
                  <ns0:pt x="485280" y="876538"/>
                </ns0:lnTo>
                <ns0:lnTo>
                  <ns0:pt x="486720" y="876536"/>
                </ns0:lnTo>
                <ns0:lnTo>
                  <ns0:pt x="488160" y="876534"/>
                </ns0:lnTo>
                <ns0:lnTo>
                  <ns0:pt x="489600" y="876532"/>
                </ns0:lnTo>
                <ns0:lnTo>
                  <ns0:pt x="491040" y="876531"/>
                </ns0:lnTo>
                <ns0:lnTo>
                  <ns0:pt x="492480" y="876531"/>
                </ns0:lnTo>
                <ns0:lnTo>
                  <ns0:pt x="493920" y="876530"/>
                </ns0:lnTo>
                <ns0:lnTo>
                  <ns0:pt x="495360" y="876530"/>
                </ns0:lnTo>
                <ns0:lnTo>
                  <ns0:pt x="496800" y="876531"/>
                </ns0:lnTo>
                <ns0:lnTo>
                  <ns0:pt x="498240" y="876532"/>
                </ns0:lnTo>
                <ns0:lnTo>
                  <ns0:pt x="499680" y="876533"/>
                </ns0:lnTo>
                <ns0:lnTo>
                  <ns0:pt x="501120" y="876535"/>
                </ns0:lnTo>
                <ns0:lnTo>
                  <ns0:pt x="502560" y="876537"/>
                </ns0:lnTo>
                <ns0:lnTo>
                  <ns0:pt x="504000" y="876539"/>
                </ns0:lnTo>
                <ns0:lnTo>
                  <ns0:pt x="505440" y="876541"/>
                </ns0:lnTo>
                <ns0:lnTo>
                  <ns0:pt x="506880" y="876543"/>
                </ns0:lnTo>
                <ns0:lnTo>
                  <ns0:pt x="508320" y="876545"/>
                </ns0:lnTo>
                <ns0:lnTo>
                  <ns0:pt x="509760" y="876548"/>
                </ns0:lnTo>
                <ns0:lnTo>
                  <ns0:pt x="511200" y="876551"/>
                </ns0:lnTo>
                <ns0:lnTo>
                  <ns0:pt x="512640" y="876553"/>
                </ns0:lnTo>
                <ns0:lnTo>
                  <ns0:pt x="514080" y="876556"/>
                </ns0:lnTo>
                <ns0:lnTo>
                  <ns0:pt x="515520" y="876559"/>
                </ns0:lnTo>
                <ns0:lnTo>
                  <ns0:pt x="516960" y="876562"/>
                </ns0:lnTo>
                <ns0:lnTo>
                  <ns0:pt x="518400" y="876565"/>
                </ns0:lnTo>
                <ns0:lnTo>
                  <ns0:pt x="519840" y="876569"/>
                </ns0:lnTo>
                <ns0:lnTo>
                  <ns0:pt x="521280" y="876572"/>
                </ns0:lnTo>
                <ns0:lnTo>
                  <ns0:pt x="522720" y="876575"/>
                </ns0:lnTo>
                <ns0:lnTo>
                  <ns0:pt x="524160" y="876578"/>
                </ns0:lnTo>
                <ns0:lnTo>
                  <ns0:pt x="525600" y="876582"/>
                </ns0:lnTo>
                <ns0:lnTo>
                  <ns0:pt x="527040" y="876585"/>
                </ns0:lnTo>
                <ns0:lnTo>
                  <ns0:pt x="528480" y="876589"/>
                </ns0:lnTo>
                <ns0:lnTo>
                  <ns0:pt x="529920" y="876592"/>
                </ns0:lnTo>
                <ns0:lnTo>
                  <ns0:pt x="531360" y="876596"/>
                </ns0:lnTo>
                <ns0:lnTo>
                  <ns0:pt x="532800" y="876600"/>
                </ns0:lnTo>
                <ns0:lnTo>
                  <ns0:pt x="534240" y="876603"/>
                </ns0:lnTo>
                <ns0:lnTo>
                  <ns0:pt x="535680" y="876607"/>
                </ns0:lnTo>
                <ns0:lnTo>
                  <ns0:pt x="537120" y="876611"/>
                </ns0:lnTo>
                <ns0:lnTo>
                  <ns0:pt x="538560" y="876615"/>
                </ns0:lnTo>
                <ns0:lnTo>
                  <ns0:pt x="540000" y="876619"/>
                </ns0:lnTo>
                <ns0:lnTo>
                  <ns0:pt x="541440" y="876622"/>
                </ns0:lnTo>
                <ns0:lnTo>
                  <ns0:pt x="542880" y="876626"/>
                </ns0:lnTo>
                <ns0:lnTo>
                  <ns0:pt x="544320" y="876630"/>
                </ns0:lnTo>
                <ns0:lnTo>
                  <ns0:pt x="545760" y="876634"/>
                </ns0:lnTo>
                <ns0:lnTo>
                  <ns0:pt x="547200" y="876638"/>
                </ns0:lnTo>
                <ns0:lnTo>
                  <ns0:pt x="548640" y="876642"/>
                </ns0:lnTo>
                <ns0:lnTo>
                  <ns0:pt x="550080" y="876646"/>
                </ns0:lnTo>
                <ns0:lnTo>
                  <ns0:pt x="551520" y="876650"/>
                </ns0:lnTo>
                <ns0:lnTo>
                  <ns0:pt x="552960" y="876655"/>
                </ns0:lnTo>
                <ns0:lnTo>
                  <ns0:pt x="554400" y="876659"/>
                </ns0:lnTo>
                <ns0:lnTo>
                  <ns0:pt x="555840" y="876663"/>
                </ns0:lnTo>
                <ns0:lnTo>
                  <ns0:pt x="557280" y="876667"/>
                </ns0:lnTo>
                <ns0:lnTo>
                  <ns0:pt x="558720" y="876671"/>
                </ns0:lnTo>
                <ns0:lnTo>
                  <ns0:pt x="560160" y="876675"/>
                </ns0:lnTo>
                <ns0:lnTo>
                  <ns0:pt x="561600" y="876679"/>
                </ns0:lnTo>
                <ns0:lnTo>
                  <ns0:pt x="563040" y="876684"/>
                </ns0:lnTo>
                <ns0:lnTo>
                  <ns0:pt x="564480" y="876688"/>
                </ns0:lnTo>
                <ns0:lnTo>
                  <ns0:pt x="565920" y="876692"/>
                </ns0:lnTo>
                <ns0:lnTo>
                  <ns0:pt x="567360" y="876696"/>
                </ns0:lnTo>
                <ns0:lnTo>
                  <ns0:pt x="568800" y="876701"/>
                </ns0:lnTo>
                <ns0:lnTo>
                  <ns0:pt x="570240" y="876705"/>
                </ns0:lnTo>
                <ns0:lnTo>
                  <ns0:pt x="571680" y="876709"/>
                </ns0:lnTo>
                <ns0:lnTo>
                  <ns0:pt x="573120" y="876713"/>
                </ns0:lnTo>
                <ns0:lnTo>
                  <ns0:pt x="574560" y="876718"/>
                </ns0:lnTo>
                <ns0:lnTo>
                  <ns0:pt x="576000" y="876722"/>
                </ns0:lnTo>
                <ns0:lnTo>
                  <ns0:pt x="577440" y="876726"/>
                </ns0:lnTo>
                <ns0:lnTo>
                  <ns0:pt x="578880" y="876730"/>
                </ns0:lnTo>
                <ns0:lnTo>
                  <ns0:pt x="580320" y="876735"/>
                </ns0:lnTo>
                <ns0:lnTo>
                  <ns0:pt x="581760" y="876739"/>
                </ns0:lnTo>
                <ns0:lnTo>
                  <ns0:pt x="583200" y="876743"/>
                </ns0:lnTo>
                <ns0:lnTo>
                  <ns0:pt x="584640" y="876748"/>
                </ns0:lnTo>
                <ns0:lnTo>
                  <ns0:pt x="586080" y="876752"/>
                </ns0:lnTo>
                <ns0:lnTo>
                  <ns0:pt x="587520" y="876756"/>
                </ns0:lnTo>
                <ns0:lnTo>
                  <ns0:pt x="588960" y="876761"/>
                </ns0:lnTo>
                <ns0:lnTo>
                  <ns0:pt x="590400" y="876765"/>
                </ns0:lnTo>
                <ns0:lnTo>
                  <ns0:pt x="591840" y="876769"/>
                </ns0:lnTo>
                <ns0:lnTo>
                  <ns0:pt x="593280" y="876773"/>
                </ns0:lnTo>
                <ns0:lnTo>
                  <ns0:pt x="594720" y="876778"/>
                </ns0:lnTo>
                <ns0:lnTo>
                  <ns0:pt x="596160" y="876782"/>
                </ns0:lnTo>
                <ns0:lnTo>
                  <ns0:pt x="597600" y="876786"/>
                </ns0:lnTo>
                <ns0:lnTo>
                  <ns0:pt x="599040" y="876791"/>
                </ns0:lnTo>
                <ns0:lnTo>
                  <ns0:pt x="600480" y="876795"/>
                </ns0:lnTo>
                <ns0:lnTo>
                  <ns0:pt x="601920" y="876799"/>
                </ns0:lnTo>
                <ns0:lnTo>
                  <ns0:pt x="603360" y="876803"/>
                </ns0:lnTo>
                <ns0:lnTo>
                  <ns0:pt x="604800" y="876808"/>
                </ns0:lnTo>
                <ns0:lnTo>
                  <ns0:pt x="606240" y="876812"/>
                </ns0:lnTo>
                <ns0:lnTo>
                  <ns0:pt x="607680" y="876816"/>
                </ns0:lnTo>
                <ns0:lnTo>
                  <ns0:pt x="609120" y="876820"/>
                </ns0:lnTo>
                <ns0:lnTo>
                  <ns0:pt x="610560" y="876824"/>
                </ns0:lnTo>
                <ns0:lnTo>
                  <ns0:pt x="612000" y="876829"/>
                </ns0:lnTo>
                <ns0:lnTo>
                  <ns0:pt x="613440" y="876833"/>
                </ns0:lnTo>
                <ns0:lnTo>
                  <ns0:pt x="614880" y="876837"/>
                </ns0:lnTo>
                <ns0:lnTo>
                  <ns0:pt x="616320" y="876841"/>
                </ns0:lnTo>
                <ns0:lnTo>
                  <ns0:pt x="617760" y="876845"/>
                </ns0:lnTo>
                <ns0:lnTo>
                  <ns0:pt x="619200" y="876849"/>
                </ns0:lnTo>
                <ns0:lnTo>
                  <ns0:pt x="620640" y="876853"/>
                </ns0:lnTo>
                <ns0:lnTo>
                  <ns0:pt x="622080" y="876857"/>
                </ns0:lnTo>
                <ns0:lnTo>
                  <ns0:pt x="623520" y="876861"/>
                </ns0:lnTo>
                <ns0:lnTo>
                  <ns0:pt x="624960" y="876865"/>
                </ns0:lnTo>
                <ns0:lnTo>
                  <ns0:pt x="626400" y="876869"/>
                </ns0:lnTo>
                <ns0:lnTo>
                  <ns0:pt x="627840" y="876873"/>
                </ns0:lnTo>
                <ns0:lnTo>
                  <ns0:pt x="629280" y="876877"/>
                </ns0:lnTo>
                <ns0:lnTo>
                  <ns0:pt x="630720" y="876881"/>
                </ns0:lnTo>
                <ns0:lnTo>
                  <ns0:pt x="632160" y="876885"/>
                </ns0:lnTo>
                <ns0:lnTo>
                  <ns0:pt x="633600" y="876889"/>
                </ns0:lnTo>
                <ns0:lnTo>
                  <ns0:pt x="635040" y="876893"/>
                </ns0:lnTo>
                <ns0:lnTo>
                  <ns0:pt x="636480" y="876898"/>
                </ns0:lnTo>
                <ns0:lnTo>
                  <ns0:pt x="637920" y="876902"/>
                </ns0:lnTo>
                <ns0:lnTo>
                  <ns0:pt x="639360" y="876906"/>
                </ns0:lnTo>
                <ns0:lnTo>
                  <ns0:pt x="640800" y="876910"/>
                </ns0:lnTo>
                <ns0:lnTo>
                  <ns0:pt x="642240" y="876913"/>
                </ns0:lnTo>
                <ns0:lnTo>
                  <ns0:pt x="643680" y="876917"/>
                </ns0:lnTo>
                <ns0:lnTo>
                  <ns0:pt x="645120" y="876920"/>
                </ns0:lnTo>
                <ns0:lnTo>
                  <ns0:pt x="646560" y="876923"/>
                </ns0:lnTo>
                <ns0:lnTo>
                  <ns0:pt x="648000" y="876925"/>
                </ns0:lnTo>
                <ns0:lnTo>
                  <ns0:pt x="649440" y="876927"/>
                </ns0:lnTo>
                <ns0:lnTo>
                  <ns0:pt x="650880" y="876929"/>
                </ns0:lnTo>
                <ns0:lnTo>
                  <ns0:pt x="652320" y="876931"/>
                </ns0:lnTo>
                <ns0:lnTo>
                  <ns0:pt x="653760" y="876933"/>
                </ns0:lnTo>
                <ns0:lnTo>
                  <ns0:pt x="655200" y="876934"/>
                </ns0:lnTo>
                <ns0:lnTo>
                  <ns0:pt x="656640" y="876936"/>
                </ns0:lnTo>
                <ns0:lnTo>
                  <ns0:pt x="658080" y="876937"/>
                </ns0:lnTo>
                <ns0:lnTo>
                  <ns0:pt x="659520" y="876938"/>
                </ns0:lnTo>
                <ns0:lnTo>
                  <ns0:pt x="660960" y="876939"/>
                </ns0:lnTo>
                <ns0:lnTo>
                  <ns0:pt x="662400" y="876940"/>
                </ns0:lnTo>
                <ns0:lnTo>
                  <ns0:pt x="663840" y="876940"/>
                </ns0:lnTo>
                <ns0:lnTo>
                  <ns0:pt x="665280" y="876941"/>
                </ns0:lnTo>
                <ns0:lnTo>
                  <ns0:pt x="666720" y="876941"/>
                </ns0:lnTo>
                <ns0:lnTo>
                  <ns0:pt x="668160" y="876942"/>
                </ns0:lnTo>
                <ns0:lnTo>
                  <ns0:pt x="669600" y="876942"/>
                </ns0:lnTo>
                <ns0:lnTo>
                  <ns0:pt x="671040" y="876943"/>
                </ns0:lnTo>
                <ns0:lnTo>
                  <ns0:pt x="672480" y="876943"/>
                </ns0:lnTo>
                <ns0:lnTo>
                  <ns0:pt x="673920" y="876944"/>
                </ns0:lnTo>
                <ns0:lnTo>
                  <ns0:pt x="675360" y="876945"/>
                </ns0:lnTo>
                <ns0:lnTo>
                  <ns0:pt x="676800" y="876946"/>
                </ns0:lnTo>
                <ns0:lnTo>
                  <ns0:pt x="678240" y="876946"/>
                </ns0:lnTo>
                <ns0:lnTo>
                  <ns0:pt x="679680" y="876947"/>
                </ns0:lnTo>
                <ns0:lnTo>
                  <ns0:pt x="681120" y="876948"/>
                </ns0:lnTo>
                <ns0:lnTo>
                  <ns0:pt x="682560" y="876949"/>
                </ns0:lnTo>
                <ns0:lnTo>
                  <ns0:pt x="684000" y="876949"/>
                </ns0:lnTo>
                <ns0:lnTo>
                  <ns0:pt x="685440" y="876950"/>
                </ns0:lnTo>
                <ns0:lnTo>
                  <ns0:pt x="686880" y="876951"/>
                </ns0:lnTo>
                <ns0:lnTo>
                  <ns0:pt x="688320" y="876952"/>
                </ns0:lnTo>
                <ns0:lnTo>
                  <ns0:pt x="689760" y="876952"/>
                </ns0:lnTo>
                <ns0:lnTo>
                  <ns0:pt x="691200" y="876953"/>
                </ns0:lnTo>
                <ns0:lnTo>
                  <ns0:pt x="692640" y="876954"/>
                </ns0:lnTo>
                <ns0:lnTo>
                  <ns0:pt x="694080" y="876954"/>
                </ns0:lnTo>
                <ns0:lnTo>
                  <ns0:pt x="695520" y="876955"/>
                </ns0:lnTo>
                <ns0:lnTo>
                  <ns0:pt x="696960" y="876955"/>
                </ns0:lnTo>
                <ns0:lnTo>
                  <ns0:pt x="698400" y="876956"/>
                </ns0:lnTo>
                <ns0:lnTo>
                  <ns0:pt x="699840" y="876957"/>
                </ns0:lnTo>
                <ns0:lnTo>
                  <ns0:pt x="701280" y="876957"/>
                </ns0:lnTo>
                <ns0:lnTo>
                  <ns0:pt x="702720" y="876958"/>
                </ns0:lnTo>
                <ns0:lnTo>
                  <ns0:pt x="704160" y="876959"/>
                </ns0:lnTo>
                <ns0:lnTo>
                  <ns0:pt x="705600" y="876959"/>
                </ns0:lnTo>
                <ns0:lnTo>
                  <ns0:pt x="707040" y="876960"/>
                </ns0:lnTo>
                <ns0:lnTo>
                  <ns0:pt x="708480" y="876961"/>
                </ns0:lnTo>
                <ns0:lnTo>
                  <ns0:pt x="709920" y="876962"/>
                </ns0:lnTo>
                <ns0:lnTo>
                  <ns0:pt x="711360" y="876962"/>
                </ns0:lnTo>
                <ns0:lnTo>
                  <ns0:pt x="712800" y="876963"/>
                </ns0:lnTo>
                <ns0:lnTo>
                  <ns0:pt x="714240" y="876964"/>
                </ns0:lnTo>
                <ns0:lnTo>
                  <ns0:pt x="715680" y="876965"/>
                </ns0:lnTo>
                <ns0:lnTo>
                  <ns0:pt x="717120" y="876965"/>
                </ns0:lnTo>
                <ns0:lnTo>
                  <ns0:pt x="718560" y="876966"/>
                </ns0:lnTo>
                <ns0:lnTo>
                  <ns0:pt x="720000" y="876967"/>
                </ns0:lnTo>
                <ns0:lnTo>
                  <ns0:pt x="721440" y="876968"/>
                </ns0:lnTo>
                <ns0:lnTo>
                  <ns0:pt x="722880" y="876968"/>
                </ns0:lnTo>
                <ns0:lnTo>
                  <ns0:pt x="724320" y="876969"/>
                </ns0:lnTo>
                <ns0:lnTo>
                  <ns0:pt x="725760" y="876970"/>
                </ns0:lnTo>
                <ns0:lnTo>
                  <ns0:pt x="727200" y="876970"/>
                </ns0:lnTo>
                <ns0:lnTo>
                  <ns0:pt x="728640" y="876971"/>
                </ns0:lnTo>
                <ns0:lnTo>
                  <ns0:pt x="730080" y="876972"/>
                </ns0:lnTo>
                <ns0:lnTo>
                  <ns0:pt x="731520" y="876973"/>
                </ns0:lnTo>
                <ns0:lnTo>
                  <ns0:pt x="732960" y="876973"/>
                </ns0:lnTo>
                <ns0:lnTo>
                  <ns0:pt x="734400" y="876974"/>
                </ns0:lnTo>
                <ns0:lnTo>
                  <ns0:pt x="735840" y="876975"/>
                </ns0:lnTo>
                <ns0:lnTo>
                  <ns0:pt x="737280" y="876975"/>
                </ns0:lnTo>
                <ns0:lnTo>
                  <ns0:pt x="738720" y="876976"/>
                </ns0:lnTo>
                <ns0:lnTo>
                  <ns0:pt x="740160" y="876977"/>
                </ns0:lnTo>
                <ns0:lnTo>
                  <ns0:pt x="741600" y="876977"/>
                </ns0:lnTo>
                <ns0:lnTo>
                  <ns0:pt x="743040" y="876978"/>
                </ns0:lnTo>
                <ns0:lnTo>
                  <ns0:pt x="744480" y="876979"/>
                </ns0:lnTo>
                <ns0:lnTo>
                  <ns0:pt x="745920" y="876980"/>
                </ns0:lnTo>
                <ns0:lnTo>
                  <ns0:pt x="747360" y="876980"/>
                </ns0:lnTo>
                <ns0:lnTo>
                  <ns0:pt x="748800" y="876981"/>
                </ns0:lnTo>
                <ns0:lnTo>
                  <ns0:pt x="750240" y="876982"/>
                </ns0:lnTo>
                <ns0:lnTo>
                  <ns0:pt x="751680" y="876982"/>
                </ns0:lnTo>
                <ns0:lnTo>
                  <ns0:pt x="753120" y="876983"/>
                </ns0:lnTo>
                <ns0:lnTo>
                  <ns0:pt x="754560" y="876984"/>
                </ns0:lnTo>
                <ns0:lnTo>
                  <ns0:pt x="756000" y="876984"/>
                </ns0:lnTo>
                <ns0:lnTo>
                  <ns0:pt x="757440" y="876985"/>
                </ns0:lnTo>
                <ns0:lnTo>
                  <ns0:pt x="758880" y="876986"/>
                </ns0:lnTo>
                <ns0:lnTo>
                  <ns0:pt x="760320" y="876986"/>
                </ns0:lnTo>
                <ns0:lnTo>
                  <ns0:pt x="761760" y="876987"/>
                </ns0:lnTo>
                <ns0:lnTo>
                  <ns0:pt x="763200" y="876988"/>
                </ns0:lnTo>
                <ns0:lnTo>
                  <ns0:pt x="764640" y="876988"/>
                </ns0:lnTo>
                <ns0:lnTo>
                  <ns0:pt x="766080" y="876989"/>
                </ns0:lnTo>
                <ns0:lnTo>
                  <ns0:pt x="767520" y="876989"/>
                </ns0:lnTo>
                <ns0:lnTo>
                  <ns0:pt x="768960" y="876990"/>
                </ns0:lnTo>
                <ns0:lnTo>
                  <ns0:pt x="770400" y="876991"/>
                </ns0:lnTo>
                <ns0:lnTo>
                  <ns0:pt x="771840" y="876991"/>
                </ns0:lnTo>
                <ns0:lnTo>
                  <ns0:pt x="773280" y="876992"/>
                </ns0:lnTo>
                <ns0:lnTo>
                  <ns0:pt x="774720" y="876993"/>
                </ns0:lnTo>
                <ns0:lnTo>
                  <ns0:pt x="776160" y="876993"/>
                </ns0:lnTo>
                <ns0:lnTo>
                  <ns0:pt x="777600" y="876994"/>
                </ns0:lnTo>
                <ns0:lnTo>
                  <ns0:pt x="779040" y="876995"/>
                </ns0:lnTo>
                <ns0:lnTo>
                  <ns0:pt x="780480" y="876995"/>
                </ns0:lnTo>
                <ns0:lnTo>
                  <ns0:pt x="781920" y="876996"/>
                </ns0:lnTo>
                <ns0:lnTo>
                  <ns0:pt x="783360" y="876997"/>
                </ns0:lnTo>
                <ns0:lnTo>
                  <ns0:pt x="784800" y="876997"/>
                </ns0:lnTo>
                <ns0:lnTo>
                  <ns0:pt x="786240" y="876998"/>
                </ns0:lnTo>
                <ns0:lnTo>
                  <ns0:pt x="787680" y="876998"/>
                </ns0:lnTo>
                <ns0:lnTo>
                  <ns0:pt x="789120" y="876999"/>
                </ns0:lnTo>
                <ns0:lnTo>
                  <ns0:pt x="790560" y="877000"/>
                </ns0:lnTo>
                <ns0:lnTo>
                  <ns0:pt x="792000" y="877000"/>
                </ns0:lnTo>
                <ns0:lnTo>
                  <ns0:pt x="793440" y="877001"/>
                </ns0:lnTo>
                <ns0:lnTo>
                  <ns0:pt x="794880" y="877002"/>
                </ns0:lnTo>
                <ns0:lnTo>
                  <ns0:pt x="796320" y="877002"/>
                </ns0:lnTo>
                <ns0:lnTo>
                  <ns0:pt x="797760" y="877003"/>
                </ns0:lnTo>
                <ns0:lnTo>
                  <ns0:pt x="799200" y="877003"/>
                </ns0:lnTo>
                <ns0:lnTo>
                  <ns0:pt x="800640" y="877004"/>
                </ns0:lnTo>
                <ns0:lnTo>
                  <ns0:pt x="802080" y="877005"/>
                </ns0:lnTo>
                <ns0:lnTo>
                  <ns0:pt x="803520" y="877005"/>
                </ns0:lnTo>
                <ns0:lnTo>
                  <ns0:pt x="804960" y="877006"/>
                </ns0:lnTo>
                <ns0:lnTo>
                  <ns0:pt x="806400" y="877007"/>
                </ns0:lnTo>
                <ns0:lnTo>
                  <ns0:pt x="807840" y="877007"/>
                </ns0:lnTo>
                <ns0:lnTo>
                  <ns0:pt x="809280" y="877008"/>
                </ns0:lnTo>
                <ns0:lnTo>
                  <ns0:pt x="810720" y="877008"/>
                </ns0:lnTo>
                <ns0:lnTo>
                  <ns0:pt x="812160" y="877009"/>
                </ns0:lnTo>
                <ns0:lnTo>
                  <ns0:pt x="813600" y="877010"/>
                </ns0:lnTo>
                <ns0:lnTo>
                  <ns0:pt x="815040" y="877010"/>
                </ns0:lnTo>
                <ns0:lnTo>
                  <ns0:pt x="816480" y="877011"/>
                </ns0:lnTo>
                <ns0:lnTo>
                  <ns0:pt x="817920" y="877011"/>
                </ns0:lnTo>
                <ns0:lnTo>
                  <ns0:pt x="819360" y="877012"/>
                </ns0:lnTo>
                <ns0:lnTo>
                  <ns0:pt x="820800" y="877013"/>
                </ns0:lnTo>
                <ns0:lnTo>
                  <ns0:pt x="822240" y="877013"/>
                </ns0:lnTo>
                <ns0:lnTo>
                  <ns0:pt x="823680" y="877014"/>
                </ns0:lnTo>
                <ns0:lnTo>
                  <ns0:pt x="825120" y="877014"/>
                </ns0:lnTo>
                <ns0:lnTo>
                  <ns0:pt x="826560" y="877015"/>
                </ns0:lnTo>
                <ns0:lnTo>
                  <ns0:pt x="828000" y="877016"/>
                </ns0:lnTo>
                <ns0:lnTo>
                  <ns0:pt x="829440" y="877016"/>
                </ns0:lnTo>
                <ns0:lnTo>
                  <ns0:pt x="830880" y="877017"/>
                </ns0:lnTo>
                <ns0:lnTo>
                  <ns0:pt x="832320" y="877017"/>
                </ns0:lnTo>
                <ns0:lnTo>
                  <ns0:pt x="833760" y="877018"/>
                </ns0:lnTo>
                <ns0:lnTo>
                  <ns0:pt x="835200" y="877019"/>
                </ns0:lnTo>
                <ns0:lnTo>
                  <ns0:pt x="836640" y="877019"/>
                </ns0:lnTo>
                <ns0:lnTo>
                  <ns0:pt x="838080" y="877020"/>
                </ns0:lnTo>
                <ns0:lnTo>
                  <ns0:pt x="839520" y="877020"/>
                </ns0:lnTo>
                <ns0:lnTo>
                  <ns0:pt x="840960" y="877021"/>
                </ns0:lnTo>
                <ns0:lnTo>
                  <ns0:pt x="842400" y="877021"/>
                </ns0:lnTo>
                <ns0:lnTo>
                  <ns0:pt x="843840" y="877022"/>
                </ns0:lnTo>
                <ns0:lnTo>
                  <ns0:pt x="845280" y="877023"/>
                </ns0:lnTo>
                <ns0:lnTo>
                  <ns0:pt x="846720" y="877023"/>
                </ns0:lnTo>
                <ns0:lnTo>
                  <ns0:pt x="848160" y="877023"/>
                </ns0:lnTo>
                <ns0:lnTo>
                  <ns0:pt x="849600" y="877023"/>
                </ns0:lnTo>
                <ns0:lnTo>
                  <ns0:pt x="851040" y="877023"/>
                </ns0:lnTo>
                <ns0:lnTo>
                  <ns0:pt x="852480" y="877024"/>
                </ns0:lnTo>
                <ns0:lnTo>
                  <ns0:pt x="853920" y="877024"/>
                </ns0:lnTo>
                <ns0:lnTo>
                  <ns0:pt x="855360" y="877024"/>
                </ns0:lnTo>
                <ns0:lnTo>
                  <ns0:pt x="856800" y="877024"/>
                </ns0:lnTo>
                <ns0:lnTo>
                  <ns0:pt x="858240" y="877024"/>
                </ns0:lnTo>
                <ns0:lnTo>
                  <ns0:pt x="859680" y="877024"/>
                </ns0:lnTo>
                <ns0:lnTo>
                  <ns0:pt x="861120" y="877024"/>
                </ns0:lnTo>
                <ns0:lnTo>
                  <ns0:pt x="862560" y="877024"/>
                </ns0:lnTo>
                <ns0:lnTo>
                  <ns0:pt x="864000" y="877025"/>
                </ns0:lnTo>
                <ns0:lnTo>
                  <ns0:pt x="865440" y="877049"/>
                </ns0:lnTo>
                <ns0:lnTo>
                  <ns0:pt x="866880" y="877060"/>
                </ns0:lnTo>
                <ns0:lnTo>
                  <ns0:pt x="868320" y="877072"/>
                </ns0:lnTo>
                <ns0:lnTo>
                  <ns0:pt x="869760" y="877084"/>
                </ns0:lnTo>
                <ns0:lnTo>
                  <ns0:pt x="871200" y="877096"/>
                </ns0:lnTo>
                <ns0:lnTo>
                  <ns0:pt x="872640" y="877107"/>
                </ns0:lnTo>
                <ns0:lnTo>
                  <ns0:pt x="874080" y="877117"/>
                </ns0:lnTo>
                <ns0:lnTo>
                  <ns0:pt x="875520" y="877125"/>
                </ns0:lnTo>
                <ns0:lnTo>
                  <ns0:pt x="876960" y="877131"/>
                </ns0:lnTo>
                <ns0:lnTo>
                  <ns0:pt x="878400" y="877136"/>
                </ns0:lnTo>
                <ns0:lnTo>
                  <ns0:pt x="879840" y="877138"/>
                </ns0:lnTo>
                <ns0:lnTo>
                  <ns0:pt x="881280" y="877137"/>
                </ns0:lnTo>
                <ns0:lnTo>
                  <ns0:pt x="882720" y="877135"/>
                </ns0:lnTo>
                <ns0:lnTo>
                  <ns0:pt x="884160" y="877108"/>
                </ns0:lnTo>
                <ns0:lnTo>
                  <ns0:pt x="885600" y="877072"/>
                </ns0:lnTo>
                <ns0:lnTo>
                  <ns0:pt x="887040" y="877026"/>
                </ns0:lnTo>
                <ns0:lnTo>
                  <ns0:pt x="888480" y="876970"/>
                </ns0:lnTo>
                <ns0:lnTo>
                  <ns0:pt x="889920" y="876904"/>
                </ns0:lnTo>
                <ns0:lnTo>
                  <ns0:pt x="891360" y="876826"/>
                </ns0:lnTo>
                <ns0:lnTo>
                  <ns0:pt x="892800" y="876737"/>
                </ns0:lnTo>
                <ns0:lnTo>
                  <ns0:pt x="894240" y="876636"/>
                </ns0:lnTo>
                <ns0:lnTo>
                  <ns0:pt x="895680" y="876522"/>
                </ns0:lnTo>
                <ns0:lnTo>
                  <ns0:pt x="897120" y="876395"/>
                </ns0:lnTo>
                <ns0:lnTo>
                  <ns0:pt x="898560" y="876256"/>
                </ns0:lnTo>
                <ns0:lnTo>
                  <ns0:pt x="900000" y="876108"/>
                </ns0:lnTo>
                <ns0:lnTo>
                  <ns0:pt x="901440" y="875953"/>
                </ns0:lnTo>
                <ns0:lnTo>
                  <ns0:pt x="902880" y="875794"/>
                </ns0:lnTo>
                <ns0:lnTo>
                  <ns0:pt x="904320" y="875633"/>
                </ns0:lnTo>
                <ns0:lnTo>
                  <ns0:pt x="905760" y="875472"/>
                </ns0:lnTo>
                <ns0:lnTo>
                  <ns0:pt x="907200" y="875313"/>
                </ns0:lnTo>
                <ns0:lnTo>
                  <ns0:pt x="908640" y="875157"/>
                </ns0:lnTo>
                <ns0:lnTo>
                  <ns0:pt x="910080" y="875006"/>
                </ns0:lnTo>
                <ns0:lnTo>
                  <ns0:pt x="911520" y="874860"/>
                </ns0:lnTo>
                <ns0:lnTo>
                  <ns0:pt x="912960" y="874721"/>
                </ns0:lnTo>
                <ns0:lnTo>
                  <ns0:pt x="914400" y="874590"/>
                </ns0:lnTo>
                <ns0:lnTo>
                  <ns0:pt x="915840" y="874466"/>
                </ns0:lnTo>
                <ns0:lnTo>
                  <ns0:pt x="917280" y="874352"/>
                </ns0:lnTo>
                <ns0:lnTo>
                  <ns0:pt x="918720" y="874248"/>
                </ns0:lnTo>
                <ns0:lnTo>
                  <ns0:pt x="920160" y="874156"/>
                </ns0:lnTo>
                <ns0:lnTo>
                  <ns0:pt x="921600" y="874077"/>
                </ns0:lnTo>
                <ns0:lnTo>
                  <ns0:pt x="923040" y="874014"/>
                </ns0:lnTo>
                <ns0:lnTo>
                  <ns0:pt x="924480" y="873965"/>
                </ns0:lnTo>
                <ns0:lnTo>
                  <ns0:pt x="925920" y="873929"/>
                </ns0:lnTo>
                <ns0:lnTo>
                  <ns0:pt x="927360" y="873903"/>
                </ns0:lnTo>
                <ns0:lnTo>
                  <ns0:pt x="928800" y="873884"/>
                </ns0:lnTo>
                <ns0:lnTo>
                  <ns0:pt x="930240" y="873869"/>
                </ns0:lnTo>
                <ns0:lnTo>
                  <ns0:pt x="931680" y="873852"/>
                </ns0:lnTo>
                <ns0:lnTo>
                  <ns0:pt x="933120" y="873829"/>
                </ns0:lnTo>
                <ns0:lnTo>
                  <ns0:pt x="934560" y="873800"/>
                </ns0:lnTo>
                <ns0:lnTo>
                  <ns0:pt x="936000" y="873762"/>
                </ns0:lnTo>
                <ns0:lnTo>
                  <ns0:pt x="937440" y="873717"/>
                </ns0:lnTo>
                <ns0:lnTo>
                  <ns0:pt x="938880" y="873662"/>
                </ns0:lnTo>
                <ns0:lnTo>
                  <ns0:pt x="940320" y="873599"/>
                </ns0:lnTo>
                <ns0:lnTo>
                  <ns0:pt x="941760" y="873526"/>
                </ns0:lnTo>
                <ns0:lnTo>
                  <ns0:pt x="943200" y="873445"/>
                </ns0:lnTo>
                <ns0:lnTo>
                  <ns0:pt x="944640" y="873358"/>
                </ns0:lnTo>
                <ns0:lnTo>
                  <ns0:pt x="946080" y="873265"/>
                </ns0:lnTo>
                <ns0:lnTo>
                  <ns0:pt x="947520" y="873167"/>
                </ns0:lnTo>
                <ns0:lnTo>
                  <ns0:pt x="948960" y="873065"/>
                </ns0:lnTo>
                <ns0:lnTo>
                  <ns0:pt x="950400" y="872960"/>
                </ns0:lnTo>
                <ns0:lnTo>
                  <ns0:pt x="951840" y="872853"/>
                </ns0:lnTo>
                <ns0:lnTo>
                  <ns0:pt x="953280" y="872746"/>
                </ns0:lnTo>
                <ns0:lnTo>
                  <ns0:pt x="954720" y="872639"/>
                </ns0:lnTo>
                <ns0:lnTo>
                  <ns0:pt x="956160" y="872535"/>
                </ns0:lnTo>
                <ns0:lnTo>
                  <ns0:pt x="957600" y="872437"/>
                </ns0:lnTo>
                <ns0:lnTo>
                  <ns0:pt x="959040" y="872346"/>
                </ns0:lnTo>
                <ns0:lnTo>
                  <ns0:pt x="960480" y="872266"/>
                </ns0:lnTo>
                <ns0:lnTo>
                  <ns0:pt x="961920" y="872202"/>
                </ns0:lnTo>
                <ns0:lnTo>
                  <ns0:pt x="963360" y="872155"/>
                </ns0:lnTo>
                <ns0:lnTo>
                  <ns0:pt x="964800" y="872130"/>
                </ns0:lnTo>
                <ns0:lnTo>
                  <ns0:pt x="966240" y="872123"/>
                </ns0:lnTo>
                <ns0:lnTo>
                  <ns0:pt x="967680" y="872133"/>
                </ns0:lnTo>
                <ns0:lnTo>
                  <ns0:pt x="969120" y="872153"/>
                </ns0:lnTo>
                <ns0:lnTo>
                  <ns0:pt x="970560" y="872180"/>
                </ns0:lnTo>
                <ns0:lnTo>
                  <ns0:pt x="972000" y="872210"/>
                </ns0:lnTo>
                <ns0:lnTo>
                  <ns0:pt x="973440" y="872241"/>
                </ns0:lnTo>
                <ns0:lnTo>
                  <ns0:pt x="974880" y="872269"/>
                </ns0:lnTo>
                <ns0:lnTo>
                  <ns0:pt x="976320" y="872296"/>
                </ns0:lnTo>
                <ns0:lnTo>
                  <ns0:pt x="977760" y="872321"/>
                </ns0:lnTo>
                <ns0:lnTo>
                  <ns0:pt x="979200" y="872344"/>
                </ns0:lnTo>
                <ns0:lnTo>
                  <ns0:pt x="980640" y="872366"/>
                </ns0:lnTo>
                <ns0:lnTo>
                  <ns0:pt x="982080" y="872387"/>
                </ns0:lnTo>
                <ns0:lnTo>
                  <ns0:pt x="983520" y="872408"/>
                </ns0:lnTo>
                <ns0:lnTo>
                  <ns0:pt x="984960" y="872428"/>
                </ns0:lnTo>
                <ns0:lnTo>
                  <ns0:pt x="986400" y="872447"/>
                </ns0:lnTo>
                <ns0:lnTo>
                  <ns0:pt x="987840" y="872466"/>
                </ns0:lnTo>
                <ns0:lnTo>
                  <ns0:pt x="989280" y="872485"/>
                </ns0:lnTo>
                <ns0:lnTo>
                  <ns0:pt x="990720" y="872505"/>
                </ns0:lnTo>
                <ns0:lnTo>
                  <ns0:pt x="992160" y="872525"/>
                </ns0:lnTo>
                <ns0:lnTo>
                  <ns0:pt x="993600" y="872546"/>
                </ns0:lnTo>
                <ns0:lnTo>
                  <ns0:pt x="995040" y="872569"/>
                </ns0:lnTo>
                <ns0:lnTo>
                  <ns0:pt x="996480" y="872592"/>
                </ns0:lnTo>
                <ns0:lnTo>
                  <ns0:pt x="997920" y="872616"/>
                </ns0:lnTo>
                <ns0:lnTo>
                  <ns0:pt x="999360" y="872641"/>
                </ns0:lnTo>
                <ns0:lnTo>
                  <ns0:pt x="1000800" y="872666"/>
                </ns0:lnTo>
                <ns0:lnTo>
                  <ns0:pt x="1002240" y="872691"/>
                </ns0:lnTo>
                <ns0:lnTo>
                  <ns0:pt x="1003680" y="872715"/>
                </ns0:lnTo>
                <ns0:lnTo>
                  <ns0:pt x="1005120" y="872739"/>
                </ns0:lnTo>
                <ns0:lnTo>
                  <ns0:pt x="1006560" y="872762"/>
                </ns0:lnTo>
                <ns0:lnTo>
                  <ns0:pt x="1008000" y="872784"/>
                </ns0:lnTo>
                <ns0:lnTo>
                  <ns0:pt x="1009440" y="872806"/>
                </ns0:lnTo>
                <ns0:lnTo>
                  <ns0:pt x="1010880" y="872827"/>
                </ns0:lnTo>
                <ns0:lnTo>
                  <ns0:pt x="1012320" y="872848"/>
                </ns0:lnTo>
                <ns0:lnTo>
                  <ns0:pt x="1013760" y="872868"/>
                </ns0:lnTo>
                <ns0:lnTo>
                  <ns0:pt x="1015200" y="872888"/>
                </ns0:lnTo>
                <ns0:lnTo>
                  <ns0:pt x="1016640" y="872907"/>
                </ns0:lnTo>
                <ns0:lnTo>
                  <ns0:pt x="1018080" y="872926"/>
                </ns0:lnTo>
                <ns0:lnTo>
                  <ns0:pt x="1019520" y="872945"/>
                </ns0:lnTo>
                <ns0:lnTo>
                  <ns0:pt x="1020960" y="872964"/>
                </ns0:lnTo>
                <ns0:lnTo>
                  <ns0:pt x="1022400" y="872983"/>
                </ns0:lnTo>
                <ns0:lnTo>
                  <ns0:pt x="1023840" y="873002"/>
                </ns0:lnTo>
                <ns0:lnTo>
                  <ns0:pt x="1025280" y="873022"/>
                </ns0:lnTo>
                <ns0:lnTo>
                  <ns0:pt x="1026720" y="873042"/>
                </ns0:lnTo>
                <ns0:lnTo>
                  <ns0:pt x="1028160" y="873063"/>
                </ns0:lnTo>
                <ns0:lnTo>
                  <ns0:pt x="1029600" y="873084"/>
                </ns0:lnTo>
                <ns0:lnTo>
                  <ns0:pt x="1031040" y="873106"/>
                </ns0:lnTo>
                <ns0:lnTo>
                  <ns0:pt x="1032480" y="873128"/>
                </ns0:lnTo>
                <ns0:lnTo>
                  <ns0:pt x="1033920" y="873150"/>
                </ns0:lnTo>
                <ns0:lnTo>
                  <ns0:pt x="1035360" y="873173"/>
                </ns0:lnTo>
                <ns0:lnTo>
                  <ns0:pt x="1036800" y="873195"/>
                </ns0:lnTo>
                <ns0:lnTo>
                  <ns0:pt x="1038240" y="873218"/>
                </ns0:lnTo>
                <ns0:lnTo>
                  <ns0:pt x="1039680" y="873240"/>
                </ns0:lnTo>
                <ns0:lnTo>
                  <ns0:pt x="1041120" y="873262"/>
                </ns0:lnTo>
                <ns0:lnTo>
                  <ns0:pt x="1042560" y="873284"/>
                </ns0:lnTo>
                <ns0:lnTo>
                  <ns0:pt x="1044000" y="873305"/>
                </ns0:lnTo>
                <ns0:lnTo>
                  <ns0:pt x="1045440" y="873326"/>
                </ns0:lnTo>
                <ns0:lnTo>
                  <ns0:pt x="1046880" y="873347"/>
                </ns0:lnTo>
                <ns0:lnTo>
                  <ns0:pt x="1048320" y="873368"/>
                </ns0:lnTo>
                <ns0:lnTo>
                  <ns0:pt x="1049760" y="873388"/>
                </ns0:lnTo>
                <ns0:lnTo>
                  <ns0:pt x="1051200" y="873408"/>
                </ns0:lnTo>
                <ns0:lnTo>
                  <ns0:pt x="1052640" y="873427"/>
                </ns0:lnTo>
                <ns0:lnTo>
                  <ns0:pt x="1054080" y="873447"/>
                </ns0:lnTo>
                <ns0:lnTo>
                  <ns0:pt x="1055520" y="873466"/>
                </ns0:lnTo>
                <ns0:lnTo>
                  <ns0:pt x="1056960" y="873485"/>
                </ns0:lnTo>
                <ns0:lnTo>
                  <ns0:pt x="1058400" y="873505"/>
                </ns0:lnTo>
                <ns0:lnTo>
                  <ns0:pt x="1059840" y="873524"/>
                </ns0:lnTo>
                <ns0:lnTo>
                  <ns0:pt x="1061280" y="873544"/>
                </ns0:lnTo>
                <ns0:lnTo>
                  <ns0:pt x="1062720" y="873563"/>
                </ns0:lnTo>
                <ns0:lnTo>
                  <ns0:pt x="1064160" y="873583"/>
                </ns0:lnTo>
                <ns0:lnTo>
                  <ns0:pt x="1065600" y="873603"/>
                </ns0:lnTo>
                <ns0:lnTo>
                  <ns0:pt x="1067040" y="873624"/>
                </ns0:lnTo>
                <ns0:lnTo>
                  <ns0:pt x="1068480" y="873644"/>
                </ns0:lnTo>
                <ns0:lnTo>
                  <ns0:pt x="1069920" y="873664"/>
                </ns0:lnTo>
                <ns0:lnTo>
                  <ns0:pt x="1071360" y="873684"/>
                </ns0:lnTo>
                <ns0:lnTo>
                  <ns0:pt x="1072800" y="873704"/>
                </ns0:lnTo>
                <ns0:lnTo>
                  <ns0:pt x="1074240" y="873724"/>
                </ns0:lnTo>
                <ns0:lnTo>
                  <ns0:pt x="1075680" y="873744"/>
                </ns0:lnTo>
                <ns0:lnTo>
                  <ns0:pt x="1077120" y="873764"/>
                </ns0:lnTo>
                <ns0:lnTo>
                  <ns0:pt x="1078560" y="873783"/>
                </ns0:lnTo>
                <ns0:lnTo>
                  <ns0:pt x="1080000" y="873802"/>
                </ns0:lnTo>
                <ns0:lnTo>
                  <ns0:pt x="1081440" y="873821"/>
                </ns0:lnTo>
                <ns0:lnTo>
                  <ns0:pt x="1082880" y="873839"/>
                </ns0:lnTo>
                <ns0:lnTo>
                  <ns0:pt x="1084320" y="873857"/>
                </ns0:lnTo>
                <ns0:lnTo>
                  <ns0:pt x="1085760" y="873875"/>
                </ns0:lnTo>
                <ns0:lnTo>
                  <ns0:pt x="1087200" y="873893"/>
                </ns0:lnTo>
                <ns0:lnTo>
                  <ns0:pt x="1088640" y="873911"/>
                </ns0:lnTo>
                <ns0:lnTo>
                  <ns0:pt x="1090080" y="873928"/>
                </ns0:lnTo>
                <ns0:lnTo>
                  <ns0:pt x="1091520" y="873945"/>
                </ns0:lnTo>
                <ns0:lnTo>
                  <ns0:pt x="1092960" y="873963"/>
                </ns0:lnTo>
                <ns0:lnTo>
                  <ns0:pt x="1094400" y="873980"/>
                </ns0:lnTo>
                <ns0:lnTo>
                  <ns0:pt x="1095840" y="873997"/>
                </ns0:lnTo>
                <ns0:lnTo>
                  <ns0:pt x="1097280" y="874014"/>
                </ns0:lnTo>
                <ns0:lnTo>
                  <ns0:pt x="1098720" y="874031"/>
                </ns0:lnTo>
                <ns0:lnTo>
                  <ns0:pt x="1100160" y="874047"/>
                </ns0:lnTo>
                <ns0:lnTo>
                  <ns0:pt x="1101600" y="874064"/>
                </ns0:lnTo>
                <ns0:lnTo>
                  <ns0:pt x="1103040" y="874080"/>
                </ns0:lnTo>
                <ns0:lnTo>
                  <ns0:pt x="1104480" y="874097"/>
                </ns0:lnTo>
                <ns0:lnTo>
                  <ns0:pt x="1105920" y="874113"/>
                </ns0:lnTo>
                <ns0:lnTo>
                  <ns0:pt x="1107360" y="874129"/>
                </ns0:lnTo>
                <ns0:lnTo>
                  <ns0:pt x="1108800" y="874145"/>
                </ns0:lnTo>
                <ns0:lnTo>
                  <ns0:pt x="1110240" y="874161"/>
                </ns0:lnTo>
                <ns0:lnTo>
                  <ns0:pt x="1111680" y="874177"/>
                </ns0:lnTo>
                <ns0:lnTo>
                  <ns0:pt x="1113120" y="874192"/>
                </ns0:lnTo>
                <ns0:lnTo>
                  <ns0:pt x="1114560" y="874207"/>
                </ns0:lnTo>
                <ns0:lnTo>
                  <ns0:pt x="1116000" y="874222"/>
                </ns0:lnTo>
                <ns0:lnTo>
                  <ns0:pt x="1117440" y="874237"/>
                </ns0:lnTo>
                <ns0:lnTo>
                  <ns0:pt x="1118880" y="874251"/>
                </ns0:lnTo>
                <ns0:lnTo>
                  <ns0:pt x="1120320" y="874266"/>
                </ns0:lnTo>
                <ns0:lnTo>
                  <ns0:pt x="1121760" y="874280"/>
                </ns0:lnTo>
                <ns0:lnTo>
                  <ns0:pt x="1123200" y="874294"/>
                </ns0:lnTo>
                <ns0:lnTo>
                  <ns0:pt x="1124640" y="874308"/>
                </ns0:lnTo>
                <ns0:lnTo>
                  <ns0:pt x="1126080" y="874322"/>
                </ns0:lnTo>
                <ns0:lnTo>
                  <ns0:pt x="1127520" y="874336"/>
                </ns0:lnTo>
                <ns0:lnTo>
                  <ns0:pt x="1128960" y="874349"/>
                </ns0:lnTo>
                <ns0:lnTo>
                  <ns0:pt x="1130400" y="874363"/>
                </ns0:lnTo>
                <ns0:lnTo>
                  <ns0:pt x="1131840" y="874376"/>
                </ns0:lnTo>
                <ns0:lnTo>
                  <ns0:pt x="1133280" y="874390"/>
                </ns0:lnTo>
                <ns0:lnTo>
                  <ns0:pt x="1134720" y="874403"/>
                </ns0:lnTo>
                <ns0:lnTo>
                  <ns0:pt x="1136160" y="874417"/>
                </ns0:lnTo>
                <ns0:lnTo>
                  <ns0:pt x="1137600" y="874430"/>
                </ns0:lnTo>
                <ns0:lnTo>
                  <ns0:pt x="1139040" y="874443"/>
                </ns0:lnTo>
                <ns0:lnTo>
                  <ns0:pt x="1140480" y="874456"/>
                </ns0:lnTo>
                <ns0:lnTo>
                  <ns0:pt x="1141920" y="874469"/>
                </ns0:lnTo>
                <ns0:lnTo>
                  <ns0:pt x="1143360" y="874482"/>
                </ns0:lnTo>
                <ns0:lnTo>
                  <ns0:pt x="1144800" y="874495"/>
                </ns0:lnTo>
                <ns0:lnTo>
                  <ns0:pt x="1146240" y="874508"/>
                </ns0:lnTo>
                <ns0:lnTo>
                  <ns0:pt x="1147680" y="874521"/>
                </ns0:lnTo>
                <ns0:lnTo>
                  <ns0:pt x="1149120" y="874533"/>
                </ns0:lnTo>
                <ns0:lnTo>
                  <ns0:pt x="1150560" y="874546"/>
                </ns0:lnTo>
                <ns0:lnTo>
                  <ns0:pt x="1152000" y="874558"/>
                </ns0:lnTo>
                <ns0:lnTo>
                  <ns0:pt x="1153440" y="874570"/>
                </ns0:lnTo>
                <ns0:lnTo>
                  <ns0:pt x="1154880" y="874582"/>
                </ns0:lnTo>
                <ns0:lnTo>
                  <ns0:pt x="1156320" y="874594"/>
                </ns0:lnTo>
                <ns0:lnTo>
                  <ns0:pt x="1157760" y="874606"/>
                </ns0:lnTo>
                <ns0:lnTo>
                  <ns0:pt x="1159200" y="874618"/>
                </ns0:lnTo>
                <ns0:lnTo>
                  <ns0:pt x="1160640" y="874630"/>
                </ns0:lnTo>
                <ns0:lnTo>
                  <ns0:pt x="1162080" y="874641"/>
                </ns0:lnTo>
                <ns0:lnTo>
                  <ns0:pt x="1163520" y="874653"/>
                </ns0:lnTo>
                <ns0:lnTo>
                  <ns0:pt x="1164960" y="874664"/>
                </ns0:lnTo>
                <ns0:lnTo>
                  <ns0:pt x="1166400" y="874676"/>
                </ns0:lnTo>
                <ns0:lnTo>
                  <ns0:pt x="1167840" y="874687"/>
                </ns0:lnTo>
                <ns0:lnTo>
                  <ns0:pt x="1169280" y="874698"/>
                </ns0:lnTo>
                <ns0:lnTo>
                  <ns0:pt x="1170720" y="874709"/>
                </ns0:lnTo>
                <ns0:lnTo>
                  <ns0:pt x="1172160" y="874720"/>
                </ns0:lnTo>
                <ns0:lnTo>
                  <ns0:pt x="1173600" y="874731"/>
                </ns0:lnTo>
                <ns0:lnTo>
                  <ns0:pt x="1175040" y="874742"/>
                </ns0:lnTo>
                <ns0:lnTo>
                  <ns0:pt x="1176480" y="874753"/>
                </ns0:lnTo>
                <ns0:lnTo>
                  <ns0:pt x="1177920" y="874763"/>
                </ns0:lnTo>
                <ns0:lnTo>
                  <ns0:pt x="1179360" y="874774"/>
                </ns0:lnTo>
                <ns0:lnTo>
                  <ns0:pt x="1180800" y="874784"/>
                </ns0:lnTo>
                <ns0:lnTo>
                  <ns0:pt x="1182240" y="874795"/>
                </ns0:lnTo>
                <ns0:lnTo>
                  <ns0:pt x="1183680" y="874805"/>
                </ns0:lnTo>
                <ns0:lnTo>
                  <ns0:pt x="1185120" y="874815"/>
                </ns0:lnTo>
                <ns0:lnTo>
                  <ns0:pt x="1186560" y="874825"/>
                </ns0:lnTo>
                <ns0:lnTo>
                  <ns0:pt x="1188000" y="874835"/>
                </ns0:lnTo>
                <ns0:lnTo>
                  <ns0:pt x="1189440" y="874845"/>
                </ns0:lnTo>
                <ns0:lnTo>
                  <ns0:pt x="1190880" y="874855"/>
                </ns0:lnTo>
                <ns0:lnTo>
                  <ns0:pt x="1192320" y="874865"/>
                </ns0:lnTo>
                <ns0:lnTo>
                  <ns0:pt x="1193760" y="874875"/>
                </ns0:lnTo>
                <ns0:lnTo>
                  <ns0:pt x="1195200" y="874884"/>
                </ns0:lnTo>
                <ns0:lnTo>
                  <ns0:pt x="1196640" y="874894"/>
                </ns0:lnTo>
                <ns0:lnTo>
                  <ns0:pt x="1198080" y="874903"/>
                </ns0:lnTo>
                <ns0:lnTo>
                  <ns0:pt x="1199520" y="874912"/>
                </ns0:lnTo>
                <ns0:lnTo>
                  <ns0:pt x="1200960" y="874921"/>
                </ns0:lnTo>
                <ns0:lnTo>
                  <ns0:pt x="1202400" y="874931"/>
                </ns0:lnTo>
                <ns0:lnTo>
                  <ns0:pt x="1203840" y="874940"/>
                </ns0:lnTo>
                <ns0:lnTo>
                  <ns0:pt x="1205280" y="874949"/>
                </ns0:lnTo>
                <ns0:lnTo>
                  <ns0:pt x="1206720" y="874957"/>
                </ns0:lnTo>
                <ns0:lnTo>
                  <ns0:pt x="1208160" y="874966"/>
                </ns0:lnTo>
                <ns0:lnTo>
                  <ns0:pt x="1209600" y="874975"/>
                </ns0:lnTo>
                <ns0:lnTo>
                  <ns0:pt x="1211040" y="874984"/>
                </ns0:lnTo>
                <ns0:lnTo>
                  <ns0:pt x="1212480" y="874992"/>
                </ns0:lnTo>
                <ns0:lnTo>
                  <ns0:pt x="1213920" y="875001"/>
                </ns0:lnTo>
                <ns0:lnTo>
                  <ns0:pt x="1215360" y="875009"/>
                </ns0:lnTo>
                <ns0:lnTo>
                  <ns0:pt x="1216800" y="875018"/>
                </ns0:lnTo>
                <ns0:lnTo>
                  <ns0:pt x="1218240" y="875026"/>
                </ns0:lnTo>
                <ns0:lnTo>
                  <ns0:pt x="1219680" y="875034"/>
                </ns0:lnTo>
                <ns0:lnTo>
                  <ns0:pt x="1221120" y="875042"/>
                </ns0:lnTo>
                <ns0:lnTo>
                  <ns0:pt x="1222560" y="875050"/>
                </ns0:lnTo>
                <ns0:lnTo>
                  <ns0:pt x="1224000" y="875058"/>
                </ns0:lnTo>
                <ns0:lnTo>
                  <ns0:pt x="1225440" y="875066"/>
                </ns0:lnTo>
                <ns0:lnTo>
                  <ns0:pt x="1226880" y="875074"/>
                </ns0:lnTo>
                <ns0:lnTo>
                  <ns0:pt x="1228320" y="875082"/>
                </ns0:lnTo>
                <ns0:lnTo>
                  <ns0:pt x="1229760" y="875090"/>
                </ns0:lnTo>
                <ns0:lnTo>
                  <ns0:pt x="1231200" y="875098"/>
                </ns0:lnTo>
                <ns0:lnTo>
                  <ns0:pt x="1232640" y="875105"/>
                </ns0:lnTo>
                <ns0:lnTo>
                  <ns0:pt x="1234080" y="875113"/>
                </ns0:lnTo>
                <ns0:lnTo>
                  <ns0:pt x="1235520" y="875120"/>
                </ns0:lnTo>
                <ns0:lnTo>
                  <ns0:pt x="1236960" y="875128"/>
                </ns0:lnTo>
                <ns0:lnTo>
                  <ns0:pt x="1238400" y="875135"/>
                </ns0:lnTo>
                <ns0:lnTo>
                  <ns0:pt x="1239840" y="875142"/>
                </ns0:lnTo>
                <ns0:lnTo>
                  <ns0:pt x="1241280" y="875149"/>
                </ns0:lnTo>
                <ns0:lnTo>
                  <ns0:pt x="1242720" y="875157"/>
                </ns0:lnTo>
                <ns0:lnTo>
                  <ns0:pt x="1244160" y="875164"/>
                </ns0:lnTo>
                <ns0:lnTo>
                  <ns0:pt x="1245600" y="875171"/>
                </ns0:lnTo>
                <ns0:lnTo>
                  <ns0:pt x="1247040" y="875178"/>
                </ns0:lnTo>
                <ns0:lnTo>
                  <ns0:pt x="1248480" y="875185"/>
                </ns0:lnTo>
                <ns0:lnTo>
                  <ns0:pt x="1249920" y="875192"/>
                </ns0:lnTo>
                <ns0:lnTo>
                  <ns0:pt x="1251360" y="875198"/>
                </ns0:lnTo>
                <ns0:lnTo>
                  <ns0:pt x="1252800" y="875205"/>
                </ns0:lnTo>
                <ns0:lnTo>
                  <ns0:pt x="1254240" y="875212"/>
                </ns0:lnTo>
                <ns0:lnTo>
                  <ns0:pt x="1255680" y="875218"/>
                </ns0:lnTo>
                <ns0:lnTo>
                  <ns0:pt x="1257120" y="875225"/>
                </ns0:lnTo>
                <ns0:lnTo>
                  <ns0:pt x="1258560" y="875232"/>
                </ns0:lnTo>
                <ns0:lnTo>
                  <ns0:pt x="1260000" y="875238"/>
                </ns0:lnTo>
                <ns0:lnTo>
                  <ns0:pt x="1261440" y="875245"/>
                </ns0:lnTo>
                <ns0:lnTo>
                  <ns0:pt x="1262880" y="875251"/>
                </ns0:lnTo>
                <ns0:lnTo>
                  <ns0:pt x="1264320" y="875257"/>
                </ns0:lnTo>
                <ns0:lnTo>
                  <ns0:pt x="1265760" y="875264"/>
                </ns0:lnTo>
                <ns0:lnTo>
                  <ns0:pt x="1267200" y="875270"/>
                </ns0:lnTo>
                <ns0:lnTo>
                  <ns0:pt x="1268640" y="875276"/>
                </ns0:lnTo>
                <ns0:lnTo>
                  <ns0:pt x="1270080" y="875282"/>
                </ns0:lnTo>
                <ns0:lnTo>
                  <ns0:pt x="1271520" y="875288"/>
                </ns0:lnTo>
                <ns0:lnTo>
                  <ns0:pt x="1272960" y="875294"/>
                </ns0:lnTo>
                <ns0:lnTo>
                  <ns0:pt x="1274400" y="875300"/>
                </ns0:lnTo>
                <ns0:lnTo>
                  <ns0:pt x="1275840" y="875306"/>
                </ns0:lnTo>
                <ns0:lnTo>
                  <ns0:pt x="1277280" y="875312"/>
                </ns0:lnTo>
                <ns0:lnTo>
                  <ns0:pt x="1278720" y="875318"/>
                </ns0:lnTo>
                <ns0:lnTo>
                  <ns0:pt x="1280160" y="875324"/>
                </ns0:lnTo>
                <ns0:lnTo>
                  <ns0:pt x="1281600" y="875330"/>
                </ns0:lnTo>
                <ns0:lnTo>
                  <ns0:pt x="1283040" y="875335"/>
                </ns0:lnTo>
                <ns0:lnTo>
                  <ns0:pt x="1284480" y="875341"/>
                </ns0:lnTo>
                <ns0:lnTo>
                  <ns0:pt x="1285920" y="875347"/>
                </ns0:lnTo>
                <ns0:lnTo>
                  <ns0:pt x="1287360" y="875352"/>
                </ns0:lnTo>
                <ns0:lnTo>
                  <ns0:pt x="1288800" y="875358"/>
                </ns0:lnTo>
                <ns0:lnTo>
                  <ns0:pt x="1290240" y="875363"/>
                </ns0:lnTo>
                <ns0:lnTo>
                  <ns0:pt x="1291680" y="875369"/>
                </ns0:lnTo>
                <ns0:lnTo>
                  <ns0:pt x="1293120" y="875374"/>
                </ns0:lnTo>
                <ns0:lnTo>
                  <ns0:pt x="1294560" y="875380"/>
                </ns0:lnTo>
                <ns0:lnTo>
                  <ns0:pt x="1296000" y="875385"/>
                </ns0:lnTo>
                <ns0:lnTo>
                  <ns0:pt x="1297440" y="875390"/>
                </ns0:lnTo>
                <ns0:lnTo>
                  <ns0:pt x="1298880" y="875396"/>
                </ns0:lnTo>
                <ns0:lnTo>
                  <ns0:pt x="1300320" y="875401"/>
                </ns0:lnTo>
                <ns0:lnTo>
                  <ns0:pt x="1301760" y="875406"/>
                </ns0:lnTo>
                <ns0:lnTo>
                  <ns0:pt x="1303200" y="875411"/>
                </ns0:lnTo>
                <ns0:lnTo>
                  <ns0:pt x="1304640" y="875416"/>
                </ns0:lnTo>
                <ns0:lnTo>
                  <ns0:pt x="1306080" y="875421"/>
                </ns0:lnTo>
                <ns0:lnTo>
                  <ns0:pt x="1307520" y="875426"/>
                </ns0:lnTo>
                <ns0:lnTo>
                  <ns0:pt x="1308960" y="875432"/>
                </ns0:lnTo>
                <ns0:lnTo>
                  <ns0:pt x="1310400" y="875436"/>
                </ns0:lnTo>
                <ns0:lnTo>
                  <ns0:pt x="1311840" y="875441"/>
                </ns0:lnTo>
                <ns0:lnTo>
                  <ns0:pt x="1313280" y="875446"/>
                </ns0:lnTo>
                <ns0:lnTo>
                  <ns0:pt x="1314720" y="875451"/>
                </ns0:lnTo>
                <ns0:lnTo>
                  <ns0:pt x="1316160" y="875456"/>
                </ns0:lnTo>
                <ns0:lnTo>
                  <ns0:pt x="1317600" y="875461"/>
                </ns0:lnTo>
                <ns0:lnTo>
                  <ns0:pt x="1319040" y="875466"/>
                </ns0:lnTo>
                <ns0:lnTo>
                  <ns0:pt x="1320480" y="875470"/>
                </ns0:lnTo>
                <ns0:lnTo>
                  <ns0:pt x="1321920" y="875475"/>
                </ns0:lnTo>
                <ns0:lnTo>
                  <ns0:pt x="1323360" y="875480"/>
                </ns0:lnTo>
                <ns0:lnTo>
                  <ns0:pt x="1324800" y="875485"/>
                </ns0:lnTo>
                <ns0:lnTo>
                  <ns0:pt x="1326240" y="875489"/>
                </ns0:lnTo>
                <ns0:lnTo>
                  <ns0:pt x="1327680" y="875494"/>
                </ns0:lnTo>
                <ns0:lnTo>
                  <ns0:pt x="1329120" y="875498"/>
                </ns0:lnTo>
                <ns0:lnTo>
                  <ns0:pt x="1330560" y="875503"/>
                </ns0:lnTo>
                <ns0:lnTo>
                  <ns0:pt x="1332000" y="875507"/>
                </ns0:lnTo>
                <ns0:lnTo>
                  <ns0:pt x="1333440" y="875512"/>
                </ns0:lnTo>
                <ns0:lnTo>
                  <ns0:pt x="1334880" y="875516"/>
                </ns0:lnTo>
                <ns0:lnTo>
                  <ns0:pt x="1336320" y="875521"/>
                </ns0:lnTo>
                <ns0:lnTo>
                  <ns0:pt x="1337760" y="875525"/>
                </ns0:lnTo>
                <ns0:lnTo>
                  <ns0:pt x="1339200" y="875530"/>
                </ns0:lnTo>
                <ns0:lnTo>
                  <ns0:pt x="1340640" y="875534"/>
                </ns0:lnTo>
                <ns0:lnTo>
                  <ns0:pt x="1342080" y="875538"/>
                </ns0:lnTo>
                <ns0:lnTo>
                  <ns0:pt x="1343520" y="875542"/>
                </ns0:lnTo>
                <ns0:lnTo>
                  <ns0:pt x="1344960" y="875547"/>
                </ns0:lnTo>
                <ns0:lnTo>
                  <ns0:pt x="1346400" y="875551"/>
                </ns0:lnTo>
                <ns0:lnTo>
                  <ns0:pt x="1347840" y="875555"/>
                </ns0:lnTo>
                <ns0:lnTo>
                  <ns0:pt x="1349280" y="875559"/>
                </ns0:lnTo>
                <ns0:lnTo>
                  <ns0:pt x="1350720" y="875563"/>
                </ns0:lnTo>
                <ns0:lnTo>
                  <ns0:pt x="1352160" y="875567"/>
                </ns0:lnTo>
                <ns0:lnTo>
                  <ns0:pt x="1353600" y="875571"/>
                </ns0:lnTo>
                <ns0:lnTo>
                  <ns0:pt x="1355040" y="875574"/>
                </ns0:lnTo>
                <ns0:lnTo>
                  <ns0:pt x="1356480" y="875577"/>
                </ns0:lnTo>
                <ns0:lnTo>
                  <ns0:pt x="1357920" y="875581"/>
                </ns0:lnTo>
                <ns0:lnTo>
                  <ns0:pt x="1359360" y="875584"/>
                </ns0:lnTo>
                <ns0:lnTo>
                  <ns0:pt x="1360800" y="875587"/>
                </ns0:lnTo>
                <ns0:lnTo>
                  <ns0:pt x="1362240" y="875590"/>
                </ns0:lnTo>
                <ns0:lnTo>
                  <ns0:pt x="1363680" y="875593"/>
                </ns0:lnTo>
                <ns0:lnTo>
                  <ns0:pt x="1365120" y="875596"/>
                </ns0:lnTo>
                <ns0:lnTo>
                  <ns0:pt x="1366560" y="875598"/>
                </ns0:lnTo>
                <ns0:lnTo>
                  <ns0:pt x="1368000" y="875601"/>
                </ns0:lnTo>
                <ns0:lnTo>
                  <ns0:pt x="1369440" y="875603"/>
                </ns0:lnTo>
                <ns0:lnTo>
                  <ns0:pt x="1370880" y="875606"/>
                </ns0:lnTo>
                <ns0:lnTo>
                  <ns0:pt x="1372320" y="875608"/>
                </ns0:lnTo>
                <ns0:lnTo>
                  <ns0:pt x="1373760" y="875611"/>
                </ns0:lnTo>
                <ns0:lnTo>
                  <ns0:pt x="1375200" y="875613"/>
                </ns0:lnTo>
                <ns0:lnTo>
                  <ns0:pt x="1376640" y="875616"/>
                </ns0:lnTo>
                <ns0:lnTo>
                  <ns0:pt x="1378080" y="875618"/>
                </ns0:lnTo>
                <ns0:lnTo>
                  <ns0:pt x="1379520" y="875620"/>
                </ns0:lnTo>
                <ns0:lnTo>
                  <ns0:pt x="1380960" y="875623"/>
                </ns0:lnTo>
                <ns0:lnTo>
                  <ns0:pt x="1382400" y="875625"/>
                </ns0:lnTo>
                <ns0:lnTo>
                  <ns0:pt x="1383840" y="875628"/>
                </ns0:lnTo>
                <ns0:lnTo>
                  <ns0:pt x="1385280" y="875630"/>
                </ns0:lnTo>
                <ns0:lnTo>
                  <ns0:pt x="1386720" y="875632"/>
                </ns0:lnTo>
                <ns0:lnTo>
                  <ns0:pt x="1388160" y="875635"/>
                </ns0:lnTo>
                <ns0:lnTo>
                  <ns0:pt x="1389600" y="875637"/>
                </ns0:lnTo>
                <ns0:lnTo>
                  <ns0:pt x="1391040" y="875640"/>
                </ns0:lnTo>
                <ns0:lnTo>
                  <ns0:pt x="1392480" y="875642"/>
                </ns0:lnTo>
                <ns0:lnTo>
                  <ns0:pt x="1393920" y="875644"/>
                </ns0:lnTo>
                <ns0:lnTo>
                  <ns0:pt x="1395360" y="875647"/>
                </ns0:lnTo>
                <ns0:lnTo>
                  <ns0:pt x="1396800" y="875649"/>
                </ns0:lnTo>
                <ns0:lnTo>
                  <ns0:pt x="1398240" y="875651"/>
                </ns0:lnTo>
                <ns0:lnTo>
                  <ns0:pt x="1399680" y="875654"/>
                </ns0:lnTo>
                <ns0:lnTo>
                  <ns0:pt x="1401120" y="875656"/>
                </ns0:lnTo>
                <ns0:lnTo>
                  <ns0:pt x="1402560" y="875658"/>
                </ns0:lnTo>
                <ns0:lnTo>
                  <ns0:pt x="1404000" y="875661"/>
                </ns0:lnTo>
                <ns0:lnTo>
                  <ns0:pt x="1405440" y="875663"/>
                </ns0:lnTo>
                <ns0:lnTo>
                  <ns0:pt x="1406880" y="875665"/>
                </ns0:lnTo>
                <ns0:lnTo>
                  <ns0:pt x="1408320" y="875668"/>
                </ns0:lnTo>
                <ns0:lnTo>
                  <ns0:pt x="1409760" y="875670"/>
                </ns0:lnTo>
                <ns0:lnTo>
                  <ns0:pt x="1411200" y="875672"/>
                </ns0:lnTo>
                <ns0:lnTo>
                  <ns0:pt x="1412640" y="875674"/>
                </ns0:lnTo>
                <ns0:lnTo>
                  <ns0:pt x="1414080" y="875677"/>
                </ns0:lnTo>
                <ns0:lnTo>
                  <ns0:pt x="1415520" y="875679"/>
                </ns0:lnTo>
                <ns0:lnTo>
                  <ns0:pt x="1416960" y="875681"/>
                </ns0:lnTo>
                <ns0:lnTo>
                  <ns0:pt x="1418400" y="875683"/>
                </ns0:lnTo>
                <ns0:lnTo>
                  <ns0:pt x="1419840" y="875685"/>
                </ns0:lnTo>
                <ns0:lnTo>
                  <ns0:pt x="1421280" y="875688"/>
                </ns0:lnTo>
                <ns0:lnTo>
                  <ns0:pt x="1422720" y="875690"/>
                </ns0:lnTo>
                <ns0:lnTo>
                  <ns0:pt x="1424160" y="875690"/>
                </ns0:lnTo>
                <ns0:lnTo>
                  <ns0:pt x="1425600" y="875691"/>
                </ns0:lnTo>
                <ns0:lnTo>
                  <ns0:pt x="1427040" y="875691"/>
                </ns0:lnTo>
                <ns0:lnTo>
                  <ns0:pt x="1428480" y="875692"/>
                </ns0:lnTo>
                <ns0:lnTo>
                  <ns0:pt x="1429920" y="875692"/>
                </ns0:lnTo>
                <ns0:lnTo>
                  <ns0:pt x="1431360" y="875693"/>
                </ns0:lnTo>
                <ns0:lnTo>
                  <ns0:pt x="1432800" y="875693"/>
                </ns0:lnTo>
                <ns0:lnTo>
                  <ns0:pt x="1434240" y="875694"/>
                </ns0:lnTo>
                <ns0:lnTo>
                  <ns0:pt x="1435680" y="875694"/>
                </ns0:lnTo>
                <ns0:lnTo>
                  <ns0:pt x="1437120" y="875694"/>
                </ns0:lnTo>
                <ns0:lnTo>
                  <ns0:pt x="1438560" y="875695"/>
                </ns0:lnTo>
                <ns0:lnTo>
                  <ns0:pt x="1440000" y="875695"/>
                </ns0:lnTo>
                <ns0:lnTo>
                  <ns0:pt x="1440000" y="875679"/>
                </ns0:lnTo>
                <ns0:lnTo>
                  <ns0:pt x="1440000" y="875679"/>
                </ns0:lnTo>
                <ns0:lnTo>
                  <ns0:pt x="1438560" y="875677"/>
                </ns0:lnTo>
                <ns0:lnTo>
                  <ns0:pt x="1437120" y="875675"/>
                </ns0:lnTo>
                <ns0:lnTo>
                  <ns0:pt x="1435680" y="875674"/>
                </ns0:lnTo>
                <ns0:lnTo>
                  <ns0:pt x="1434240" y="875672"/>
                </ns0:lnTo>
                <ns0:lnTo>
                  <ns0:pt x="1432800" y="875670"/>
                </ns0:lnTo>
                <ns0:lnTo>
                  <ns0:pt x="1431360" y="875668"/>
                </ns0:lnTo>
                <ns0:lnTo>
                  <ns0:pt x="1429920" y="875666"/>
                </ns0:lnTo>
                <ns0:lnTo>
                  <ns0:pt x="1428480" y="875665"/>
                </ns0:lnTo>
                <ns0:lnTo>
                  <ns0:pt x="1427040" y="875663"/>
                </ns0:lnTo>
                <ns0:lnTo>
                  <ns0:pt x="1425600" y="875661"/>
                </ns0:lnTo>
                <ns0:lnTo>
                  <ns0:pt x="1424160" y="875659"/>
                </ns0:lnTo>
                <ns0:lnTo>
                  <ns0:pt x="1422720" y="875657"/>
                </ns0:lnTo>
                <ns0:lnTo>
                  <ns0:pt x="1421280" y="875655"/>
                </ns0:lnTo>
                <ns0:lnTo>
                  <ns0:pt x="1419840" y="875653"/>
                </ns0:lnTo>
                <ns0:lnTo>
                  <ns0:pt x="1418400" y="875650"/>
                </ns0:lnTo>
                <ns0:lnTo>
                  <ns0:pt x="1416960" y="875648"/>
                </ns0:lnTo>
                <ns0:lnTo>
                  <ns0:pt x="1415520" y="875646"/>
                </ns0:lnTo>
                <ns0:lnTo>
                  <ns0:pt x="1414080" y="875643"/>
                </ns0:lnTo>
                <ns0:lnTo>
                  <ns0:pt x="1412640" y="875641"/>
                </ns0:lnTo>
                <ns0:lnTo>
                  <ns0:pt x="1411200" y="875639"/>
                </ns0:lnTo>
                <ns0:lnTo>
                  <ns0:pt x="1409760" y="875636"/>
                </ns0:lnTo>
                <ns0:lnTo>
                  <ns0:pt x="1408320" y="875634"/>
                </ns0:lnTo>
                <ns0:lnTo>
                  <ns0:pt x="1406880" y="875631"/>
                </ns0:lnTo>
                <ns0:lnTo>
                  <ns0:pt x="1405440" y="875629"/>
                </ns0:lnTo>
                <ns0:lnTo>
                  <ns0:pt x="1404000" y="875626"/>
                </ns0:lnTo>
                <ns0:lnTo>
                  <ns0:pt x="1402560" y="875624"/>
                </ns0:lnTo>
                <ns0:lnTo>
                  <ns0:pt x="1401120" y="875622"/>
                </ns0:lnTo>
                <ns0:lnTo>
                  <ns0:pt x="1399680" y="875619"/>
                </ns0:lnTo>
                <ns0:lnTo>
                  <ns0:pt x="1398240" y="875617"/>
                </ns0:lnTo>
                <ns0:lnTo>
                  <ns0:pt x="1396800" y="875614"/>
                </ns0:lnTo>
                <ns0:lnTo>
                  <ns0:pt x="1395360" y="875612"/>
                </ns0:lnTo>
                <ns0:lnTo>
                  <ns0:pt x="1393920" y="875609"/>
                </ns0:lnTo>
                <ns0:lnTo>
                  <ns0:pt x="1392480" y="875607"/>
                </ns0:lnTo>
                <ns0:lnTo>
                  <ns0:pt x="1391040" y="875604"/>
                </ns0:lnTo>
                <ns0:lnTo>
                  <ns0:pt x="1389600" y="875602"/>
                </ns0:lnTo>
                <ns0:lnTo>
                  <ns0:pt x="1388160" y="875599"/>
                </ns0:lnTo>
                <ns0:lnTo>
                  <ns0:pt x="1386720" y="875596"/>
                </ns0:lnTo>
                <ns0:lnTo>
                  <ns0:pt x="1385280" y="875594"/>
                </ns0:lnTo>
                <ns0:lnTo>
                  <ns0:pt x="1383840" y="875591"/>
                </ns0:lnTo>
                <ns0:lnTo>
                  <ns0:pt x="1382400" y="875588"/>
                </ns0:lnTo>
                <ns0:lnTo>
                  <ns0:pt x="1380960" y="875585"/>
                </ns0:lnTo>
                <ns0:lnTo>
                  <ns0:pt x="1379520" y="875582"/>
                </ns0:lnTo>
                <ns0:lnTo>
                  <ns0:pt x="1378080" y="875579"/>
                </ns0:lnTo>
                <ns0:lnTo>
                  <ns0:pt x="1376640" y="875576"/>
                </ns0:lnTo>
                <ns0:lnTo>
                  <ns0:pt x="1375200" y="875572"/>
                </ns0:lnTo>
                <ns0:lnTo>
                  <ns0:pt x="1373760" y="875569"/>
                </ns0:lnTo>
                <ns0:lnTo>
                  <ns0:pt x="1372320" y="875565"/>
                </ns0:lnTo>
                <ns0:lnTo>
                  <ns0:pt x="1370880" y="875561"/>
                </ns0:lnTo>
                <ns0:lnTo>
                  <ns0:pt x="1369440" y="875557"/>
                </ns0:lnTo>
                <ns0:lnTo>
                  <ns0:pt x="1368000" y="875554"/>
                </ns0:lnTo>
                <ns0:lnTo>
                  <ns0:pt x="1366560" y="875549"/>
                </ns0:lnTo>
                <ns0:lnTo>
                  <ns0:pt x="1365120" y="875545"/>
                </ns0:lnTo>
                <ns0:lnTo>
                  <ns0:pt x="1363680" y="875541"/>
                </ns0:lnTo>
                <ns0:lnTo>
                  <ns0:pt x="1362240" y="875537"/>
                </ns0:lnTo>
                <ns0:lnTo>
                  <ns0:pt x="1360800" y="875532"/>
                </ns0:lnTo>
                <ns0:lnTo>
                  <ns0:pt x="1359360" y="875528"/>
                </ns0:lnTo>
                <ns0:lnTo>
                  <ns0:pt x="1357920" y="875524"/>
                </ns0:lnTo>
                <ns0:lnTo>
                  <ns0:pt x="1356480" y="875519"/>
                </ns0:lnTo>
                <ns0:lnTo>
                  <ns0:pt x="1355040" y="875515"/>
                </ns0:lnTo>
                <ns0:lnTo>
                  <ns0:pt x="1353600" y="875510"/>
                </ns0:lnTo>
                <ns0:lnTo>
                  <ns0:pt x="1352160" y="875506"/>
                </ns0:lnTo>
                <ns0:lnTo>
                  <ns0:pt x="1350720" y="875501"/>
                </ns0:lnTo>
                <ns0:lnTo>
                  <ns0:pt x="1349280" y="875496"/>
                </ns0:lnTo>
                <ns0:lnTo>
                  <ns0:pt x="1347840" y="875492"/>
                </ns0:lnTo>
                <ns0:lnTo>
                  <ns0:pt x="1346400" y="875487"/>
                </ns0:lnTo>
                <ns0:lnTo>
                  <ns0:pt x="1344960" y="875483"/>
                </ns0:lnTo>
                <ns0:lnTo>
                  <ns0:pt x="1343520" y="875478"/>
                </ns0:lnTo>
                <ns0:lnTo>
                  <ns0:pt x="1342080" y="875473"/>
                </ns0:lnTo>
                <ns0:lnTo>
                  <ns0:pt x="1340640" y="875468"/>
                </ns0:lnTo>
                <ns0:lnTo>
                  <ns0:pt x="1339200" y="875464"/>
                </ns0:lnTo>
                <ns0:lnTo>
                  <ns0:pt x="1337760" y="875459"/>
                </ns0:lnTo>
                <ns0:lnTo>
                  <ns0:pt x="1336320" y="875454"/>
                </ns0:lnTo>
                <ns0:lnTo>
                  <ns0:pt x="1334880" y="875449"/>
                </ns0:lnTo>
                <ns0:lnTo>
                  <ns0:pt x="1333440" y="875444"/>
                </ns0:lnTo>
                <ns0:lnTo>
                  <ns0:pt x="1332000" y="875439"/>
                </ns0:lnTo>
                <ns0:lnTo>
                  <ns0:pt x="1330560" y="875434"/>
                </ns0:lnTo>
                <ns0:lnTo>
                  <ns0:pt x="1329120" y="875429"/>
                </ns0:lnTo>
                <ns0:lnTo>
                  <ns0:pt x="1327680" y="875424"/>
                </ns0:lnTo>
                <ns0:lnTo>
                  <ns0:pt x="1326240" y="875419"/>
                </ns0:lnTo>
                <ns0:lnTo>
                  <ns0:pt x="1324800" y="875414"/>
                </ns0:lnTo>
                <ns0:lnTo>
                  <ns0:pt x="1323360" y="875409"/>
                </ns0:lnTo>
                <ns0:lnTo>
                  <ns0:pt x="1321920" y="875404"/>
                </ns0:lnTo>
                <ns0:lnTo>
                  <ns0:pt x="1320480" y="875399"/>
                </ns0:lnTo>
                <ns0:lnTo>
                  <ns0:pt x="1319040" y="875393"/>
                </ns0:lnTo>
                <ns0:lnTo>
                  <ns0:pt x="1317600" y="875388"/>
                </ns0:lnTo>
                <ns0:lnTo>
                  <ns0:pt x="1316160" y="875383"/>
                </ns0:lnTo>
                <ns0:lnTo>
                  <ns0:pt x="1314720" y="875377"/>
                </ns0:lnTo>
                <ns0:lnTo>
                  <ns0:pt x="1313280" y="875372"/>
                </ns0:lnTo>
                <ns0:lnTo>
                  <ns0:pt x="1311840" y="875366"/>
                </ns0:lnTo>
                <ns0:lnTo>
                  <ns0:pt x="1310400" y="875361"/>
                </ns0:lnTo>
                <ns0:lnTo>
                  <ns0:pt x="1308960" y="875355"/>
                </ns0:lnTo>
                <ns0:lnTo>
                  <ns0:pt x="1307520" y="875350"/>
                </ns0:lnTo>
                <ns0:lnTo>
                  <ns0:pt x="1306080" y="875344"/>
                </ns0:lnTo>
                <ns0:lnTo>
                  <ns0:pt x="1304640" y="875339"/>
                </ns0:lnTo>
                <ns0:lnTo>
                  <ns0:pt x="1303200" y="875333"/>
                </ns0:lnTo>
                <ns0:lnTo>
                  <ns0:pt x="1301760" y="875327"/>
                </ns0:lnTo>
                <ns0:lnTo>
                  <ns0:pt x="1300320" y="875321"/>
                </ns0:lnTo>
                <ns0:lnTo>
                  <ns0:pt x="1298880" y="875315"/>
                </ns0:lnTo>
                <ns0:lnTo>
                  <ns0:pt x="1297440" y="875310"/>
                </ns0:lnTo>
                <ns0:lnTo>
                  <ns0:pt x="1296000" y="875304"/>
                </ns0:lnTo>
                <ns0:lnTo>
                  <ns0:pt x="1294560" y="875298"/>
                </ns0:lnTo>
                <ns0:lnTo>
                  <ns0:pt x="1293120" y="875292"/>
                </ns0:lnTo>
                <ns0:lnTo>
                  <ns0:pt x="1291680" y="875286"/>
                </ns0:lnTo>
                <ns0:lnTo>
                  <ns0:pt x="1290240" y="875279"/>
                </ns0:lnTo>
                <ns0:lnTo>
                  <ns0:pt x="1288800" y="875273"/>
                </ns0:lnTo>
                <ns0:lnTo>
                  <ns0:pt x="1287360" y="875267"/>
                </ns0:lnTo>
                <ns0:lnTo>
                  <ns0:pt x="1285920" y="875261"/>
                </ns0:lnTo>
                <ns0:lnTo>
                  <ns0:pt x="1284480" y="875255"/>
                </ns0:lnTo>
                <ns0:lnTo>
                  <ns0:pt x="1283040" y="875248"/>
                </ns0:lnTo>
                <ns0:lnTo>
                  <ns0:pt x="1281600" y="875242"/>
                </ns0:lnTo>
                <ns0:lnTo>
                  <ns0:pt x="1280160" y="875235"/>
                </ns0:lnTo>
                <ns0:lnTo>
                  <ns0:pt x="1278720" y="875229"/>
                </ns0:lnTo>
                <ns0:lnTo>
                  <ns0:pt x="1277280" y="875222"/>
                </ns0:lnTo>
                <ns0:lnTo>
                  <ns0:pt x="1275840" y="875216"/>
                </ns0:lnTo>
                <ns0:lnTo>
                  <ns0:pt x="1274400" y="875209"/>
                </ns0:lnTo>
                <ns0:lnTo>
                  <ns0:pt x="1272960" y="875202"/>
                </ns0:lnTo>
                <ns0:lnTo>
                  <ns0:pt x="1271520" y="875195"/>
                </ns0:lnTo>
                <ns0:lnTo>
                  <ns0:pt x="1270080" y="875189"/>
                </ns0:lnTo>
                <ns0:lnTo>
                  <ns0:pt x="1268640" y="875182"/>
                </ns0:lnTo>
                <ns0:lnTo>
                  <ns0:pt x="1267200" y="875175"/>
                </ns0:lnTo>
                <ns0:lnTo>
                  <ns0:pt x="1265760" y="875168"/>
                </ns0:lnTo>
                <ns0:lnTo>
                  <ns0:pt x="1264320" y="875161"/>
                </ns0:lnTo>
                <ns0:lnTo>
                  <ns0:pt x="1262880" y="875153"/>
                </ns0:lnTo>
                <ns0:lnTo>
                  <ns0:pt x="1261440" y="875146"/>
                </ns0:lnTo>
                <ns0:lnTo>
                  <ns0:pt x="1260000" y="875139"/>
                </ns0:lnTo>
                <ns0:lnTo>
                  <ns0:pt x="1258560" y="875132"/>
                </ns0:lnTo>
                <ns0:lnTo>
                  <ns0:pt x="1257120" y="875124"/>
                </ns0:lnTo>
                <ns0:lnTo>
                  <ns0:pt x="1255680" y="875117"/>
                </ns0:lnTo>
                <ns0:lnTo>
                  <ns0:pt x="1254240" y="875109"/>
                </ns0:lnTo>
                <ns0:lnTo>
                  <ns0:pt x="1252800" y="875102"/>
                </ns0:lnTo>
                <ns0:lnTo>
                  <ns0:pt x="1251360" y="875094"/>
                </ns0:lnTo>
                <ns0:lnTo>
                  <ns0:pt x="1249920" y="875086"/>
                </ns0:lnTo>
                <ns0:lnTo>
                  <ns0:pt x="1248480" y="875079"/>
                </ns0:lnTo>
                <ns0:lnTo>
                  <ns0:pt x="1247040" y="875071"/>
                </ns0:lnTo>
                <ns0:lnTo>
                  <ns0:pt x="1245600" y="875063"/>
                </ns0:lnTo>
                <ns0:lnTo>
                  <ns0:pt x="1244160" y="875055"/>
                </ns0:lnTo>
                <ns0:lnTo>
                  <ns0:pt x="1242720" y="875047"/>
                </ns0:lnTo>
                <ns0:lnTo>
                  <ns0:pt x="1241280" y="875039"/>
                </ns0:lnTo>
                <ns0:lnTo>
                  <ns0:pt x="1239840" y="875031"/>
                </ns0:lnTo>
                <ns0:lnTo>
                  <ns0:pt x="1238400" y="875022"/>
                </ns0:lnTo>
                <ns0:lnTo>
                  <ns0:pt x="1236960" y="875014"/>
                </ns0:lnTo>
                <ns0:lnTo>
                  <ns0:pt x="1235520" y="875006"/>
                </ns0:lnTo>
                <ns0:lnTo>
                  <ns0:pt x="1234080" y="874997"/>
                </ns0:lnTo>
                <ns0:lnTo>
                  <ns0:pt x="1232640" y="874989"/>
                </ns0:lnTo>
                <ns0:lnTo>
                  <ns0:pt x="1231200" y="874980"/>
                </ns0:lnTo>
                <ns0:lnTo>
                  <ns0:pt x="1229760" y="874971"/>
                </ns0:lnTo>
                <ns0:lnTo>
                  <ns0:pt x="1228320" y="874962"/>
                </ns0:lnTo>
                <ns0:lnTo>
                  <ns0:pt x="1226880" y="874954"/>
                </ns0:lnTo>
                <ns0:lnTo>
                  <ns0:pt x="1225440" y="874945"/>
                </ns0:lnTo>
                <ns0:lnTo>
                  <ns0:pt x="1224000" y="874936"/>
                </ns0:lnTo>
                <ns0:lnTo>
                  <ns0:pt x="1222560" y="874927"/>
                </ns0:lnTo>
                <ns0:lnTo>
                  <ns0:pt x="1221120" y="874917"/>
                </ns0:lnTo>
                <ns0:lnTo>
                  <ns0:pt x="1219680" y="874908"/>
                </ns0:lnTo>
                <ns0:lnTo>
                  <ns0:pt x="1218240" y="874899"/>
                </ns0:lnTo>
                <ns0:lnTo>
                  <ns0:pt x="1216800" y="874889"/>
                </ns0:lnTo>
                <ns0:lnTo>
                  <ns0:pt x="1215360" y="874880"/>
                </ns0:lnTo>
                <ns0:lnTo>
                  <ns0:pt x="1213920" y="874870"/>
                </ns0:lnTo>
                <ns0:lnTo>
                  <ns0:pt x="1212480" y="874861"/>
                </ns0:lnTo>
                <ns0:lnTo>
                  <ns0:pt x="1211040" y="874851"/>
                </ns0:lnTo>
                <ns0:lnTo>
                  <ns0:pt x="1209600" y="874841"/>
                </ns0:lnTo>
                <ns0:lnTo>
                  <ns0:pt x="1208160" y="874831"/>
                </ns0:lnTo>
                <ns0:lnTo>
                  <ns0:pt x="1206720" y="874821"/>
                </ns0:lnTo>
                <ns0:lnTo>
                  <ns0:pt x="1205280" y="874811"/>
                </ns0:lnTo>
                <ns0:lnTo>
                  <ns0:pt x="1203840" y="874801"/>
                </ns0:lnTo>
                <ns0:lnTo>
                  <ns0:pt x="1202400" y="874790"/>
                </ns0:lnTo>
                <ns0:lnTo>
                  <ns0:pt x="1200960" y="874780"/>
                </ns0:lnTo>
                <ns0:lnTo>
                  <ns0:pt x="1199520" y="874770"/>
                </ns0:lnTo>
                <ns0:lnTo>
                  <ns0:pt x="1198080" y="874759"/>
                </ns0:lnTo>
                <ns0:lnTo>
                  <ns0:pt x="1196640" y="874748"/>
                </ns0:lnTo>
                <ns0:lnTo>
                  <ns0:pt x="1195200" y="874737"/>
                </ns0:lnTo>
                <ns0:lnTo>
                  <ns0:pt x="1193760" y="874727"/>
                </ns0:lnTo>
                <ns0:lnTo>
                  <ns0:pt x="1192320" y="874716"/>
                </ns0:lnTo>
                <ns0:lnTo>
                  <ns0:pt x="1190880" y="874705"/>
                </ns0:lnTo>
                <ns0:lnTo>
                  <ns0:pt x="1189440" y="874693"/>
                </ns0:lnTo>
                <ns0:lnTo>
                  <ns0:pt x="1188000" y="874682"/>
                </ns0:lnTo>
                <ns0:lnTo>
                  <ns0:pt x="1186560" y="874671"/>
                </ns0:lnTo>
                <ns0:lnTo>
                  <ns0:pt x="1185120" y="874659"/>
                </ns0:lnTo>
                <ns0:lnTo>
                  <ns0:pt x="1183680" y="874648"/>
                </ns0:lnTo>
                <ns0:lnTo>
                  <ns0:pt x="1182240" y="874636"/>
                </ns0:lnTo>
                <ns0:lnTo>
                  <ns0:pt x="1180800" y="874625"/>
                </ns0:lnTo>
                <ns0:lnTo>
                  <ns0:pt x="1179360" y="874613"/>
                </ns0:lnTo>
                <ns0:lnTo>
                  <ns0:pt x="1177920" y="874601"/>
                </ns0:lnTo>
                <ns0:lnTo>
                  <ns0:pt x="1176480" y="874589"/>
                </ns0:lnTo>
                <ns0:lnTo>
                  <ns0:pt x="1175040" y="874577"/>
                </ns0:lnTo>
                <ns0:lnTo>
                  <ns0:pt x="1173600" y="874565"/>
                </ns0:lnTo>
                <ns0:lnTo>
                  <ns0:pt x="1172160" y="874553"/>
                </ns0:lnTo>
                <ns0:lnTo>
                  <ns0:pt x="1170720" y="874541"/>
                </ns0:lnTo>
                <ns0:lnTo>
                  <ns0:pt x="1169280" y="874528"/>
                </ns0:lnTo>
                <ns0:lnTo>
                  <ns0:pt x="1167840" y="874516"/>
                </ns0:lnTo>
                <ns0:lnTo>
                  <ns0:pt x="1166400" y="874503"/>
                </ns0:lnTo>
                <ns0:lnTo>
                  <ns0:pt x="1164960" y="874490"/>
                </ns0:lnTo>
                <ns0:lnTo>
                  <ns0:pt x="1163520" y="874477"/>
                </ns0:lnTo>
                <ns0:lnTo>
                  <ns0:pt x="1162080" y="874464"/>
                </ns0:lnTo>
                <ns0:lnTo>
                  <ns0:pt x="1160640" y="874451"/>
                </ns0:lnTo>
                <ns0:lnTo>
                  <ns0:pt x="1159200" y="874438"/>
                </ns0:lnTo>
                <ns0:lnTo>
                  <ns0:pt x="1157760" y="874424"/>
                </ns0:lnTo>
                <ns0:lnTo>
                  <ns0:pt x="1156320" y="874411"/>
                </ns0:lnTo>
                <ns0:lnTo>
                  <ns0:pt x="1154880" y="874398"/>
                </ns0:lnTo>
                <ns0:lnTo>
                  <ns0:pt x="1153440" y="874384"/>
                </ns0:lnTo>
                <ns0:lnTo>
                  <ns0:pt x="1152000" y="874370"/>
                </ns0:lnTo>
                <ns0:lnTo>
                  <ns0:pt x="1150560" y="874357"/>
                </ns0:lnTo>
                <ns0:lnTo>
                  <ns0:pt x="1149120" y="874343"/>
                </ns0:lnTo>
                <ns0:lnTo>
                  <ns0:pt x="1147680" y="874329"/>
                </ns0:lnTo>
                <ns0:lnTo>
                  <ns0:pt x="1146240" y="874315"/>
                </ns0:lnTo>
                <ns0:lnTo>
                  <ns0:pt x="1144800" y="874301"/>
                </ns0:lnTo>
                <ns0:lnTo>
                  <ns0:pt x="1143360" y="874287"/>
                </ns0:lnTo>
                <ns0:lnTo>
                  <ns0:pt x="1141920" y="874273"/>
                </ns0:lnTo>
                <ns0:lnTo>
                  <ns0:pt x="1140480" y="874259"/>
                </ns0:lnTo>
                <ns0:lnTo>
                  <ns0:pt x="1139040" y="874244"/>
                </ns0:lnTo>
                <ns0:lnTo>
                  <ns0:pt x="1137600" y="874230"/>
                </ns0:lnTo>
                <ns0:lnTo>
                  <ns0:pt x="1136160" y="874215"/>
                </ns0:lnTo>
                <ns0:lnTo>
                  <ns0:pt x="1134720" y="874200"/>
                </ns0:lnTo>
                <ns0:lnTo>
                  <ns0:pt x="1133280" y="874185"/>
                </ns0:lnTo>
                <ns0:lnTo>
                  <ns0:pt x="1131840" y="874170"/>
                </ns0:lnTo>
                <ns0:lnTo>
                  <ns0:pt x="1130400" y="874154"/>
                </ns0:lnTo>
                <ns0:lnTo>
                  <ns0:pt x="1128960" y="874139"/>
                </ns0:lnTo>
                <ns0:lnTo>
                  <ns0:pt x="1127520" y="874123"/>
                </ns0:lnTo>
                <ns0:lnTo>
                  <ns0:pt x="1126080" y="874107"/>
                </ns0:lnTo>
                <ns0:lnTo>
                  <ns0:pt x="1124640" y="874090"/>
                </ns0:lnTo>
                <ns0:lnTo>
                  <ns0:pt x="1123200" y="874074"/>
                </ns0:lnTo>
                <ns0:lnTo>
                  <ns0:pt x="1121760" y="874057"/>
                </ns0:lnTo>
                <ns0:lnTo>
                  <ns0:pt x="1120320" y="874040"/>
                </ns0:lnTo>
                <ns0:lnTo>
                  <ns0:pt x="1118880" y="874023"/>
                </ns0:lnTo>
                <ns0:lnTo>
                  <ns0:pt x="1117440" y="874006"/>
                </ns0:lnTo>
                <ns0:lnTo>
                  <ns0:pt x="1116000" y="873989"/>
                </ns0:lnTo>
                <ns0:lnTo>
                  <ns0:pt x="1114560" y="873972"/>
                </ns0:lnTo>
                <ns0:lnTo>
                  <ns0:pt x="1113120" y="873955"/>
                </ns0:lnTo>
                <ns0:lnTo>
                  <ns0:pt x="1111680" y="873937"/>
                </ns0:lnTo>
                <ns0:lnTo>
                  <ns0:pt x="1110240" y="873920"/>
                </ns0:lnTo>
                <ns0:lnTo>
                  <ns0:pt x="1108800" y="873903"/>
                </ns0:lnTo>
                <ns0:lnTo>
                  <ns0:pt x="1107360" y="873885"/>
                </ns0:lnTo>
                <ns0:lnTo>
                  <ns0:pt x="1105920" y="873867"/>
                </ns0:lnTo>
                <ns0:lnTo>
                  <ns0:pt x="1104480" y="873850"/>
                </ns0:lnTo>
                <ns0:lnTo>
                  <ns0:pt x="1103040" y="873831"/>
                </ns0:lnTo>
                <ns0:lnTo>
                  <ns0:pt x="1101600" y="873813"/>
                </ns0:lnTo>
                <ns0:lnTo>
                  <ns0:pt x="1100160" y="873795"/>
                </ns0:lnTo>
                <ns0:lnTo>
                  <ns0:pt x="1098720" y="873776"/>
                </ns0:lnTo>
                <ns0:lnTo>
                  <ns0:pt x="1097280" y="873757"/>
                </ns0:lnTo>
                <ns0:lnTo>
                  <ns0:pt x="1095840" y="873737"/>
                </ns0:lnTo>
                <ns0:lnTo>
                  <ns0:pt x="1094400" y="873717"/>
                </ns0:lnTo>
                <ns0:lnTo>
                  <ns0:pt x="1092960" y="873697"/>
                </ns0:lnTo>
                <ns0:lnTo>
                  <ns0:pt x="1091520" y="873677"/>
                </ns0:lnTo>
                <ns0:lnTo>
                  <ns0:pt x="1090080" y="873657"/>
                </ns0:lnTo>
                <ns0:lnTo>
                  <ns0:pt x="1088640" y="873637"/>
                </ns0:lnTo>
                <ns0:lnTo>
                  <ns0:pt x="1087200" y="873616"/>
                </ns0:lnTo>
                <ns0:lnTo>
                  <ns0:pt x="1085760" y="873596"/>
                </ns0:lnTo>
                <ns0:lnTo>
                  <ns0:pt x="1084320" y="873575"/>
                </ns0:lnTo>
                <ns0:lnTo>
                  <ns0:pt x="1082880" y="873555"/>
                </ns0:lnTo>
                <ns0:lnTo>
                  <ns0:pt x="1081440" y="873535"/>
                </ns0:lnTo>
                <ns0:lnTo>
                  <ns0:pt x="1080000" y="873515"/>
                </ns0:lnTo>
                <ns0:lnTo>
                  <ns0:pt x="1078560" y="873495"/>
                </ns0:lnTo>
                <ns0:lnTo>
                  <ns0:pt x="1077120" y="873475"/>
                </ns0:lnTo>
                <ns0:lnTo>
                  <ns0:pt x="1075680" y="873456"/>
                </ns0:lnTo>
                <ns0:lnTo>
                  <ns0:pt x="1074240" y="873436"/>
                </ns0:lnTo>
                <ns0:lnTo>
                  <ns0:pt x="1072800" y="873417"/>
                </ns0:lnTo>
                <ns0:lnTo>
                  <ns0:pt x="1071360" y="873397"/>
                </ns0:lnTo>
                <ns0:lnTo>
                  <ns0:pt x="1069920" y="873378"/>
                </ns0:lnTo>
                <ns0:lnTo>
                  <ns0:pt x="1068480" y="873358"/>
                </ns0:lnTo>
                <ns0:lnTo>
                  <ns0:pt x="1067040" y="873338"/>
                </ns0:lnTo>
                <ns0:lnTo>
                  <ns0:pt x="1065600" y="873318"/>
                </ns0:lnTo>
                <ns0:lnTo>
                  <ns0:pt x="1064160" y="873297"/>
                </ns0:lnTo>
                <ns0:lnTo>
                  <ns0:pt x="1062720" y="873276"/>
                </ns0:lnTo>
                <ns0:lnTo>
                  <ns0:pt x="1061280" y="873255"/>
                </ns0:lnTo>
                <ns0:lnTo>
                  <ns0:pt x="1059840" y="873233"/>
                </ns0:lnTo>
                <ns0:lnTo>
                  <ns0:pt x="1058400" y="873211"/>
                </ns0:lnTo>
                <ns0:lnTo>
                  <ns0:pt x="1056960" y="873189"/>
                </ns0:lnTo>
                <ns0:lnTo>
                  <ns0:pt x="1055520" y="873166"/>
                </ns0:lnTo>
                <ns0:lnTo>
                  <ns0:pt x="1054080" y="873144"/>
                </ns0:lnTo>
                <ns0:lnTo>
                  <ns0:pt x="1052640" y="873121"/>
                </ns0:lnTo>
                <ns0:lnTo>
                  <ns0:pt x="1051200" y="873098"/>
                </ns0:lnTo>
                <ns0:lnTo>
                  <ns0:pt x="1049760" y="873076"/>
                </ns0:lnTo>
                <ns0:lnTo>
                  <ns0:pt x="1048320" y="873054"/>
                </ns0:lnTo>
                <ns0:lnTo>
                  <ns0:pt x="1046880" y="873033"/>
                </ns0:lnTo>
                <ns0:lnTo>
                  <ns0:pt x="1045440" y="873012"/>
                </ns0:lnTo>
                <ns0:lnTo>
                  <ns0:pt x="1044000" y="872991"/>
                </ns0:lnTo>
                <ns0:lnTo>
                  <ns0:pt x="1042560" y="872971"/>
                </ns0:lnTo>
                <ns0:lnTo>
                  <ns0:pt x="1041120" y="872951"/>
                </ns0:lnTo>
                <ns0:lnTo>
                  <ns0:pt x="1039680" y="872932"/>
                </ns0:lnTo>
                <ns0:lnTo>
                  <ns0:pt x="1038240" y="872912"/>
                </ns0:lnTo>
                <ns0:lnTo>
                  <ns0:pt x="1036800" y="872893"/>
                </ns0:lnTo>
                <ns0:lnTo>
                  <ns0:pt x="1035360" y="872874"/>
                </ns0:lnTo>
                <ns0:lnTo>
                  <ns0:pt x="1033920" y="872855"/>
                </ns0:lnTo>
                <ns0:lnTo>
                  <ns0:pt x="1032480" y="872836"/>
                </ns0:lnTo>
                <ns0:lnTo>
                  <ns0:pt x="1031040" y="872816"/>
                </ns0:lnTo>
                <ns0:lnTo>
                  <ns0:pt x="1029600" y="872796"/>
                </ns0:lnTo>
                <ns0:lnTo>
                  <ns0:pt x="1028160" y="872775"/>
                </ns0:lnTo>
                <ns0:lnTo>
                  <ns0:pt x="1026720" y="872753"/>
                </ns0:lnTo>
                <ns0:lnTo>
                  <ns0:pt x="1025280" y="872731"/>
                </ns0:lnTo>
                <ns0:lnTo>
                  <ns0:pt x="1023840" y="872708"/>
                </ns0:lnTo>
                <ns0:lnTo>
                  <ns0:pt x="1022400" y="872684"/>
                </ns0:lnTo>
                <ns0:lnTo>
                  <ns0:pt x="1020960" y="872660"/>
                </ns0:lnTo>
                <ns0:lnTo>
                  <ns0:pt x="1019520" y="872636"/>
                </ns0:lnTo>
                <ns0:lnTo>
                  <ns0:pt x="1018080" y="872611"/>
                </ns0:lnTo>
                <ns0:lnTo>
                  <ns0:pt x="1016640" y="872586"/>
                </ns0:lnTo>
                <ns0:lnTo>
                  <ns0:pt x="1015200" y="872561"/>
                </ns0:lnTo>
                <ns0:lnTo>
                  <ns0:pt x="1013760" y="872537"/>
                </ns0:lnTo>
                <ns0:lnTo>
                  <ns0:pt x="1012320" y="872512"/>
                </ns0:lnTo>
                <ns0:lnTo>
                  <ns0:pt x="1010880" y="872489"/>
                </ns0:lnTo>
                <ns0:lnTo>
                  <ns0:pt x="1009440" y="872466"/>
                </ns0:lnTo>
                <ns0:lnTo>
                  <ns0:pt x="1008000" y="872443"/>
                </ns0:lnTo>
                <ns0:lnTo>
                  <ns0:pt x="1006560" y="872421"/>
                </ns0:lnTo>
                <ns0:lnTo>
                  <ns0:pt x="1005120" y="872399"/>
                </ns0:lnTo>
                <ns0:lnTo>
                  <ns0:pt x="1003680" y="872378"/>
                </ns0:lnTo>
                <ns0:lnTo>
                  <ns0:pt x="1002240" y="872358"/>
                </ns0:lnTo>
                <ns0:lnTo>
                  <ns0:pt x="1000800" y="872339"/>
                </ns0:lnTo>
                <ns0:lnTo>
                  <ns0:pt x="999360" y="872322"/>
                </ns0:lnTo>
                <ns0:lnTo>
                  <ns0:pt x="997920" y="872303"/>
                </ns0:lnTo>
                <ns0:lnTo>
                  <ns0:pt x="996480" y="872283"/>
                </ns0:lnTo>
                <ns0:lnTo>
                  <ns0:pt x="995040" y="872259"/>
                </ns0:lnTo>
                <ns0:lnTo>
                  <ns0:pt x="993600" y="872232"/>
                </ns0:lnTo>
                <ns0:lnTo>
                  <ns0:pt x="992160" y="872203"/>
                </ns0:lnTo>
                <ns0:lnTo>
                  <ns0:pt x="990720" y="872171"/>
                </ns0:lnTo>
                <ns0:lnTo>
                  <ns0:pt x="989280" y="872137"/>
                </ns0:lnTo>
                <ns0:lnTo>
                  <ns0:pt x="987840" y="872101"/>
                </ns0:lnTo>
                <ns0:lnTo>
                  <ns0:pt x="986400" y="872064"/>
                </ns0:lnTo>
                <ns0:lnTo>
                  <ns0:pt x="984960" y="872027"/>
                </ns0:lnTo>
                <ns0:lnTo>
                  <ns0:pt x="983520" y="871989"/>
                </ns0:lnTo>
                <ns0:lnTo>
                  <ns0:pt x="982080" y="871951"/>
                </ns0:lnTo>
                <ns0:lnTo>
                  <ns0:pt x="980640" y="871912"/>
                </ns0:lnTo>
                <ns0:lnTo>
                  <ns0:pt x="979200" y="871875"/>
                </ns0:lnTo>
                <ns0:lnTo>
                  <ns0:pt x="977760" y="871837"/>
                </ns0:lnTo>
                <ns0:lnTo>
                  <ns0:pt x="976320" y="871801"/>
                </ns0:lnTo>
                <ns0:lnTo>
                  <ns0:pt x="974880" y="871765"/>
                </ns0:lnTo>
                <ns0:lnTo>
                  <ns0:pt x="973440" y="871735"/>
                </ns0:lnTo>
                <ns0:lnTo>
                  <ns0:pt x="972000" y="871715"/>
                </ns0:lnTo>
                <ns0:lnTo>
                  <ns0:pt x="970560" y="871705"/>
                </ns0:lnTo>
                <ns0:lnTo>
                  <ns0:pt x="969120" y="871701"/>
                </ns0:lnTo>
                <ns0:lnTo>
                  <ns0:pt x="967680" y="871702"/>
                </ns0:lnTo>
                <ns0:lnTo>
                  <ns0:pt x="966240" y="871704"/>
                </ns0:lnTo>
                <ns0:lnTo>
                  <ns0:pt x="964800" y="871702"/>
                </ns0:lnTo>
                <ns0:lnTo>
                  <ns0:pt x="963360" y="871694"/>
                </ns0:lnTo>
                <ns0:lnTo>
                  <ns0:pt x="961920" y="871679"/>
                </ns0:lnTo>
                <ns0:lnTo>
                  <ns0:pt x="960480" y="871660"/>
                </ns0:lnTo>
                <ns0:lnTo>
                  <ns0:pt x="959040" y="871641"/>
                </ns0:lnTo>
                <ns0:lnTo>
                  <ns0:pt x="957600" y="871625"/>
                </ns0:lnTo>
                <ns0:lnTo>
                  <ns0:pt x="956160" y="871615"/>
                </ns0:lnTo>
                <ns0:lnTo>
                  <ns0:pt x="954720" y="871612"/>
                </ns0:lnTo>
                <ns0:lnTo>
                  <ns0:pt x="953280" y="871617"/>
                </ns0:lnTo>
                <ns0:lnTo>
                  <ns0:pt x="951840" y="871631"/>
                </ns0:lnTo>
                <ns0:lnTo>
                  <ns0:pt x="950400" y="871655"/>
                </ns0:lnTo>
                <ns0:lnTo>
                  <ns0:pt x="948960" y="871688"/>
                </ns0:lnTo>
                <ns0:lnTo>
                  <ns0:pt x="947520" y="871732"/>
                </ns0:lnTo>
                <ns0:lnTo>
                  <ns0:pt x="946080" y="871786"/>
                </ns0:lnTo>
                <ns0:lnTo>
                  <ns0:pt x="944640" y="871850"/>
                </ns0:lnTo>
                <ns0:lnTo>
                  <ns0:pt x="943200" y="871925"/>
                </ns0:lnTo>
                <ns0:lnTo>
                  <ns0:pt x="941760" y="872011"/>
                </ns0:lnTo>
                <ns0:lnTo>
                  <ns0:pt x="940320" y="872109"/>
                </ns0:lnTo>
                <ns0:lnTo>
                  <ns0:pt x="938880" y="872219"/>
                </ns0:lnTo>
                <ns0:lnTo>
                  <ns0:pt x="937440" y="872339"/>
                </ns0:lnTo>
                <ns0:lnTo>
                  <ns0:pt x="936000" y="872462"/>
                </ns0:lnTo>
                <ns0:lnTo>
                  <ns0:pt x="934560" y="872585"/>
                </ns0:lnTo>
                <ns0:lnTo>
                  <ns0:pt x="933120" y="872707"/>
                </ns0:lnTo>
                <ns0:lnTo>
                  <ns0:pt x="931680" y="872827"/>
                </ns0:lnTo>
                <ns0:lnTo>
                  <ns0:pt x="930240" y="872943"/>
                </ns0:lnTo>
                <ns0:lnTo>
                  <ns0:pt x="928800" y="873053"/>
                </ns0:lnTo>
                <ns0:lnTo>
                  <ns0:pt x="927360" y="873155"/>
                </ns0:lnTo>
                <ns0:lnTo>
                  <ns0:pt x="925920" y="873249"/>
                </ns0:lnTo>
                <ns0:lnTo>
                  <ns0:pt x="924480" y="873331"/>
                </ns0:lnTo>
                <ns0:lnTo>
                  <ns0:pt x="923040" y="873399"/>
                </ns0:lnTo>
                <ns0:lnTo>
                  <ns0:pt x="921600" y="873454"/>
                </ns0:lnTo>
                <ns0:lnTo>
                  <ns0:pt x="920160" y="873496"/>
                </ns0:lnTo>
                <ns0:lnTo>
                  <ns0:pt x="918720" y="873528"/>
                </ns0:lnTo>
                <ns0:lnTo>
                  <ns0:pt x="917280" y="873554"/>
                </ns0:lnTo>
                <ns0:lnTo>
                  <ns0:pt x="915840" y="873576"/>
                </ns0:lnTo>
                <ns0:lnTo>
                  <ns0:pt x="914400" y="873596"/>
                </ns0:lnTo>
                <ns0:lnTo>
                  <ns0:pt x="912960" y="873617"/>
                </ns0:lnTo>
                <ns0:lnTo>
                  <ns0:pt x="911520" y="873641"/>
                </ns0:lnTo>
                <ns0:lnTo>
                  <ns0:pt x="910080" y="873669"/>
                </ns0:lnTo>
                <ns0:lnTo>
                  <ns0:pt x="908640" y="873702"/>
                </ns0:lnTo>
                <ns0:lnTo>
                  <ns0:pt x="907200" y="873741"/>
                </ns0:lnTo>
                <ns0:lnTo>
                  <ns0:pt x="905760" y="873787"/>
                </ns0:lnTo>
                <ns0:lnTo>
                  <ns0:pt x="904320" y="873841"/>
                </ns0:lnTo>
                <ns0:lnTo>
                  <ns0:pt x="902880" y="873904"/>
                </ns0:lnTo>
                <ns0:lnTo>
                  <ns0:pt x="901440" y="873978"/>
                </ns0:lnTo>
                <ns0:lnTo>
                  <ns0:pt x="900000" y="874063"/>
                </ns0:lnTo>
                <ns0:lnTo>
                  <ns0:pt x="898560" y="874161"/>
                </ns0:lnTo>
                <ns0:lnTo>
                  <ns0:pt x="897120" y="874273"/>
                </ns0:lnTo>
                <ns0:lnTo>
                  <ns0:pt x="895680" y="874398"/>
                </ns0:lnTo>
                <ns0:lnTo>
                  <ns0:pt x="894240" y="874536"/>
                </ns0:lnTo>
                <ns0:lnTo>
                  <ns0:pt x="892800" y="874685"/>
                </ns0:lnTo>
                <ns0:lnTo>
                  <ns0:pt x="891360" y="874839"/>
                </ns0:lnTo>
                <ns0:lnTo>
                  <ns0:pt x="889920" y="874996"/>
                </ns0:lnTo>
                <ns0:lnTo>
                  <ns0:pt x="888480" y="875153"/>
                </ns0:lnTo>
                <ns0:lnTo>
                  <ns0:pt x="887040" y="875311"/>
                </ns0:lnTo>
                <ns0:lnTo>
                  <ns0:pt x="885600" y="875468"/>
                </ns0:lnTo>
                <ns0:lnTo>
                  <ns0:pt x="884160" y="875622"/>
                </ns0:lnTo>
                <ns0:lnTo>
                  <ns0:pt x="882720" y="875773"/>
                </ns0:lnTo>
                <ns0:lnTo>
                  <ns0:pt x="881280" y="875895"/>
                </ns0:lnTo>
                <ns0:lnTo>
                  <ns0:pt x="879840" y="876016"/>
                </ns0:lnTo>
                <ns0:lnTo>
                  <ns0:pt x="878400" y="876134"/>
                </ns0:lnTo>
                <ns0:lnTo>
                  <ns0:pt x="876960" y="876250"/>
                </ns0:lnTo>
                <ns0:lnTo>
                  <ns0:pt x="875520" y="876361"/>
                </ns0:lnTo>
                <ns0:lnTo>
                  <ns0:pt x="874080" y="876468"/>
                </ns0:lnTo>
                <ns0:lnTo>
                  <ns0:pt x="872640" y="876568"/>
                </ns0:lnTo>
                <ns0:lnTo>
                  <ns0:pt x="871200" y="876660"/>
                </ns0:lnTo>
                <ns0:lnTo>
                  <ns0:pt x="869760" y="876743"/>
                </ns0:lnTo>
                <ns0:lnTo>
                  <ns0:pt x="868320" y="876815"/>
                </ns0:lnTo>
                <ns0:lnTo>
                  <ns0:pt x="866880" y="876877"/>
                </ns0:lnTo>
                <ns0:lnTo>
                  <ns0:pt x="865440" y="876926"/>
                </ns0:lnTo>
                <ns0:lnTo>
                  <ns0:pt x="864000" y="877020"/>
                </ns0:lnTo>
                <ns0:lnTo>
                  <ns0:pt x="862560" y="877020"/>
                </ns0:lnTo>
                <ns0:lnTo>
                  <ns0:pt x="861120" y="877019"/>
                </ns0:lnTo>
                <ns0:lnTo>
                  <ns0:pt x="859680" y="877019"/>
                </ns0:lnTo>
                <ns0:lnTo>
                  <ns0:pt x="858240" y="877019"/>
                </ns0:lnTo>
                <ns0:lnTo>
                  <ns0:pt x="856800" y="877018"/>
                </ns0:lnTo>
                <ns0:lnTo>
                  <ns0:pt x="855360" y="877018"/>
                </ns0:lnTo>
                <ns0:lnTo>
                  <ns0:pt x="853920" y="877017"/>
                </ns0:lnTo>
                <ns0:lnTo>
                  <ns0:pt x="852480" y="877017"/>
                </ns0:lnTo>
                <ns0:lnTo>
                  <ns0:pt x="851040" y="877016"/>
                </ns0:lnTo>
                <ns0:lnTo>
                  <ns0:pt x="849600" y="877016"/>
                </ns0:lnTo>
                <ns0:lnTo>
                  <ns0:pt x="848160" y="877015"/>
                </ns0:lnTo>
                <ns0:lnTo>
                  <ns0:pt x="846720" y="877015"/>
                </ns0:lnTo>
                <ns0:lnTo>
                  <ns0:pt x="845280" y="877014"/>
                </ns0:lnTo>
                <ns0:lnTo>
                  <ns0:pt x="843840" y="877014"/>
                </ns0:lnTo>
                <ns0:lnTo>
                  <ns0:pt x="842400" y="877013"/>
                </ns0:lnTo>
                <ns0:lnTo>
                  <ns0:pt x="840960" y="877012"/>
                </ns0:lnTo>
                <ns0:lnTo>
                  <ns0:pt x="839520" y="877012"/>
                </ns0:lnTo>
                <ns0:lnTo>
                  <ns0:pt x="838080" y="877011"/>
                </ns0:lnTo>
                <ns0:lnTo>
                  <ns0:pt x="836640" y="877011"/>
                </ns0:lnTo>
                <ns0:lnTo>
                  <ns0:pt x="835200" y="877010"/>
                </ns0:lnTo>
                <ns0:lnTo>
                  <ns0:pt x="833760" y="877009"/>
                </ns0:lnTo>
                <ns0:lnTo>
                  <ns0:pt x="832320" y="877009"/>
                </ns0:lnTo>
                <ns0:lnTo>
                  <ns0:pt x="830880" y="877008"/>
                </ns0:lnTo>
                <ns0:lnTo>
                  <ns0:pt x="829440" y="877008"/>
                </ns0:lnTo>
                <ns0:lnTo>
                  <ns0:pt x="828000" y="877007"/>
                </ns0:lnTo>
                <ns0:lnTo>
                  <ns0:pt x="826560" y="877006"/>
                </ns0:lnTo>
                <ns0:lnTo>
                  <ns0:pt x="825120" y="877006"/>
                </ns0:lnTo>
                <ns0:lnTo>
                  <ns0:pt x="823680" y="877005"/>
                </ns0:lnTo>
                <ns0:lnTo>
                  <ns0:pt x="822240" y="877004"/>
                </ns0:lnTo>
                <ns0:lnTo>
                  <ns0:pt x="820800" y="877004"/>
                </ns0:lnTo>
                <ns0:lnTo>
                  <ns0:pt x="819360" y="877003"/>
                </ns0:lnTo>
                <ns0:lnTo>
                  <ns0:pt x="817920" y="877003"/>
                </ns0:lnTo>
                <ns0:lnTo>
                  <ns0:pt x="816480" y="877002"/>
                </ns0:lnTo>
                <ns0:lnTo>
                  <ns0:pt x="815040" y="877001"/>
                </ns0:lnTo>
                <ns0:lnTo>
                  <ns0:pt x="813600" y="877001"/>
                </ns0:lnTo>
                <ns0:lnTo>
                  <ns0:pt x="812160" y="877000"/>
                </ns0:lnTo>
                <ns0:lnTo>
                  <ns0:pt x="810720" y="876999"/>
                </ns0:lnTo>
                <ns0:lnTo>
                  <ns0:pt x="809280" y="876999"/>
                </ns0:lnTo>
                <ns0:lnTo>
                  <ns0:pt x="807840" y="876998"/>
                </ns0:lnTo>
                <ns0:lnTo>
                  <ns0:pt x="806400" y="876998"/>
                </ns0:lnTo>
                <ns0:lnTo>
                  <ns0:pt x="804960" y="876997"/>
                </ns0:lnTo>
                <ns0:lnTo>
                  <ns0:pt x="803520" y="876996"/>
                </ns0:lnTo>
                <ns0:lnTo>
                  <ns0:pt x="802080" y="876996"/>
                </ns0:lnTo>
                <ns0:lnTo>
                  <ns0:pt x="800640" y="876995"/>
                </ns0:lnTo>
                <ns0:lnTo>
                  <ns0:pt x="799200" y="876994"/>
                </ns0:lnTo>
                <ns0:lnTo>
                  <ns0:pt x="797760" y="876994"/>
                </ns0:lnTo>
                <ns0:lnTo>
                  <ns0:pt x="796320" y="876993"/>
                </ns0:lnTo>
                <ns0:lnTo>
                  <ns0:pt x="794880" y="876992"/>
                </ns0:lnTo>
                <ns0:lnTo>
                  <ns0:pt x="793440" y="876992"/>
                </ns0:lnTo>
                <ns0:lnTo>
                  <ns0:pt x="792000" y="876991"/>
                </ns0:lnTo>
                <ns0:lnTo>
                  <ns0:pt x="790560" y="876990"/>
                </ns0:lnTo>
                <ns0:lnTo>
                  <ns0:pt x="789120" y="876990"/>
                </ns0:lnTo>
                <ns0:lnTo>
                  <ns0:pt x="787680" y="876989"/>
                </ns0:lnTo>
                <ns0:lnTo>
                  <ns0:pt x="786240" y="876989"/>
                </ns0:lnTo>
                <ns0:lnTo>
                  <ns0:pt x="784800" y="876988"/>
                </ns0:lnTo>
                <ns0:lnTo>
                  <ns0:pt x="783360" y="876987"/>
                </ns0:lnTo>
                <ns0:lnTo>
                  <ns0:pt x="781920" y="876987"/>
                </ns0:lnTo>
                <ns0:lnTo>
                  <ns0:pt x="780480" y="876986"/>
                </ns0:lnTo>
                <ns0:lnTo>
                  <ns0:pt x="779040" y="876985"/>
                </ns0:lnTo>
                <ns0:lnTo>
                  <ns0:pt x="777600" y="876985"/>
                </ns0:lnTo>
                <ns0:lnTo>
                  <ns0:pt x="776160" y="876984"/>
                </ns0:lnTo>
                <ns0:lnTo>
                  <ns0:pt x="774720" y="876983"/>
                </ns0:lnTo>
                <ns0:lnTo>
                  <ns0:pt x="773280" y="876983"/>
                </ns0:lnTo>
                <ns0:lnTo>
                  <ns0:pt x="771840" y="876982"/>
                </ns0:lnTo>
                <ns0:lnTo>
                  <ns0:pt x="770400" y="876981"/>
                </ns0:lnTo>
                <ns0:lnTo>
                  <ns0:pt x="768960" y="876981"/>
                </ns0:lnTo>
                <ns0:lnTo>
                  <ns0:pt x="767520" y="876980"/>
                </ns0:lnTo>
                <ns0:lnTo>
                  <ns0:pt x="766080" y="876979"/>
                </ns0:lnTo>
                <ns0:lnTo>
                  <ns0:pt x="764640" y="876979"/>
                </ns0:lnTo>
                <ns0:lnTo>
                  <ns0:pt x="763200" y="876978"/>
                </ns0:lnTo>
                <ns0:lnTo>
                  <ns0:pt x="761760" y="876977"/>
                </ns0:lnTo>
                <ns0:lnTo>
                  <ns0:pt x="760320" y="876976"/>
                </ns0:lnTo>
                <ns0:lnTo>
                  <ns0:pt x="758880" y="876976"/>
                </ns0:lnTo>
                <ns0:lnTo>
                  <ns0:pt x="757440" y="876975"/>
                </ns0:lnTo>
                <ns0:lnTo>
                  <ns0:pt x="756000" y="876974"/>
                </ns0:lnTo>
                <ns0:lnTo>
                  <ns0:pt x="754560" y="876974"/>
                </ns0:lnTo>
                <ns0:lnTo>
                  <ns0:pt x="753120" y="876973"/>
                </ns0:lnTo>
                <ns0:lnTo>
                  <ns0:pt x="751680" y="876972"/>
                </ns0:lnTo>
                <ns0:lnTo>
                  <ns0:pt x="750240" y="876972"/>
                </ns0:lnTo>
                <ns0:lnTo>
                  <ns0:pt x="748800" y="876971"/>
                </ns0:lnTo>
                <ns0:lnTo>
                  <ns0:pt x="747360" y="876970"/>
                </ns0:lnTo>
                <ns0:lnTo>
                  <ns0:pt x="745920" y="876969"/>
                </ns0:lnTo>
                <ns0:lnTo>
                  <ns0:pt x="744480" y="876969"/>
                </ns0:lnTo>
                <ns0:lnTo>
                  <ns0:pt x="743040" y="876968"/>
                </ns0:lnTo>
                <ns0:lnTo>
                  <ns0:pt x="741600" y="876967"/>
                </ns0:lnTo>
                <ns0:lnTo>
                  <ns0:pt x="740160" y="876967"/>
                </ns0:lnTo>
                <ns0:lnTo>
                  <ns0:pt x="738720" y="876966"/>
                </ns0:lnTo>
                <ns0:lnTo>
                  <ns0:pt x="737280" y="876965"/>
                </ns0:lnTo>
                <ns0:lnTo>
                  <ns0:pt x="735840" y="876964"/>
                </ns0:lnTo>
                <ns0:lnTo>
                  <ns0:pt x="734400" y="876964"/>
                </ns0:lnTo>
                <ns0:lnTo>
                  <ns0:pt x="732960" y="876963"/>
                </ns0:lnTo>
                <ns0:lnTo>
                  <ns0:pt x="731520" y="876962"/>
                </ns0:lnTo>
                <ns0:lnTo>
                  <ns0:pt x="730080" y="876961"/>
                </ns0:lnTo>
                <ns0:lnTo>
                  <ns0:pt x="728640" y="876961"/>
                </ns0:lnTo>
                <ns0:lnTo>
                  <ns0:pt x="727200" y="876960"/>
                </ns0:lnTo>
                <ns0:lnTo>
                  <ns0:pt x="725760" y="876959"/>
                </ns0:lnTo>
                <ns0:lnTo>
                  <ns0:pt x="724320" y="876958"/>
                </ns0:lnTo>
                <ns0:lnTo>
                  <ns0:pt x="722880" y="876958"/>
                </ns0:lnTo>
                <ns0:lnTo>
                  <ns0:pt x="721440" y="876957"/>
                </ns0:lnTo>
                <ns0:lnTo>
                  <ns0:pt x="720000" y="876956"/>
                </ns0:lnTo>
                <ns0:lnTo>
                  <ns0:pt x="718560" y="876956"/>
                </ns0:lnTo>
                <ns0:lnTo>
                  <ns0:pt x="717120" y="876955"/>
                </ns0:lnTo>
                <ns0:lnTo>
                  <ns0:pt x="715680" y="876954"/>
                </ns0:lnTo>
                <ns0:lnTo>
                  <ns0:pt x="714240" y="876954"/>
                </ns0:lnTo>
                <ns0:lnTo>
                  <ns0:pt x="712800" y="876953"/>
                </ns0:lnTo>
                <ns0:lnTo>
                  <ns0:pt x="711360" y="876952"/>
                </ns0:lnTo>
                <ns0:lnTo>
                  <ns0:pt x="709920" y="876952"/>
                </ns0:lnTo>
                <ns0:lnTo>
                  <ns0:pt x="708480" y="876951"/>
                </ns0:lnTo>
                <ns0:lnTo>
                  <ns0:pt x="707040" y="876950"/>
                </ns0:lnTo>
                <ns0:lnTo>
                  <ns0:pt x="705600" y="876950"/>
                </ns0:lnTo>
                <ns0:lnTo>
                  <ns0:pt x="704160" y="876949"/>
                </ns0:lnTo>
                <ns0:lnTo>
                  <ns0:pt x="702720" y="876948"/>
                </ns0:lnTo>
                <ns0:lnTo>
                  <ns0:pt x="701280" y="876948"/>
                </ns0:lnTo>
                <ns0:lnTo>
                  <ns0:pt x="699840" y="876947"/>
                </ns0:lnTo>
                <ns0:lnTo>
                  <ns0:pt x="698400" y="876946"/>
                </ns0:lnTo>
                <ns0:lnTo>
                  <ns0:pt x="696960" y="876945"/>
                </ns0:lnTo>
                <ns0:lnTo>
                  <ns0:pt x="695520" y="876944"/>
                </ns0:lnTo>
                <ns0:lnTo>
                  <ns0:pt x="694080" y="876944"/>
                </ns0:lnTo>
                <ns0:lnTo>
                  <ns0:pt x="692640" y="876943"/>
                </ns0:lnTo>
                <ns0:lnTo>
                  <ns0:pt x="691200" y="876942"/>
                </ns0:lnTo>
                <ns0:lnTo>
                  <ns0:pt x="689760" y="876941"/>
                </ns0:lnTo>
                <ns0:lnTo>
                  <ns0:pt x="688320" y="876940"/>
                </ns0:lnTo>
                <ns0:lnTo>
                  <ns0:pt x="686880" y="876939"/>
                </ns0:lnTo>
                <ns0:lnTo>
                  <ns0:pt x="685440" y="876938"/>
                </ns0:lnTo>
                <ns0:lnTo>
                  <ns0:pt x="684000" y="876937"/>
                </ns0:lnTo>
                <ns0:lnTo>
                  <ns0:pt x="682560" y="876937"/>
                </ns0:lnTo>
                <ns0:lnTo>
                  <ns0:pt x="681120" y="876936"/>
                </ns0:lnTo>
                <ns0:lnTo>
                  <ns0:pt x="679680" y="876935"/>
                </ns0:lnTo>
                <ns0:lnTo>
                  <ns0:pt x="678240" y="876934"/>
                </ns0:lnTo>
                <ns0:lnTo>
                  <ns0:pt x="676800" y="876933"/>
                </ns0:lnTo>
                <ns0:lnTo>
                  <ns0:pt x="675360" y="876932"/>
                </ns0:lnTo>
                <ns0:lnTo>
                  <ns0:pt x="673920" y="876931"/>
                </ns0:lnTo>
                <ns0:lnTo>
                  <ns0:pt x="672480" y="876930"/>
                </ns0:lnTo>
                <ns0:lnTo>
                  <ns0:pt x="671040" y="876928"/>
                </ns0:lnTo>
                <ns0:lnTo>
                  <ns0:pt x="669600" y="876926"/>
                </ns0:lnTo>
                <ns0:lnTo>
                  <ns0:pt x="668160" y="876923"/>
                </ns0:lnTo>
                <ns0:lnTo>
                  <ns0:pt x="666720" y="876921"/>
                </ns0:lnTo>
                <ns0:lnTo>
                  <ns0:pt x="665280" y="876918"/>
                </ns0:lnTo>
                <ns0:lnTo>
                  <ns0:pt x="663840" y="876914"/>
                </ns0:lnTo>
                <ns0:lnTo>
                  <ns0:pt x="662400" y="876911"/>
                </ns0:lnTo>
                <ns0:lnTo>
                  <ns0:pt x="660960" y="876908"/>
                </ns0:lnTo>
                <ns0:lnTo>
                  <ns0:pt x="659520" y="876904"/>
                </ns0:lnTo>
                <ns0:lnTo>
                  <ns0:pt x="658080" y="876900"/>
                </ns0:lnTo>
                <ns0:lnTo>
                  <ns0:pt x="656640" y="876897"/>
                </ns0:lnTo>
                <ns0:lnTo>
                  <ns0:pt x="655200" y="876893"/>
                </ns0:lnTo>
                <ns0:lnTo>
                  <ns0:pt x="653760" y="876889"/>
                </ns0:lnTo>
                <ns0:lnTo>
                  <ns0:pt x="652320" y="876885"/>
                </ns0:lnTo>
                <ns0:lnTo>
                  <ns0:pt x="650880" y="876881"/>
                </ns0:lnTo>
                <ns0:lnTo>
                  <ns0:pt x="649440" y="876877"/>
                </ns0:lnTo>
                <ns0:lnTo>
                  <ns0:pt x="648000" y="876872"/>
                </ns0:lnTo>
                <ns0:lnTo>
                  <ns0:pt x="646560" y="876868"/>
                </ns0:lnTo>
                <ns0:lnTo>
                  <ns0:pt x="645120" y="876864"/>
                </ns0:lnTo>
                <ns0:lnTo>
                  <ns0:pt x="643680" y="876860"/>
                </ns0:lnTo>
                <ns0:lnTo>
                  <ns0:pt x="642240" y="876856"/>
                </ns0:lnTo>
                <ns0:lnTo>
                  <ns0:pt x="640800" y="876851"/>
                </ns0:lnTo>
                <ns0:lnTo>
                  <ns0:pt x="639360" y="876847"/>
                </ns0:lnTo>
                <ns0:lnTo>
                  <ns0:pt x="637920" y="876843"/>
                </ns0:lnTo>
                <ns0:lnTo>
                  <ns0:pt x="636480" y="876839"/>
                </ns0:lnTo>
                <ns0:lnTo>
                  <ns0:pt x="635040" y="876835"/>
                </ns0:lnTo>
                <ns0:lnTo>
                  <ns0:pt x="633600" y="876831"/>
                </ns0:lnTo>
                <ns0:lnTo>
                  <ns0:pt x="632160" y="876827"/>
                </ns0:lnTo>
                <ns0:lnTo>
                  <ns0:pt x="630720" y="876823"/>
                </ns0:lnTo>
                <ns0:lnTo>
                  <ns0:pt x="629280" y="876818"/>
                </ns0:lnTo>
                <ns0:lnTo>
                  <ns0:pt x="627840" y="876814"/>
                </ns0:lnTo>
                <ns0:lnTo>
                  <ns0:pt x="626400" y="876810"/>
                </ns0:lnTo>
                <ns0:lnTo>
                  <ns0:pt x="624960" y="876806"/>
                </ns0:lnTo>
                <ns0:lnTo>
                  <ns0:pt x="623520" y="876802"/>
                </ns0:lnTo>
                <ns0:lnTo>
                  <ns0:pt x="622080" y="876797"/>
                </ns0:lnTo>
                <ns0:lnTo>
                  <ns0:pt x="620640" y="876793"/>
                </ns0:lnTo>
                <ns0:lnTo>
                  <ns0:pt x="619200" y="876789"/>
                </ns0:lnTo>
                <ns0:lnTo>
                  <ns0:pt x="617760" y="876785"/>
                </ns0:lnTo>
                <ns0:lnTo>
                  <ns0:pt x="616320" y="876780"/>
                </ns0:lnTo>
                <ns0:lnTo>
                  <ns0:pt x="614880" y="876776"/>
                </ns0:lnTo>
                <ns0:lnTo>
                  <ns0:pt x="613440" y="876772"/>
                </ns0:lnTo>
                <ns0:lnTo>
                  <ns0:pt x="612000" y="876767"/>
                </ns0:lnTo>
                <ns0:lnTo>
                  <ns0:pt x="610560" y="876763"/>
                </ns0:lnTo>
                <ns0:lnTo>
                  <ns0:pt x="609120" y="876759"/>
                </ns0:lnTo>
                <ns0:lnTo>
                  <ns0:pt x="607680" y="876754"/>
                </ns0:lnTo>
                <ns0:lnTo>
                  <ns0:pt x="606240" y="876750"/>
                </ns0:lnTo>
                <ns0:lnTo>
                  <ns0:pt x="604800" y="876746"/>
                </ns0:lnTo>
                <ns0:lnTo>
                  <ns0:pt x="603360" y="876742"/>
                </ns0:lnTo>
                <ns0:lnTo>
                  <ns0:pt x="601920" y="876737"/>
                </ns0:lnTo>
                <ns0:lnTo>
                  <ns0:pt x="600480" y="876733"/>
                </ns0:lnTo>
                <ns0:lnTo>
                  <ns0:pt x="599040" y="876729"/>
                </ns0:lnTo>
                <ns0:lnTo>
                  <ns0:pt x="597600" y="876724"/>
                </ns0:lnTo>
                <ns0:lnTo>
                  <ns0:pt x="596160" y="876720"/>
                </ns0:lnTo>
                <ns0:lnTo>
                  <ns0:pt x="594720" y="876716"/>
                </ns0:lnTo>
                <ns0:lnTo>
                  <ns0:pt x="593280" y="876712"/>
                </ns0:lnTo>
                <ns0:lnTo>
                  <ns0:pt x="591840" y="876707"/>
                </ns0:lnTo>
                <ns0:lnTo>
                  <ns0:pt x="590400" y="876703"/>
                </ns0:lnTo>
                <ns0:lnTo>
                  <ns0:pt x="588960" y="876699"/>
                </ns0:lnTo>
                <ns0:lnTo>
                  <ns0:pt x="587520" y="876695"/>
                </ns0:lnTo>
                <ns0:lnTo>
                  <ns0:pt x="586080" y="876690"/>
                </ns0:lnTo>
                <ns0:lnTo>
                  <ns0:pt x="584640" y="876686"/>
                </ns0:lnTo>
                <ns0:lnTo>
                  <ns0:pt x="583200" y="876682"/>
                </ns0:lnTo>
                <ns0:lnTo>
                  <ns0:pt x="581760" y="876678"/>
                </ns0:lnTo>
                <ns0:lnTo>
                  <ns0:pt x="580320" y="876674"/>
                </ns0:lnTo>
                <ns0:lnTo>
                  <ns0:pt x="578880" y="876669"/>
                </ns0:lnTo>
                <ns0:lnTo>
                  <ns0:pt x="577440" y="876665"/>
                </ns0:lnTo>
                <ns0:lnTo>
                  <ns0:pt x="576000" y="876661"/>
                </ns0:lnTo>
                <ns0:lnTo>
                  <ns0:pt x="574560" y="876657"/>
                </ns0:lnTo>
                <ns0:lnTo>
                  <ns0:pt x="573120" y="876653"/>
                </ns0:lnTo>
                <ns0:lnTo>
                  <ns0:pt x="571680" y="876649"/>
                </ns0:lnTo>
                <ns0:lnTo>
                  <ns0:pt x="570240" y="876645"/>
                </ns0:lnTo>
                <ns0:lnTo>
                  <ns0:pt x="568800" y="876641"/>
                </ns0:lnTo>
                <ns0:lnTo>
                  <ns0:pt x="567360" y="876637"/>
                </ns0:lnTo>
                <ns0:lnTo>
                  <ns0:pt x="565920" y="876633"/>
                </ns0:lnTo>
                <ns0:lnTo>
                  <ns0:pt x="564480" y="876629"/>
                </ns0:lnTo>
                <ns0:lnTo>
                  <ns0:pt x="563040" y="876625"/>
                </ns0:lnTo>
                <ns0:lnTo>
                  <ns0:pt x="561600" y="876621"/>
                </ns0:lnTo>
                <ns0:lnTo>
                  <ns0:pt x="560160" y="876617"/>
                </ns0:lnTo>
                <ns0:lnTo>
                  <ns0:pt x="558720" y="876613"/>
                </ns0:lnTo>
                <ns0:lnTo>
                  <ns0:pt x="557280" y="876609"/>
                </ns0:lnTo>
                <ns0:lnTo>
                  <ns0:pt x="555840" y="876606"/>
                </ns0:lnTo>
                <ns0:lnTo>
                  <ns0:pt x="554400" y="876602"/>
                </ns0:lnTo>
                <ns0:lnTo>
                  <ns0:pt x="552960" y="876598"/>
                </ns0:lnTo>
                <ns0:lnTo>
                  <ns0:pt x="551520" y="876595"/>
                </ns0:lnTo>
                <ns0:lnTo>
                  <ns0:pt x="550080" y="876591"/>
                </ns0:lnTo>
                <ns0:lnTo>
                  <ns0:pt x="548640" y="876588"/>
                </ns0:lnTo>
                <ns0:lnTo>
                  <ns0:pt x="547200" y="876584"/>
                </ns0:lnTo>
                <ns0:lnTo>
                  <ns0:pt x="545760" y="876581"/>
                </ns0:lnTo>
                <ns0:lnTo>
                  <ns0:pt x="544320" y="876577"/>
                </ns0:lnTo>
                <ns0:lnTo>
                  <ns0:pt x="542880" y="876574"/>
                </ns0:lnTo>
                <ns0:lnTo>
                  <ns0:pt x="541440" y="876571"/>
                </ns0:lnTo>
                <ns0:lnTo>
                  <ns0:pt x="540000" y="876567"/>
                </ns0:lnTo>
                <ns0:lnTo>
                  <ns0:pt x="538560" y="876564"/>
                </ns0:lnTo>
                <ns0:lnTo>
                  <ns0:pt x="537120" y="876561"/>
                </ns0:lnTo>
                <ns0:lnTo>
                  <ns0:pt x="535680" y="876558"/>
                </ns0:lnTo>
                <ns0:lnTo>
                  <ns0:pt x="534240" y="876555"/>
                </ns0:lnTo>
                <ns0:lnTo>
                  <ns0:pt x="532800" y="876552"/>
                </ns0:lnTo>
                <ns0:lnTo>
                  <ns0:pt x="531360" y="876550"/>
                </ns0:lnTo>
                <ns0:lnTo>
                  <ns0:pt x="529920" y="876547"/>
                </ns0:lnTo>
                <ns0:lnTo>
                  <ns0:pt x="528480" y="876544"/>
                </ns0:lnTo>
                <ns0:lnTo>
                  <ns0:pt x="527040" y="876542"/>
                </ns0:lnTo>
                <ns0:lnTo>
                  <ns0:pt x="525600" y="876539"/>
                </ns0:lnTo>
                <ns0:lnTo>
                  <ns0:pt x="524160" y="876537"/>
                </ns0:lnTo>
                <ns0:lnTo>
                  <ns0:pt x="522720" y="876535"/>
                </ns0:lnTo>
                <ns0:lnTo>
                  <ns0:pt x="521280" y="876533"/>
                </ns0:lnTo>
                <ns0:lnTo>
                  <ns0:pt x="519840" y="876531"/>
                </ns0:lnTo>
                <ns0:lnTo>
                  <ns0:pt x="518400" y="876529"/>
                </ns0:lnTo>
                <ns0:lnTo>
                  <ns0:pt x="516960" y="876528"/>
                </ns0:lnTo>
                <ns0:lnTo>
                  <ns0:pt x="515520" y="876527"/>
                </ns0:lnTo>
                <ns0:lnTo>
                  <ns0:pt x="514080" y="876526"/>
                </ns0:lnTo>
                <ns0:lnTo>
                  <ns0:pt x="512640" y="876525"/>
                </ns0:lnTo>
                <ns0:lnTo>
                  <ns0:pt x="511200" y="876524"/>
                </ns0:lnTo>
                <ns0:lnTo>
                  <ns0:pt x="509760" y="876523"/>
                </ns0:lnTo>
                <ns0:lnTo>
                  <ns0:pt x="508320" y="876523"/>
                </ns0:lnTo>
                <ns0:lnTo>
                  <ns0:pt x="506880" y="876523"/>
                </ns0:lnTo>
                <ns0:lnTo>
                  <ns0:pt x="505440" y="876523"/>
                </ns0:lnTo>
                <ns0:lnTo>
                  <ns0:pt x="504000" y="876523"/>
                </ns0:lnTo>
                <ns0:lnTo>
                  <ns0:pt x="502560" y="876523"/>
                </ns0:lnTo>
                <ns0:lnTo>
                  <ns0:pt x="501120" y="876523"/>
                </ns0:lnTo>
                <ns0:lnTo>
                  <ns0:pt x="499680" y="876523"/>
                </ns0:lnTo>
                <ns0:lnTo>
                  <ns0:pt x="498240" y="876524"/>
                </ns0:lnTo>
                <ns0:lnTo>
                  <ns0:pt x="496800" y="876524"/>
                </ns0:lnTo>
                <ns0:lnTo>
                  <ns0:pt x="495360" y="876524"/>
                </ns0:lnTo>
                <ns0:lnTo>
                  <ns0:pt x="493920" y="876524"/>
                </ns0:lnTo>
                <ns0:lnTo>
                  <ns0:pt x="492480" y="876524"/>
                </ns0:lnTo>
                <ns0:lnTo>
                  <ns0:pt x="491040" y="876524"/>
                </ns0:lnTo>
                <ns0:lnTo>
                  <ns0:pt x="489600" y="876524"/>
                </ns0:lnTo>
                <ns0:lnTo>
                  <ns0:pt x="488160" y="876523"/>
                </ns0:lnTo>
                <ns0:lnTo>
                  <ns0:pt x="486720" y="876523"/>
                </ns0:lnTo>
                <ns0:lnTo>
                  <ns0:pt x="485280" y="876523"/>
                </ns0:lnTo>
                <ns0:lnTo>
                  <ns0:pt x="483840" y="876523"/>
                </ns0:lnTo>
                <ns0:lnTo>
                  <ns0:pt x="482400" y="876523"/>
                </ns0:lnTo>
                <ns0:lnTo>
                  <ns0:pt x="480960" y="876523"/>
                </ns0:lnTo>
                <ns0:lnTo>
                  <ns0:pt x="479520" y="876523"/>
                </ns0:lnTo>
                <ns0:lnTo>
                  <ns0:pt x="478080" y="876523"/>
                </ns0:lnTo>
                <ns0:lnTo>
                  <ns0:pt x="476640" y="876523"/>
                </ns0:lnTo>
                <ns0:lnTo>
                  <ns0:pt x="475200" y="876524"/>
                </ns0:lnTo>
                <ns0:lnTo>
                  <ns0:pt x="473760" y="876524"/>
                </ns0:lnTo>
                <ns0:lnTo>
                  <ns0:pt x="472320" y="876525"/>
                </ns0:lnTo>
                <ns0:lnTo>
                  <ns0:pt x="470880" y="876527"/>
                </ns0:lnTo>
                <ns0:lnTo>
                  <ns0:pt x="469440" y="876528"/>
                </ns0:lnTo>
                <ns0:lnTo>
                  <ns0:pt x="468000" y="876530"/>
                </ns0:lnTo>
                <ns0:lnTo>
                  <ns0:pt x="466560" y="876532"/>
                </ns0:lnTo>
                <ns0:lnTo>
                  <ns0:pt x="465120" y="876535"/>
                </ns0:lnTo>
                <ns0:lnTo>
                  <ns0:pt x="463680" y="876538"/>
                </ns0:lnTo>
                <ns0:lnTo>
                  <ns0:pt x="462240" y="876541"/>
                </ns0:lnTo>
                <ns0:lnTo>
                  <ns0:pt x="460800" y="876545"/>
                </ns0:lnTo>
                <ns0:lnTo>
                  <ns0:pt x="459360" y="876549"/>
                </ns0:lnTo>
                <ns0:lnTo>
                  <ns0:pt x="457920" y="876554"/>
                </ns0:lnTo>
                <ns0:lnTo>
                  <ns0:pt x="456480" y="876559"/>
                </ns0:lnTo>
                <ns0:lnTo>
                  <ns0:pt x="455040" y="876564"/>
                </ns0:lnTo>
                <ns0:lnTo>
                  <ns0:pt x="453600" y="876569"/>
                </ns0:lnTo>
                <ns0:lnTo>
                  <ns0:pt x="452160" y="876575"/>
                </ns0:lnTo>
                <ns0:lnTo>
                  <ns0:pt x="450720" y="876581"/>
                </ns0:lnTo>
                <ns0:lnTo>
                  <ns0:pt x="449280" y="876587"/>
                </ns0:lnTo>
                <ns0:lnTo>
                  <ns0:pt x="447840" y="876593"/>
                </ns0:lnTo>
                <ns0:lnTo>
                  <ns0:pt x="446400" y="876598"/>
                </ns0:lnTo>
                <ns0:lnTo>
                  <ns0:pt x="444960" y="876604"/>
                </ns0:lnTo>
                <ns0:lnTo>
                  <ns0:pt x="443520" y="876609"/>
                </ns0:lnTo>
                <ns0:lnTo>
                  <ns0:pt x="442080" y="876614"/>
                </ns0:lnTo>
                <ns0:lnTo>
                  <ns0:pt x="440640" y="876617"/>
                </ns0:lnTo>
                <ns0:lnTo>
                  <ns0:pt x="439200" y="876621"/>
                </ns0:lnTo>
                <ns0:lnTo>
                  <ns0:pt x="437760" y="876624"/>
                </ns0:lnTo>
                <ns0:lnTo>
                  <ns0:pt x="436320" y="876626"/>
                </ns0:lnTo>
                <ns0:lnTo>
                  <ns0:pt x="434880" y="876628"/>
                </ns0:lnTo>
                <ns0:lnTo>
                  <ns0:pt x="433440" y="876630"/>
                </ns0:lnTo>
                <ns0:lnTo>
                  <ns0:pt x="432000" y="876633"/>
                </ns0:lnTo>
                <ns0:lnTo>
                  <ns0:pt x="430560" y="876635"/>
                </ns0:lnTo>
                <ns0:lnTo>
                  <ns0:pt x="429120" y="876638"/>
                </ns0:lnTo>
                <ns0:lnTo>
                  <ns0:pt x="427680" y="876642"/>
                </ns0:lnTo>
                <ns0:lnTo>
                  <ns0:pt x="426240" y="876646"/>
                </ns0:lnTo>
                <ns0:lnTo>
                  <ns0:pt x="424800" y="876651"/>
                </ns0:lnTo>
                <ns0:lnTo>
                  <ns0:pt x="423360" y="876656"/>
                </ns0:lnTo>
                <ns0:lnTo>
                  <ns0:pt x="421920" y="876663"/>
                </ns0:lnTo>
                <ns0:lnTo>
                  <ns0:pt x="420480" y="876670"/>
                </ns0:lnTo>
                <ns0:lnTo>
                  <ns0:pt x="419040" y="876678"/>
                </ns0:lnTo>
                <ns0:lnTo>
                  <ns0:pt x="417600" y="876687"/>
                </ns0:lnTo>
                <ns0:lnTo>
                  <ns0:pt x="416160" y="876697"/>
                </ns0:lnTo>
                <ns0:lnTo>
                  <ns0:pt x="414720" y="876707"/>
                </ns0:lnTo>
                <ns0:lnTo>
                  <ns0:pt x="413280" y="876718"/>
                </ns0:lnTo>
                <ns0:lnTo>
                  <ns0:pt x="411840" y="876730"/>
                </ns0:lnTo>
                <ns0:lnTo>
                  <ns0:pt x="410400" y="876742"/>
                </ns0:lnTo>
                <ns0:lnTo>
                  <ns0:pt x="408960" y="876754"/>
                </ns0:lnTo>
                <ns0:lnTo>
                  <ns0:pt x="407520" y="876765"/>
                </ns0:lnTo>
                <ns0:lnTo>
                  <ns0:pt x="406080" y="876777"/>
                </ns0:lnTo>
                <ns0:lnTo>
                  <ns0:pt x="404640" y="876788"/>
                </ns0:lnTo>
                <ns0:lnTo>
                  <ns0:pt x="403200" y="876798"/>
                </ns0:lnTo>
                <ns0:lnTo>
                  <ns0:pt x="401760" y="876807"/>
                </ns0:lnTo>
                <ns0:lnTo>
                  <ns0:pt x="400320" y="876816"/>
                </ns0:lnTo>
                <ns0:lnTo>
                  <ns0:pt x="398880" y="876824"/>
                </ns0:lnTo>
                <ns0:lnTo>
                  <ns0:pt x="397440" y="876831"/>
                </ns0:lnTo>
                <ns0:lnTo>
                  <ns0:pt x="396000" y="876838"/>
                </ns0:lnTo>
                <ns0:lnTo>
                  <ns0:pt x="394560" y="876845"/>
                </ns0:lnTo>
                <ns0:lnTo>
                  <ns0:pt x="393120" y="876852"/>
                </ns0:lnTo>
                <ns0:lnTo>
                  <ns0:pt x="391680" y="876856"/>
                </ns0:lnTo>
                <ns0:lnTo>
                  <ns0:pt x="390240" y="876858"/>
                </ns0:lnTo>
                <ns0:lnTo>
                  <ns0:pt x="388800" y="876858"/>
                </ns0:lnTo>
                <ns0:lnTo>
                  <ns0:pt x="387360" y="876858"/>
                </ns0:lnTo>
                <ns0:lnTo>
                  <ns0:pt x="385920" y="876859"/>
                </ns0:lnTo>
                <ns0:lnTo>
                  <ns0:pt x="384480" y="876862"/>
                </ns0:lnTo>
                <ns0:lnTo>
                  <ns0:pt x="383040" y="876867"/>
                </ns0:lnTo>
                <ns0:lnTo>
                  <ns0:pt x="381600" y="876875"/>
                </ns0:lnTo>
                <ns0:lnTo>
                  <ns0:pt x="380160" y="876886"/>
                </ns0:lnTo>
                <ns0:lnTo>
                  <ns0:pt x="378720" y="876901"/>
                </ns0:lnTo>
                <ns0:lnTo>
                  <ns0:pt x="377280" y="876919"/>
                </ns0:lnTo>
                <ns0:lnTo>
                  <ns0:pt x="375840" y="876941"/>
                </ns0:lnTo>
                <ns0:lnTo>
                  <ns0:pt x="374400" y="876966"/>
                </ns0:lnTo>
                <ns0:lnTo>
                  <ns0:pt x="372960" y="876995"/>
                </ns0:lnTo>
                <ns0:lnTo>
                  <ns0:pt x="371520" y="877028"/>
                </ns0:lnTo>
                <ns0:lnTo>
                  <ns0:pt x="370080" y="877064"/>
                </ns0:lnTo>
                <ns0:lnTo>
                  <ns0:pt x="368640" y="877103"/>
                </ns0:lnTo>
                <ns0:lnTo>
                  <ns0:pt x="367200" y="877144"/>
                </ns0:lnTo>
                <ns0:lnTo>
                  <ns0:pt x="365760" y="877185"/>
                </ns0:lnTo>
                <ns0:lnTo>
                  <ns0:pt x="364320" y="877227"/>
                </ns0:lnTo>
                <ns0:lnTo>
                  <ns0:pt x="362880" y="877269"/>
                </ns0:lnTo>
                <ns0:lnTo>
                  <ns0:pt x="361440" y="877310"/>
                </ns0:lnTo>
                <ns0:lnTo>
                  <ns0:pt x="360000" y="877352"/>
                </ns0:lnTo>
                <ns0:lnTo>
                  <ns0:pt x="358560" y="877396"/>
                </ns0:lnTo>
                <ns0:lnTo>
                  <ns0:pt x="357120" y="877441"/>
                </ns0:lnTo>
                <ns0:lnTo>
                  <ns0:pt x="355680" y="877482"/>
                </ns0:lnTo>
                <ns0:lnTo>
                  <ns0:pt x="354240" y="877515"/>
                </ns0:lnTo>
                <ns0:lnTo>
                  <ns0:pt x="352800" y="877539"/>
                </ns0:lnTo>
                <ns0:lnTo>
                  <ns0:pt x="351360" y="877555"/>
                </ns0:lnTo>
                <ns0:lnTo>
                  <ns0:pt x="349920" y="877562"/>
                </ns0:lnTo>
                <ns0:lnTo>
                  <ns0:pt x="348480" y="877563"/>
                </ns0:lnTo>
                <ns0:lnTo>
                  <ns0:pt x="347040" y="877558"/>
                </ns0:lnTo>
                <ns0:lnTo>
                  <ns0:pt x="345600" y="877550"/>
                </ns0:lnTo>
                <ns0:lnTo>
                  <ns0:pt x="344160" y="877540"/>
                </ns0:lnTo>
                <ns0:lnTo>
                  <ns0:pt x="342720" y="877529"/>
                </ns0:lnTo>
                <ns0:lnTo>
                  <ns0:pt x="341280" y="877519"/>
                </ns0:lnTo>
                <ns0:lnTo>
                  <ns0:pt x="339840" y="877511"/>
                </ns0:lnTo>
                <ns0:lnTo>
                  <ns0:pt x="338400" y="877506"/>
                </ns0:lnTo>
                <ns0:lnTo>
                  <ns0:pt x="336960" y="877503"/>
                </ns0:lnTo>
                <ns0:lnTo>
                  <ns0:pt x="335520" y="877505"/>
                </ns0:lnTo>
                <ns0:lnTo>
                  <ns0:pt x="334080" y="877509"/>
                </ns0:lnTo>
                <ns0:lnTo>
                  <ns0:pt x="332640" y="877515"/>
                </ns0:lnTo>
                <ns0:lnTo>
                  <ns0:pt x="331200" y="877523"/>
                </ns0:lnTo>
                <ns0:lnTo>
                  <ns0:pt x="329760" y="877532"/>
                </ns0:lnTo>
                <ns0:lnTo>
                  <ns0:pt x="328320" y="877539"/>
                </ns0:lnTo>
                <ns0:lnTo>
                  <ns0:pt x="326880" y="877545"/>
                </ns0:lnTo>
                <ns0:lnTo>
                  <ns0:pt x="325440" y="877546"/>
                </ns0:lnTo>
                <ns0:lnTo>
                  <ns0:pt x="324000" y="877547"/>
                </ns0:lnTo>
                <ns0:lnTo>
                  <ns0:pt x="322560" y="877546"/>
                </ns0:lnTo>
                <ns0:lnTo>
                  <ns0:pt x="321120" y="877546"/>
                </ns0:lnTo>
                <ns0:lnTo>
                  <ns0:pt x="319680" y="877546"/>
                </ns0:lnTo>
                <ns0:lnTo>
                  <ns0:pt x="318240" y="877545"/>
                </ns0:lnTo>
                <ns0:lnTo>
                  <ns0:pt x="316800" y="877545"/>
                </ns0:lnTo>
                <ns0:lnTo>
                  <ns0:pt x="315360" y="877546"/>
                </ns0:lnTo>
                <ns0:lnTo>
                  <ns0:pt x="313920" y="877546"/>
                </ns0:lnTo>
                <ns0:lnTo>
                  <ns0:pt x="312480" y="877548"/>
                </ns0:lnTo>
                <ns0:lnTo>
                  <ns0:pt x="311040" y="877549"/>
                </ns0:lnTo>
                <ns0:lnTo>
                  <ns0:pt x="309600" y="877550"/>
                </ns0:lnTo>
                <ns0:lnTo>
                  <ns0:pt x="308160" y="877552"/>
                </ns0:lnTo>
                <ns0:lnTo>
                  <ns0:pt x="306720" y="877554"/>
                </ns0:lnTo>
                <ns0:lnTo>
                  <ns0:pt x="305280" y="877555"/>
                </ns0:lnTo>
                <ns0:lnTo>
                  <ns0:pt x="303840" y="877557"/>
                </ns0:lnTo>
                <ns0:lnTo>
                  <ns0:pt x="302400" y="877558"/>
                </ns0:lnTo>
                <ns0:lnTo>
                  <ns0:pt x="300960" y="877560"/>
                </ns0:lnTo>
                <ns0:lnTo>
                  <ns0:pt x="299520" y="877562"/>
                </ns0:lnTo>
                <ns0:lnTo>
                  <ns0:pt x="298080" y="877564"/>
                </ns0:lnTo>
                <ns0:lnTo>
                  <ns0:pt x="296640" y="877566"/>
                </ns0:lnTo>
                <ns0:lnTo>
                  <ns0:pt x="295200" y="877568"/>
                </ns0:lnTo>
                <ns0:lnTo>
                  <ns0:pt x="293760" y="877571"/>
                </ns0:lnTo>
                <ns0:lnTo>
                  <ns0:pt x="292320" y="877573"/>
                </ns0:lnTo>
                <ns0:lnTo>
                  <ns0:pt x="290880" y="877575"/>
                </ns0:lnTo>
                <ns0:lnTo>
                  <ns0:pt x="289440" y="877576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7" name="wz (rad/s)"/>
          <ns0:cNvSpPr txBox="1"/>
          <ns0:nvPr/>
        </ns0:nvSpPr>
        <ns0:spPr>
          <ns0:xfrm xmlns:ns0="http://schemas.openxmlformats.org/drawingml/2006/main">
            <ns0:off x="4464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38" name="MuJoCo wz native data chart"/>
          <ns0:cNvGraphicFramePr/>
          <ns0:nvPr/>
        </ns0:nvGraphicFramePr>
        <ns0:xfrm>
          <ns0:off xmlns:ns0="http://schemas.openxmlformats.org/drawingml/2006/main" x="4500000" y="305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3="http://schemas.openxmlformats.org/officeDocument/2006/relationships" ns13:id="rId106"/>
          </ns0:graphicData>
        </ns0:graphic>
      </ns0:graphicFrame>
    </ns0:spTree>
  </ns0:cSld>
  <ns0:clrMapOvr>
    <ns0:masterClrMapping xmlns:ns0="http://schemas.openxmlformats.org/drawingml/2006/main"/>
  </ns0:clrMapOvr>
</ns0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